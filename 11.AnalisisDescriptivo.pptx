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2"/>
  </p:notesMasterIdLst>
  <p:sldIdLst>
    <p:sldId id="1352" r:id="rId2"/>
    <p:sldId id="1273" r:id="rId3"/>
    <p:sldId id="414" r:id="rId4"/>
    <p:sldId id="513" r:id="rId5"/>
    <p:sldId id="574" r:id="rId6"/>
    <p:sldId id="575" r:id="rId7"/>
    <p:sldId id="576" r:id="rId8"/>
    <p:sldId id="515" r:id="rId9"/>
    <p:sldId id="522" r:id="rId10"/>
    <p:sldId id="517" r:id="rId11"/>
    <p:sldId id="441" r:id="rId12"/>
    <p:sldId id="520" r:id="rId13"/>
    <p:sldId id="518" r:id="rId14"/>
    <p:sldId id="474" r:id="rId15"/>
    <p:sldId id="465" r:id="rId16"/>
    <p:sldId id="614" r:id="rId17"/>
    <p:sldId id="617" r:id="rId18"/>
    <p:sldId id="622" r:id="rId19"/>
    <p:sldId id="623" r:id="rId20"/>
    <p:sldId id="615" r:id="rId21"/>
    <p:sldId id="620" r:id="rId22"/>
    <p:sldId id="616" r:id="rId23"/>
    <p:sldId id="1350" r:id="rId24"/>
    <p:sldId id="494" r:id="rId25"/>
    <p:sldId id="618" r:id="rId26"/>
    <p:sldId id="619" r:id="rId27"/>
    <p:sldId id="1351" r:id="rId28"/>
    <p:sldId id="260" r:id="rId29"/>
    <p:sldId id="545" r:id="rId30"/>
    <p:sldId id="472"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4500A3-A14A-723B-4541-7C21C62A6F32}" v="4" dt="2024-04-22T02:31:17.277"/>
    <p1510:client id="{D1542C87-21D4-905D-F77F-357B63639572}" v="4" dt="2024-04-22T02:20:50.838"/>
    <p1510:client id="{F3022C56-589D-CBA9-352B-587C18EF8CAE}" v="15" dt="2024-04-22T03:08:15.87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DANILO MUÑOZ CAÑON" userId="S::ndmunozc@udistrital.edu.co::29f64d73-8b12-4c53-a9f3-1c223397a229" providerId="AD" clId="Web-{F3022C56-589D-CBA9-352B-587C18EF8CAE}"/>
    <pc:docChg chg="modSld">
      <pc:chgData name="NORBEY DANILO MUÑOZ CAÑON" userId="S::ndmunozc@udistrital.edu.co::29f64d73-8b12-4c53-a9f3-1c223397a229" providerId="AD" clId="Web-{F3022C56-589D-CBA9-352B-587C18EF8CAE}" dt="2024-04-22T03:08:15.874" v="14" actId="20577"/>
      <pc:docMkLst>
        <pc:docMk/>
      </pc:docMkLst>
      <pc:sldChg chg="mod modShow">
        <pc:chgData name="NORBEY DANILO MUÑOZ CAÑON" userId="S::ndmunozc@udistrital.edu.co::29f64d73-8b12-4c53-a9f3-1c223397a229" providerId="AD" clId="Web-{F3022C56-589D-CBA9-352B-587C18EF8CAE}" dt="2024-04-22T03:07:50.483" v="10"/>
        <pc:sldMkLst>
          <pc:docMk/>
          <pc:sldMk cId="1294140421" sldId="260"/>
        </pc:sldMkLst>
      </pc:sldChg>
      <pc:sldChg chg="modSp mod modShow">
        <pc:chgData name="NORBEY DANILO MUÑOZ CAÑON" userId="S::ndmunozc@udistrital.edu.co::29f64d73-8b12-4c53-a9f3-1c223397a229" providerId="AD" clId="Web-{F3022C56-589D-CBA9-352B-587C18EF8CAE}" dt="2024-04-22T03:08:15.874" v="14" actId="20577"/>
        <pc:sldMkLst>
          <pc:docMk/>
          <pc:sldMk cId="3749431077" sldId="472"/>
        </pc:sldMkLst>
        <pc:spChg chg="mod">
          <ac:chgData name="NORBEY DANILO MUÑOZ CAÑON" userId="S::ndmunozc@udistrital.edu.co::29f64d73-8b12-4c53-a9f3-1c223397a229" providerId="AD" clId="Web-{F3022C56-589D-CBA9-352B-587C18EF8CAE}" dt="2024-04-22T03:08:15.874" v="14" actId="20577"/>
          <ac:spMkLst>
            <pc:docMk/>
            <pc:sldMk cId="3749431077" sldId="472"/>
            <ac:spMk id="4" creationId="{FE525038-B2B3-40D6-A47F-F6E846DB6A6F}"/>
          </ac:spMkLst>
        </pc:spChg>
      </pc:sldChg>
      <pc:sldChg chg="modSp">
        <pc:chgData name="NORBEY DANILO MUÑOZ CAÑON" userId="S::ndmunozc@udistrital.edu.co::29f64d73-8b12-4c53-a9f3-1c223397a229" providerId="AD" clId="Web-{F3022C56-589D-CBA9-352B-587C18EF8CAE}" dt="2024-04-22T03:07:42.029" v="9" actId="20577"/>
        <pc:sldMkLst>
          <pc:docMk/>
          <pc:sldMk cId="1921839677" sldId="494"/>
        </pc:sldMkLst>
        <pc:spChg chg="mod">
          <ac:chgData name="NORBEY DANILO MUÑOZ CAÑON" userId="S::ndmunozc@udistrital.edu.co::29f64d73-8b12-4c53-a9f3-1c223397a229" providerId="AD" clId="Web-{F3022C56-589D-CBA9-352B-587C18EF8CAE}" dt="2024-04-22T03:07:42.029" v="9" actId="20577"/>
          <ac:spMkLst>
            <pc:docMk/>
            <pc:sldMk cId="1921839677" sldId="494"/>
            <ac:spMk id="3" creationId="{60D50DA1-7066-4B13-B790-DDD078D88BB9}"/>
          </ac:spMkLst>
        </pc:spChg>
      </pc:sldChg>
      <pc:sldChg chg="modSp">
        <pc:chgData name="NORBEY DANILO MUÑOZ CAÑON" userId="S::ndmunozc@udistrital.edu.co::29f64d73-8b12-4c53-a9f3-1c223397a229" providerId="AD" clId="Web-{F3022C56-589D-CBA9-352B-587C18EF8CAE}" dt="2024-04-22T03:07:21.638" v="7" actId="20577"/>
        <pc:sldMkLst>
          <pc:docMk/>
          <pc:sldMk cId="4145947967" sldId="617"/>
        </pc:sldMkLst>
        <pc:spChg chg="mod">
          <ac:chgData name="NORBEY DANILO MUÑOZ CAÑON" userId="S::ndmunozc@udistrital.edu.co::29f64d73-8b12-4c53-a9f3-1c223397a229" providerId="AD" clId="Web-{F3022C56-589D-CBA9-352B-587C18EF8CAE}" dt="2024-04-22T03:07:21.638" v="7" actId="20577"/>
          <ac:spMkLst>
            <pc:docMk/>
            <pc:sldMk cId="4145947967" sldId="617"/>
            <ac:spMk id="3" creationId="{60D50DA1-7066-4B13-B790-DDD078D88BB9}"/>
          </ac:spMkLst>
        </pc:spChg>
      </pc:sldChg>
    </pc:docChg>
  </pc:docChgLst>
  <pc:docChgLst>
    <pc:chgData name="NORBEY DANILO MUÑOZ CAÑON" userId="S::ndmunozc@udistrital.edu.co::29f64d73-8b12-4c53-a9f3-1c223397a229" providerId="AD" clId="Web-{D1542C87-21D4-905D-F77F-357B63639572}"/>
    <pc:docChg chg="addSld modSld sldOrd">
      <pc:chgData name="NORBEY DANILO MUÑOZ CAÑON" userId="S::ndmunozc@udistrital.edu.co::29f64d73-8b12-4c53-a9f3-1c223397a229" providerId="AD" clId="Web-{D1542C87-21D4-905D-F77F-357B63639572}" dt="2024-04-22T02:20:50.838" v="3"/>
      <pc:docMkLst>
        <pc:docMk/>
      </pc:docMkLst>
      <pc:sldChg chg="ord">
        <pc:chgData name="NORBEY DANILO MUÑOZ CAÑON" userId="S::ndmunozc@udistrital.edu.co::29f64d73-8b12-4c53-a9f3-1c223397a229" providerId="AD" clId="Web-{D1542C87-21D4-905D-F77F-357B63639572}" dt="2024-04-22T02:20:45.354" v="1"/>
        <pc:sldMkLst>
          <pc:docMk/>
          <pc:sldMk cId="2964526825" sldId="1273"/>
        </pc:sldMkLst>
      </pc:sldChg>
      <pc:sldChg chg="addSp delSp modSp new">
        <pc:chgData name="NORBEY DANILO MUÑOZ CAÑON" userId="S::ndmunozc@udistrital.edu.co::29f64d73-8b12-4c53-a9f3-1c223397a229" providerId="AD" clId="Web-{D1542C87-21D4-905D-F77F-357B63639572}" dt="2024-04-22T02:20:50.838" v="3"/>
        <pc:sldMkLst>
          <pc:docMk/>
          <pc:sldMk cId="148335938" sldId="1352"/>
        </pc:sldMkLst>
        <pc:spChg chg="del">
          <ac:chgData name="NORBEY DANILO MUÑOZ CAÑON" userId="S::ndmunozc@udistrital.edu.co::29f64d73-8b12-4c53-a9f3-1c223397a229" providerId="AD" clId="Web-{D1542C87-21D4-905D-F77F-357B63639572}" dt="2024-04-22T02:20:49.182" v="2"/>
          <ac:spMkLst>
            <pc:docMk/>
            <pc:sldMk cId="148335938" sldId="1352"/>
            <ac:spMk id="2" creationId="{CA662892-B4E1-3F14-D0CE-77554ECE260D}"/>
          </ac:spMkLst>
        </pc:spChg>
        <pc:picChg chg="add mod">
          <ac:chgData name="NORBEY DANILO MUÑOZ CAÑON" userId="S::ndmunozc@udistrital.edu.co::29f64d73-8b12-4c53-a9f3-1c223397a229" providerId="AD" clId="Web-{D1542C87-21D4-905D-F77F-357B63639572}" dt="2024-04-22T02:20:50.838" v="3"/>
          <ac:picMkLst>
            <pc:docMk/>
            <pc:sldMk cId="148335938" sldId="1352"/>
            <ac:picMk id="3" creationId="{8B86D8D5-DEBD-602F-B52B-E221D2DF99AF}"/>
          </ac:picMkLst>
        </pc:picChg>
      </pc:sldChg>
    </pc:docChg>
  </pc:docChgLst>
  <pc:docChgLst>
    <pc:chgData name="NORBEY DANILO MUÑOZ CAÑON" userId="S::ndmunozc@udistrital.edu.co::29f64d73-8b12-4c53-a9f3-1c223397a229" providerId="AD" clId="Web-{584500A3-A14A-723B-4541-7C21C62A6F32}"/>
    <pc:docChg chg="modSld">
      <pc:chgData name="NORBEY DANILO MUÑOZ CAÑON" userId="S::ndmunozc@udistrital.edu.co::29f64d73-8b12-4c53-a9f3-1c223397a229" providerId="AD" clId="Web-{584500A3-A14A-723B-4541-7C21C62A6F32}" dt="2024-04-22T02:31:17.277" v="2"/>
      <pc:docMkLst>
        <pc:docMk/>
      </pc:docMkLst>
      <pc:sldChg chg="mod modShow">
        <pc:chgData name="NORBEY DANILO MUÑOZ CAÑON" userId="S::ndmunozc@udistrital.edu.co::29f64d73-8b12-4c53-a9f3-1c223397a229" providerId="AD" clId="Web-{584500A3-A14A-723B-4541-7C21C62A6F32}" dt="2024-04-22T02:31:17.277" v="2"/>
        <pc:sldMkLst>
          <pc:docMk/>
          <pc:sldMk cId="3749431077" sldId="472"/>
        </pc:sldMkLst>
      </pc:sldChg>
      <pc:sldChg chg="modSp">
        <pc:chgData name="NORBEY DANILO MUÑOZ CAÑON" userId="S::ndmunozc@udistrital.edu.co::29f64d73-8b12-4c53-a9f3-1c223397a229" providerId="AD" clId="Web-{584500A3-A14A-723B-4541-7C21C62A6F32}" dt="2024-04-22T02:28:08.115" v="1" actId="20577"/>
        <pc:sldMkLst>
          <pc:docMk/>
          <pc:sldMk cId="1472918529" sldId="522"/>
        </pc:sldMkLst>
        <pc:spChg chg="mod">
          <ac:chgData name="NORBEY DANILO MUÑOZ CAÑON" userId="S::ndmunozc@udistrital.edu.co::29f64d73-8b12-4c53-a9f3-1c223397a229" providerId="AD" clId="Web-{584500A3-A14A-723B-4541-7C21C62A6F32}" dt="2024-04-22T02:28:08.115" v="1" actId="20577"/>
          <ac:spMkLst>
            <pc:docMk/>
            <pc:sldMk cId="1472918529" sldId="522"/>
            <ac:spMk id="3" creationId="{1C749C98-BC61-46E2-9E05-41255883B950}"/>
          </ac:spMkLst>
        </pc:spChg>
      </pc:sldChg>
    </pc:docChg>
  </pc:docChgLst>
  <pc:docChgLst>
    <pc:chgData name="Norbey Danilo Munoz Canon" userId="ff23c1e0-34c7-40fc-8aeb-24f45ddc11cf" providerId="ADAL" clId="{FD510A44-2B72-47C3-A741-5B910CEE810E}"/>
    <pc:docChg chg="delSld">
      <pc:chgData name="Norbey Danilo Munoz Canon" userId="ff23c1e0-34c7-40fc-8aeb-24f45ddc11cf" providerId="ADAL" clId="{FD510A44-2B72-47C3-A741-5B910CEE810E}" dt="2022-10-14T23:22:48.517" v="0" actId="47"/>
      <pc:docMkLst>
        <pc:docMk/>
      </pc:docMkLst>
      <pc:sldChg chg="del">
        <pc:chgData name="Norbey Danilo Munoz Canon" userId="ff23c1e0-34c7-40fc-8aeb-24f45ddc11cf" providerId="ADAL" clId="{FD510A44-2B72-47C3-A741-5B910CEE810E}" dt="2022-10-14T23:22:48.517" v="0" actId="47"/>
        <pc:sldMkLst>
          <pc:docMk/>
          <pc:sldMk cId="2536380802" sldId="25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56C0D3-A333-4C63-9C35-618B416B67E5}" type="doc">
      <dgm:prSet loTypeId="urn:microsoft.com/office/officeart/2005/8/layout/hProcess4" loCatId="process" qsTypeId="urn:microsoft.com/office/officeart/2005/8/quickstyle/simple1" qsCatId="simple" csTypeId="urn:microsoft.com/office/officeart/2005/8/colors/accent6_2" csCatId="accent6" phldr="1"/>
      <dgm:spPr/>
      <dgm:t>
        <a:bodyPr/>
        <a:lstStyle/>
        <a:p>
          <a:endParaRPr lang="es-CO"/>
        </a:p>
      </dgm:t>
    </dgm:pt>
    <dgm:pt modelId="{57E786D1-19A0-454D-AFFE-7B78B81E3067}">
      <dgm:prSet phldrT="[Text]"/>
      <dgm:spPr/>
      <dgm:t>
        <a:bodyPr/>
        <a:lstStyle/>
        <a:p>
          <a:r>
            <a:rPr lang="es-CO"/>
            <a:t>Entender el negocio y la preocupación</a:t>
          </a:r>
        </a:p>
      </dgm:t>
    </dgm:pt>
    <dgm:pt modelId="{31A4A1C7-8DA8-43FF-A4D1-6B99B6EDC618}" type="parTrans" cxnId="{2540D756-B9BB-44AD-85AA-6E03C6AA1BD5}">
      <dgm:prSet/>
      <dgm:spPr/>
      <dgm:t>
        <a:bodyPr/>
        <a:lstStyle/>
        <a:p>
          <a:endParaRPr lang="es-CO"/>
        </a:p>
      </dgm:t>
    </dgm:pt>
    <dgm:pt modelId="{417CBAE7-A02E-4B75-98C7-A4C313673957}" type="sibTrans" cxnId="{2540D756-B9BB-44AD-85AA-6E03C6AA1BD5}">
      <dgm:prSet/>
      <dgm:spPr/>
      <dgm:t>
        <a:bodyPr/>
        <a:lstStyle/>
        <a:p>
          <a:endParaRPr lang="es-CO"/>
        </a:p>
      </dgm:t>
    </dgm:pt>
    <dgm:pt modelId="{BAA26A2B-5615-4058-A9D7-4398A577D204}">
      <dgm:prSet phldrT="[Text]" custT="1"/>
      <dgm:spPr/>
      <dgm:t>
        <a:bodyPr/>
        <a:lstStyle/>
        <a:p>
          <a:r>
            <a:rPr lang="es-CO" sz="1600"/>
            <a:t>Identificar los interesados y sus preocupaciones</a:t>
          </a:r>
        </a:p>
      </dgm:t>
    </dgm:pt>
    <dgm:pt modelId="{ED421F66-16E4-4B92-824E-C4451FB594D4}" type="parTrans" cxnId="{94DF08AE-D1BA-40AB-AB6F-CB0403625323}">
      <dgm:prSet/>
      <dgm:spPr/>
      <dgm:t>
        <a:bodyPr/>
        <a:lstStyle/>
        <a:p>
          <a:endParaRPr lang="es-CO"/>
        </a:p>
      </dgm:t>
    </dgm:pt>
    <dgm:pt modelId="{B36514ED-FDA2-4AEA-83BF-89AA021CF4E5}" type="sibTrans" cxnId="{94DF08AE-D1BA-40AB-AB6F-CB0403625323}">
      <dgm:prSet/>
      <dgm:spPr/>
      <dgm:t>
        <a:bodyPr/>
        <a:lstStyle/>
        <a:p>
          <a:endParaRPr lang="es-CO"/>
        </a:p>
      </dgm:t>
    </dgm:pt>
    <dgm:pt modelId="{2EBA4C26-904C-40CB-82B7-E1A700E7BB6D}">
      <dgm:prSet phldrT="[Text]" custT="1"/>
      <dgm:spPr/>
      <dgm:t>
        <a:bodyPr/>
        <a:lstStyle/>
        <a:p>
          <a:r>
            <a:rPr lang="es-CO" sz="1600"/>
            <a:t>Definir los objetivos y preguntas iniciales de análisis</a:t>
          </a:r>
        </a:p>
      </dgm:t>
    </dgm:pt>
    <dgm:pt modelId="{DE85B62A-07F5-4D66-A061-DCA74659EE14}" type="parTrans" cxnId="{BAD18F82-5613-451F-B18A-E3C97FC6BC7A}">
      <dgm:prSet/>
      <dgm:spPr/>
      <dgm:t>
        <a:bodyPr/>
        <a:lstStyle/>
        <a:p>
          <a:endParaRPr lang="es-CO"/>
        </a:p>
      </dgm:t>
    </dgm:pt>
    <dgm:pt modelId="{6F9F7848-03ED-4D33-9248-9A951D1CE0E9}" type="sibTrans" cxnId="{BAD18F82-5613-451F-B18A-E3C97FC6BC7A}">
      <dgm:prSet/>
      <dgm:spPr/>
      <dgm:t>
        <a:bodyPr/>
        <a:lstStyle/>
        <a:p>
          <a:endParaRPr lang="es-CO"/>
        </a:p>
      </dgm:t>
    </dgm:pt>
    <dgm:pt modelId="{3A748501-BABA-4793-8416-F50E973F420B}">
      <dgm:prSet phldrT="[Text]"/>
      <dgm:spPr/>
      <dgm:t>
        <a:bodyPr/>
        <a:lstStyle/>
        <a:p>
          <a:r>
            <a:rPr lang="es-CO"/>
            <a:t>Curar los datos</a:t>
          </a:r>
        </a:p>
      </dgm:t>
    </dgm:pt>
    <dgm:pt modelId="{C10FB744-104E-47BE-B868-7BF7173237F1}" type="parTrans" cxnId="{AF7BFC35-F93F-478B-8C6B-F38D9C9214E3}">
      <dgm:prSet/>
      <dgm:spPr/>
      <dgm:t>
        <a:bodyPr/>
        <a:lstStyle/>
        <a:p>
          <a:endParaRPr lang="es-CO"/>
        </a:p>
      </dgm:t>
    </dgm:pt>
    <dgm:pt modelId="{A9022ED6-0D86-4909-9B7C-E5CDCFE38D79}" type="sibTrans" cxnId="{AF7BFC35-F93F-478B-8C6B-F38D9C9214E3}">
      <dgm:prSet/>
      <dgm:spPr/>
      <dgm:t>
        <a:bodyPr/>
        <a:lstStyle/>
        <a:p>
          <a:endParaRPr lang="es-CO"/>
        </a:p>
      </dgm:t>
    </dgm:pt>
    <dgm:pt modelId="{6A3E2312-7448-4BEB-B103-0B1A6568D2FB}">
      <dgm:prSet phldrT="[Text]" custT="1"/>
      <dgm:spPr/>
      <dgm:t>
        <a:bodyPr/>
        <a:lstStyle/>
        <a:p>
          <a:r>
            <a:rPr lang="es-CO" sz="1600"/>
            <a:t>Definir variables y conjuntos de datos</a:t>
          </a:r>
        </a:p>
      </dgm:t>
    </dgm:pt>
    <dgm:pt modelId="{FC839595-F7A6-499A-9125-A05CAE58C0F0}" type="parTrans" cxnId="{18657222-7B03-4E5E-A268-7F1C3F70A7AD}">
      <dgm:prSet/>
      <dgm:spPr/>
      <dgm:t>
        <a:bodyPr/>
        <a:lstStyle/>
        <a:p>
          <a:endParaRPr lang="es-CO"/>
        </a:p>
      </dgm:t>
    </dgm:pt>
    <dgm:pt modelId="{001803FD-FF01-4818-A28E-FE7E9067FDE8}" type="sibTrans" cxnId="{18657222-7B03-4E5E-A268-7F1C3F70A7AD}">
      <dgm:prSet/>
      <dgm:spPr/>
      <dgm:t>
        <a:bodyPr/>
        <a:lstStyle/>
        <a:p>
          <a:endParaRPr lang="es-CO"/>
        </a:p>
      </dgm:t>
    </dgm:pt>
    <dgm:pt modelId="{28646F93-A5F9-4591-A917-62FBC48644A1}">
      <dgm:prSet phldrT="[Text]" custT="1"/>
      <dgm:spPr/>
      <dgm:t>
        <a:bodyPr/>
        <a:lstStyle/>
        <a:p>
          <a:r>
            <a:rPr lang="es-CO" sz="1600"/>
            <a:t>Identificar fuentes</a:t>
          </a:r>
        </a:p>
      </dgm:t>
    </dgm:pt>
    <dgm:pt modelId="{341D9D26-E502-495C-8804-EA45579CABF7}" type="parTrans" cxnId="{C010855E-A54D-4CD9-AA24-C46982BDD995}">
      <dgm:prSet/>
      <dgm:spPr/>
      <dgm:t>
        <a:bodyPr/>
        <a:lstStyle/>
        <a:p>
          <a:endParaRPr lang="es-CO"/>
        </a:p>
      </dgm:t>
    </dgm:pt>
    <dgm:pt modelId="{486C1186-66B4-4D34-BB5F-A55689AEDD5B}" type="sibTrans" cxnId="{C010855E-A54D-4CD9-AA24-C46982BDD995}">
      <dgm:prSet/>
      <dgm:spPr/>
      <dgm:t>
        <a:bodyPr/>
        <a:lstStyle/>
        <a:p>
          <a:endParaRPr lang="es-CO"/>
        </a:p>
      </dgm:t>
    </dgm:pt>
    <dgm:pt modelId="{E9A5A311-6A18-41B8-A4C5-820C6E559731}">
      <dgm:prSet phldrT="[Text]"/>
      <dgm:spPr/>
      <dgm:t>
        <a:bodyPr/>
        <a:lstStyle/>
        <a:p>
          <a:r>
            <a:rPr lang="es-CO"/>
            <a:t>Construir los modelos de análisis</a:t>
          </a:r>
        </a:p>
      </dgm:t>
    </dgm:pt>
    <dgm:pt modelId="{E3685105-2506-41AD-873F-5D1570022382}" type="parTrans" cxnId="{CE5D9552-0368-4672-BAA6-C10EFFF6F4C9}">
      <dgm:prSet/>
      <dgm:spPr/>
      <dgm:t>
        <a:bodyPr/>
        <a:lstStyle/>
        <a:p>
          <a:endParaRPr lang="es-CO"/>
        </a:p>
      </dgm:t>
    </dgm:pt>
    <dgm:pt modelId="{519B3E8E-8D72-4ED1-A3A2-33E0427EF839}" type="sibTrans" cxnId="{CE5D9552-0368-4672-BAA6-C10EFFF6F4C9}">
      <dgm:prSet/>
      <dgm:spPr/>
      <dgm:t>
        <a:bodyPr/>
        <a:lstStyle/>
        <a:p>
          <a:endParaRPr lang="es-CO"/>
        </a:p>
      </dgm:t>
    </dgm:pt>
    <dgm:pt modelId="{FF50EE35-8899-47C4-9444-86990EEA75A6}">
      <dgm:prSet phldrT="[Text]" custT="1"/>
      <dgm:spPr/>
      <dgm:t>
        <a:bodyPr/>
        <a:lstStyle/>
        <a:p>
          <a:r>
            <a:rPr lang="es-CO" sz="1600"/>
            <a:t>Descriptivos</a:t>
          </a:r>
        </a:p>
      </dgm:t>
    </dgm:pt>
    <dgm:pt modelId="{B847BFDC-6DD7-4C53-8430-3597AFEAE41C}" type="parTrans" cxnId="{FCB0FEFC-2C66-454F-B028-EA544B5F9E13}">
      <dgm:prSet/>
      <dgm:spPr/>
      <dgm:t>
        <a:bodyPr/>
        <a:lstStyle/>
        <a:p>
          <a:endParaRPr lang="es-CO"/>
        </a:p>
      </dgm:t>
    </dgm:pt>
    <dgm:pt modelId="{5FDBA1E9-DCC2-496A-9B15-00DAF2E7533C}" type="sibTrans" cxnId="{FCB0FEFC-2C66-454F-B028-EA544B5F9E13}">
      <dgm:prSet/>
      <dgm:spPr/>
      <dgm:t>
        <a:bodyPr/>
        <a:lstStyle/>
        <a:p>
          <a:endParaRPr lang="es-CO"/>
        </a:p>
      </dgm:t>
    </dgm:pt>
    <dgm:pt modelId="{1EF4F1FC-1520-4382-BF23-B7C7A5807CC1}">
      <dgm:prSet phldrT="[Text]" custT="1"/>
      <dgm:spPr/>
      <dgm:t>
        <a:bodyPr/>
        <a:lstStyle/>
        <a:p>
          <a:r>
            <a:rPr lang="es-CO" sz="1600"/>
            <a:t>Diagnósticos</a:t>
          </a:r>
        </a:p>
      </dgm:t>
    </dgm:pt>
    <dgm:pt modelId="{D46F8134-6240-4245-9A16-220E48A51F87}" type="parTrans" cxnId="{A8B2E93B-DB23-4316-9191-6CFF1858DFF9}">
      <dgm:prSet/>
      <dgm:spPr/>
      <dgm:t>
        <a:bodyPr/>
        <a:lstStyle/>
        <a:p>
          <a:endParaRPr lang="es-CO"/>
        </a:p>
      </dgm:t>
    </dgm:pt>
    <dgm:pt modelId="{BBEF218F-C6FC-4B7D-9BDE-8EFB57FA5092}" type="sibTrans" cxnId="{A8B2E93B-DB23-4316-9191-6CFF1858DFF9}">
      <dgm:prSet/>
      <dgm:spPr/>
      <dgm:t>
        <a:bodyPr/>
        <a:lstStyle/>
        <a:p>
          <a:endParaRPr lang="es-CO"/>
        </a:p>
      </dgm:t>
    </dgm:pt>
    <dgm:pt modelId="{1B3E20A3-2BDB-4547-A79E-13EBEEF68FFB}">
      <dgm:prSet phldrT="[Text]" custT="1"/>
      <dgm:spPr/>
      <dgm:t>
        <a:bodyPr/>
        <a:lstStyle/>
        <a:p>
          <a:r>
            <a:rPr lang="es-CO" sz="1600"/>
            <a:t>Cargue y preparación de datos</a:t>
          </a:r>
        </a:p>
      </dgm:t>
    </dgm:pt>
    <dgm:pt modelId="{E0DDD3D4-A896-4059-B569-D3115EEC01F1}" type="parTrans" cxnId="{D478B612-221B-47F3-963F-7C53EB40BFFF}">
      <dgm:prSet/>
      <dgm:spPr/>
      <dgm:t>
        <a:bodyPr/>
        <a:lstStyle/>
        <a:p>
          <a:endParaRPr lang="es-CO"/>
        </a:p>
      </dgm:t>
    </dgm:pt>
    <dgm:pt modelId="{DF29A009-77F9-4F2F-B672-6DD7FC974765}" type="sibTrans" cxnId="{D478B612-221B-47F3-963F-7C53EB40BFFF}">
      <dgm:prSet/>
      <dgm:spPr/>
      <dgm:t>
        <a:bodyPr/>
        <a:lstStyle/>
        <a:p>
          <a:endParaRPr lang="es-CO"/>
        </a:p>
      </dgm:t>
    </dgm:pt>
    <dgm:pt modelId="{6F7DF7A2-38A4-4F3C-8C32-27A6C66EC8C7}">
      <dgm:prSet phldrT="[Text]" custT="1"/>
      <dgm:spPr/>
      <dgm:t>
        <a:bodyPr/>
        <a:lstStyle/>
        <a:p>
          <a:r>
            <a:rPr lang="es-CO" sz="1600"/>
            <a:t>Predictivos</a:t>
          </a:r>
        </a:p>
      </dgm:t>
    </dgm:pt>
    <dgm:pt modelId="{7CD592F1-E5AB-42AF-9426-F4D5FD6A0E63}" type="parTrans" cxnId="{6EB0B18E-59A5-4E8A-B3CD-1E2AD50435A8}">
      <dgm:prSet/>
      <dgm:spPr/>
      <dgm:t>
        <a:bodyPr/>
        <a:lstStyle/>
        <a:p>
          <a:endParaRPr lang="es-CO"/>
        </a:p>
      </dgm:t>
    </dgm:pt>
    <dgm:pt modelId="{DC5416B9-F7DD-4408-9D7F-9BBE4107015C}" type="sibTrans" cxnId="{6EB0B18E-59A5-4E8A-B3CD-1E2AD50435A8}">
      <dgm:prSet/>
      <dgm:spPr/>
      <dgm:t>
        <a:bodyPr/>
        <a:lstStyle/>
        <a:p>
          <a:endParaRPr lang="es-CO"/>
        </a:p>
      </dgm:t>
    </dgm:pt>
    <dgm:pt modelId="{79C6ACBE-E19F-4E3B-B1D6-8AE118229F51}">
      <dgm:prSet phldrT="[Text]"/>
      <dgm:spPr/>
      <dgm:t>
        <a:bodyPr/>
        <a:lstStyle/>
        <a:p>
          <a:r>
            <a:rPr lang="es-CO"/>
            <a:t>Implementar</a:t>
          </a:r>
        </a:p>
      </dgm:t>
    </dgm:pt>
    <dgm:pt modelId="{AFEB4C06-A550-4187-9FB4-88D4906E7C72}" type="parTrans" cxnId="{065F27A4-4069-444C-84ED-E75765D3A6B2}">
      <dgm:prSet/>
      <dgm:spPr/>
      <dgm:t>
        <a:bodyPr/>
        <a:lstStyle/>
        <a:p>
          <a:endParaRPr lang="es-CO"/>
        </a:p>
      </dgm:t>
    </dgm:pt>
    <dgm:pt modelId="{5DB50DA5-356D-4D2D-884C-3B033AD600C4}" type="sibTrans" cxnId="{065F27A4-4069-444C-84ED-E75765D3A6B2}">
      <dgm:prSet/>
      <dgm:spPr/>
      <dgm:t>
        <a:bodyPr/>
        <a:lstStyle/>
        <a:p>
          <a:endParaRPr lang="es-CO"/>
        </a:p>
      </dgm:t>
    </dgm:pt>
    <dgm:pt modelId="{23503A90-CCDE-47A3-92B1-0294573E0073}">
      <dgm:prSet phldrT="[Text]" custT="1"/>
      <dgm:spPr/>
      <dgm:t>
        <a:bodyPr/>
        <a:lstStyle/>
        <a:p>
          <a:r>
            <a:rPr lang="es-CO" sz="1600"/>
            <a:t>Comunicar los resultados</a:t>
          </a:r>
        </a:p>
      </dgm:t>
    </dgm:pt>
    <dgm:pt modelId="{92BB3001-C66E-43F3-9B21-0F6CCD24C7D6}" type="parTrans" cxnId="{F0F1530E-A807-49C0-BD10-C364B1D71723}">
      <dgm:prSet/>
      <dgm:spPr/>
      <dgm:t>
        <a:bodyPr/>
        <a:lstStyle/>
        <a:p>
          <a:endParaRPr lang="es-CO"/>
        </a:p>
      </dgm:t>
    </dgm:pt>
    <dgm:pt modelId="{EE163889-9CDB-4E29-A0C8-A4BAF14219C1}" type="sibTrans" cxnId="{F0F1530E-A807-49C0-BD10-C364B1D71723}">
      <dgm:prSet/>
      <dgm:spPr/>
      <dgm:t>
        <a:bodyPr/>
        <a:lstStyle/>
        <a:p>
          <a:endParaRPr lang="es-CO"/>
        </a:p>
      </dgm:t>
    </dgm:pt>
    <dgm:pt modelId="{75FD2E88-CE0D-4082-B757-F1CE6E58E45A}">
      <dgm:prSet phldrT="[Text]" custT="1"/>
      <dgm:spPr/>
      <dgm:t>
        <a:bodyPr/>
        <a:lstStyle/>
        <a:p>
          <a:r>
            <a:rPr lang="es-CO" sz="1600"/>
            <a:t>Construir los productos de datos</a:t>
          </a:r>
        </a:p>
      </dgm:t>
    </dgm:pt>
    <dgm:pt modelId="{E1E9D321-0187-4A15-A00E-66BC707764E1}" type="parTrans" cxnId="{191DF89B-D6AA-47B7-B36F-B86516B1D860}">
      <dgm:prSet/>
      <dgm:spPr/>
      <dgm:t>
        <a:bodyPr/>
        <a:lstStyle/>
        <a:p>
          <a:endParaRPr lang="es-CO"/>
        </a:p>
      </dgm:t>
    </dgm:pt>
    <dgm:pt modelId="{1198029B-7280-40AC-9B20-4A8E6FC1A85C}" type="sibTrans" cxnId="{191DF89B-D6AA-47B7-B36F-B86516B1D860}">
      <dgm:prSet/>
      <dgm:spPr/>
      <dgm:t>
        <a:bodyPr/>
        <a:lstStyle/>
        <a:p>
          <a:endParaRPr lang="es-CO"/>
        </a:p>
      </dgm:t>
    </dgm:pt>
    <dgm:pt modelId="{10246F5C-1123-4DDD-A88C-22087B368725}">
      <dgm:prSet phldrT="[Text]" custT="1"/>
      <dgm:spPr/>
      <dgm:t>
        <a:bodyPr/>
        <a:lstStyle/>
        <a:p>
          <a:r>
            <a:rPr lang="es-CO" sz="1600"/>
            <a:t>Tomar las acciones</a:t>
          </a:r>
        </a:p>
      </dgm:t>
    </dgm:pt>
    <dgm:pt modelId="{76BD9219-3694-448E-BC1B-75CC4D43A335}" type="parTrans" cxnId="{CC87F582-EBE8-45E1-862A-3B3FEAF0A85E}">
      <dgm:prSet/>
      <dgm:spPr/>
      <dgm:t>
        <a:bodyPr/>
        <a:lstStyle/>
        <a:p>
          <a:endParaRPr lang="es-CO"/>
        </a:p>
      </dgm:t>
    </dgm:pt>
    <dgm:pt modelId="{AFCE9408-9C82-451B-906D-C6BBD9C819C0}" type="sibTrans" cxnId="{CC87F582-EBE8-45E1-862A-3B3FEAF0A85E}">
      <dgm:prSet/>
      <dgm:spPr/>
      <dgm:t>
        <a:bodyPr/>
        <a:lstStyle/>
        <a:p>
          <a:endParaRPr lang="es-CO"/>
        </a:p>
      </dgm:t>
    </dgm:pt>
    <dgm:pt modelId="{BCE79480-6217-4B58-96B8-DFABB13BCB10}">
      <dgm:prSet phldrT="[Text]" custT="1"/>
      <dgm:spPr/>
      <dgm:t>
        <a:bodyPr/>
        <a:lstStyle/>
        <a:p>
          <a:r>
            <a:rPr lang="es-CO" sz="1600"/>
            <a:t>Decisiones que toma</a:t>
          </a:r>
        </a:p>
      </dgm:t>
    </dgm:pt>
    <dgm:pt modelId="{83DCDFC4-4D6B-416B-A71A-9B036A44E7E9}" type="parTrans" cxnId="{9305314A-3361-42F6-99C0-AF41CF808812}">
      <dgm:prSet/>
      <dgm:spPr/>
      <dgm:t>
        <a:bodyPr/>
        <a:lstStyle/>
        <a:p>
          <a:endParaRPr lang="es-CO"/>
        </a:p>
      </dgm:t>
    </dgm:pt>
    <dgm:pt modelId="{590A07B4-39ED-4572-BB62-5CFF9039821A}" type="sibTrans" cxnId="{9305314A-3361-42F6-99C0-AF41CF808812}">
      <dgm:prSet/>
      <dgm:spPr/>
      <dgm:t>
        <a:bodyPr/>
        <a:lstStyle/>
        <a:p>
          <a:endParaRPr lang="es-CO"/>
        </a:p>
      </dgm:t>
    </dgm:pt>
    <dgm:pt modelId="{A8489C4C-7D72-4AB4-BD1A-7DA763F732CB}" type="pres">
      <dgm:prSet presAssocID="{EC56C0D3-A333-4C63-9C35-618B416B67E5}" presName="Name0" presStyleCnt="0">
        <dgm:presLayoutVars>
          <dgm:dir/>
          <dgm:animLvl val="lvl"/>
          <dgm:resizeHandles val="exact"/>
        </dgm:presLayoutVars>
      </dgm:prSet>
      <dgm:spPr/>
    </dgm:pt>
    <dgm:pt modelId="{96A364AC-29CB-472D-94BC-D2C3C4838938}" type="pres">
      <dgm:prSet presAssocID="{EC56C0D3-A333-4C63-9C35-618B416B67E5}" presName="tSp" presStyleCnt="0"/>
      <dgm:spPr/>
    </dgm:pt>
    <dgm:pt modelId="{3E41EBAB-FD10-4F86-8F48-FC9233EE593F}" type="pres">
      <dgm:prSet presAssocID="{EC56C0D3-A333-4C63-9C35-618B416B67E5}" presName="bSp" presStyleCnt="0"/>
      <dgm:spPr/>
    </dgm:pt>
    <dgm:pt modelId="{2AC0EDCC-F902-447F-9BEA-A2B64B209D00}" type="pres">
      <dgm:prSet presAssocID="{EC56C0D3-A333-4C63-9C35-618B416B67E5}" presName="process" presStyleCnt="0"/>
      <dgm:spPr/>
    </dgm:pt>
    <dgm:pt modelId="{5AB16EE5-F16D-4A12-B86E-4CC600D0D703}" type="pres">
      <dgm:prSet presAssocID="{57E786D1-19A0-454D-AFFE-7B78B81E3067}" presName="composite1" presStyleCnt="0"/>
      <dgm:spPr/>
    </dgm:pt>
    <dgm:pt modelId="{3D7E6664-AF01-49E7-951B-CB6C85C6B2B5}" type="pres">
      <dgm:prSet presAssocID="{57E786D1-19A0-454D-AFFE-7B78B81E3067}" presName="dummyNode1" presStyleLbl="node1" presStyleIdx="0" presStyleCnt="4"/>
      <dgm:spPr/>
    </dgm:pt>
    <dgm:pt modelId="{820A576B-49CD-4ADB-9571-2D5555F9D383}" type="pres">
      <dgm:prSet presAssocID="{57E786D1-19A0-454D-AFFE-7B78B81E3067}" presName="childNode1" presStyleLbl="bgAcc1" presStyleIdx="0" presStyleCnt="4" custScaleX="116684" custScaleY="134605">
        <dgm:presLayoutVars>
          <dgm:bulletEnabled val="1"/>
        </dgm:presLayoutVars>
      </dgm:prSet>
      <dgm:spPr/>
    </dgm:pt>
    <dgm:pt modelId="{155D411B-F0C1-4673-B4FD-62CF1FBA01C9}" type="pres">
      <dgm:prSet presAssocID="{57E786D1-19A0-454D-AFFE-7B78B81E3067}" presName="childNode1tx" presStyleLbl="bgAcc1" presStyleIdx="0" presStyleCnt="4">
        <dgm:presLayoutVars>
          <dgm:bulletEnabled val="1"/>
        </dgm:presLayoutVars>
      </dgm:prSet>
      <dgm:spPr/>
    </dgm:pt>
    <dgm:pt modelId="{8B184F43-5FCC-45A2-B0CB-9F026FCC8DF0}" type="pres">
      <dgm:prSet presAssocID="{57E786D1-19A0-454D-AFFE-7B78B81E3067}" presName="parentNode1" presStyleLbl="node1" presStyleIdx="0" presStyleCnt="4" custLinFactNeighborX="-23620" custLinFactNeighborY="29092">
        <dgm:presLayoutVars>
          <dgm:chMax val="1"/>
          <dgm:bulletEnabled val="1"/>
        </dgm:presLayoutVars>
      </dgm:prSet>
      <dgm:spPr/>
    </dgm:pt>
    <dgm:pt modelId="{C61F82EC-AC3E-4767-8072-7BBC4DA5A878}" type="pres">
      <dgm:prSet presAssocID="{57E786D1-19A0-454D-AFFE-7B78B81E3067}" presName="connSite1" presStyleCnt="0"/>
      <dgm:spPr/>
    </dgm:pt>
    <dgm:pt modelId="{FEC3521D-C948-4B84-8408-68633D9B1575}" type="pres">
      <dgm:prSet presAssocID="{417CBAE7-A02E-4B75-98C7-A4C313673957}" presName="Name9" presStyleLbl="sibTrans2D1" presStyleIdx="0" presStyleCnt="3"/>
      <dgm:spPr/>
    </dgm:pt>
    <dgm:pt modelId="{55139C81-B2C5-47DE-A465-9E6214F3FB93}" type="pres">
      <dgm:prSet presAssocID="{3A748501-BABA-4793-8416-F50E973F420B}" presName="composite2" presStyleCnt="0"/>
      <dgm:spPr/>
    </dgm:pt>
    <dgm:pt modelId="{949A7C28-2255-4033-93CE-A401EFA36E55}" type="pres">
      <dgm:prSet presAssocID="{3A748501-BABA-4793-8416-F50E973F420B}" presName="dummyNode2" presStyleLbl="node1" presStyleIdx="0" presStyleCnt="4"/>
      <dgm:spPr/>
    </dgm:pt>
    <dgm:pt modelId="{9AA55983-150B-4086-85AF-DABC33479B06}" type="pres">
      <dgm:prSet presAssocID="{3A748501-BABA-4793-8416-F50E973F420B}" presName="childNode2" presStyleLbl="bgAcc1" presStyleIdx="1" presStyleCnt="4" custScaleX="119797" custScaleY="116394">
        <dgm:presLayoutVars>
          <dgm:bulletEnabled val="1"/>
        </dgm:presLayoutVars>
      </dgm:prSet>
      <dgm:spPr/>
    </dgm:pt>
    <dgm:pt modelId="{C6E66FD7-D399-4DB0-B150-7DA8957BFC55}" type="pres">
      <dgm:prSet presAssocID="{3A748501-BABA-4793-8416-F50E973F420B}" presName="childNode2tx" presStyleLbl="bgAcc1" presStyleIdx="1" presStyleCnt="4">
        <dgm:presLayoutVars>
          <dgm:bulletEnabled val="1"/>
        </dgm:presLayoutVars>
      </dgm:prSet>
      <dgm:spPr/>
    </dgm:pt>
    <dgm:pt modelId="{C6E84FAA-B646-47F8-931D-28EFD271F3DB}" type="pres">
      <dgm:prSet presAssocID="{3A748501-BABA-4793-8416-F50E973F420B}" presName="parentNode2" presStyleLbl="node1" presStyleIdx="1" presStyleCnt="4">
        <dgm:presLayoutVars>
          <dgm:chMax val="0"/>
          <dgm:bulletEnabled val="1"/>
        </dgm:presLayoutVars>
      </dgm:prSet>
      <dgm:spPr/>
    </dgm:pt>
    <dgm:pt modelId="{67994A2F-69D8-4939-A0B3-F7A9ADD5DB49}" type="pres">
      <dgm:prSet presAssocID="{3A748501-BABA-4793-8416-F50E973F420B}" presName="connSite2" presStyleCnt="0"/>
      <dgm:spPr/>
    </dgm:pt>
    <dgm:pt modelId="{E34D8FFF-D2CE-407A-847D-C4DB022F7712}" type="pres">
      <dgm:prSet presAssocID="{A9022ED6-0D86-4909-9B7C-E5CDCFE38D79}" presName="Name18" presStyleLbl="sibTrans2D1" presStyleIdx="1" presStyleCnt="3"/>
      <dgm:spPr/>
    </dgm:pt>
    <dgm:pt modelId="{1BD72D23-1ACC-44E0-AE4B-91A83776C80F}" type="pres">
      <dgm:prSet presAssocID="{E9A5A311-6A18-41B8-A4C5-820C6E559731}" presName="composite1" presStyleCnt="0"/>
      <dgm:spPr/>
    </dgm:pt>
    <dgm:pt modelId="{BE142F19-BDDE-4AFC-AAC8-54FFFD22450D}" type="pres">
      <dgm:prSet presAssocID="{E9A5A311-6A18-41B8-A4C5-820C6E559731}" presName="dummyNode1" presStyleLbl="node1" presStyleIdx="1" presStyleCnt="4"/>
      <dgm:spPr/>
    </dgm:pt>
    <dgm:pt modelId="{C727B6A1-03E8-44A3-AFCC-B4BF85BCF064}" type="pres">
      <dgm:prSet presAssocID="{E9A5A311-6A18-41B8-A4C5-820C6E559731}" presName="childNode1" presStyleLbl="bgAcc1" presStyleIdx="2" presStyleCnt="4">
        <dgm:presLayoutVars>
          <dgm:bulletEnabled val="1"/>
        </dgm:presLayoutVars>
      </dgm:prSet>
      <dgm:spPr/>
    </dgm:pt>
    <dgm:pt modelId="{E5FFA0F1-464B-455C-85FD-DE2FB5A1D7E0}" type="pres">
      <dgm:prSet presAssocID="{E9A5A311-6A18-41B8-A4C5-820C6E559731}" presName="childNode1tx" presStyleLbl="bgAcc1" presStyleIdx="2" presStyleCnt="4">
        <dgm:presLayoutVars>
          <dgm:bulletEnabled val="1"/>
        </dgm:presLayoutVars>
      </dgm:prSet>
      <dgm:spPr/>
    </dgm:pt>
    <dgm:pt modelId="{F24D3251-EA37-446F-9EB1-E33C6B0C42D4}" type="pres">
      <dgm:prSet presAssocID="{E9A5A311-6A18-41B8-A4C5-820C6E559731}" presName="parentNode1" presStyleLbl="node1" presStyleIdx="2" presStyleCnt="4">
        <dgm:presLayoutVars>
          <dgm:chMax val="1"/>
          <dgm:bulletEnabled val="1"/>
        </dgm:presLayoutVars>
      </dgm:prSet>
      <dgm:spPr/>
    </dgm:pt>
    <dgm:pt modelId="{DFFBF902-5C9F-430B-8AAC-6550E530492B}" type="pres">
      <dgm:prSet presAssocID="{E9A5A311-6A18-41B8-A4C5-820C6E559731}" presName="connSite1" presStyleCnt="0"/>
      <dgm:spPr/>
    </dgm:pt>
    <dgm:pt modelId="{5998D767-CCB7-4BEB-9AAA-94729426F7CA}" type="pres">
      <dgm:prSet presAssocID="{519B3E8E-8D72-4ED1-A3A2-33E0427EF839}" presName="Name9" presStyleLbl="sibTrans2D1" presStyleIdx="2" presStyleCnt="3"/>
      <dgm:spPr/>
    </dgm:pt>
    <dgm:pt modelId="{3E3D42FD-D670-46CD-96A8-B0774D7B6D8E}" type="pres">
      <dgm:prSet presAssocID="{79C6ACBE-E19F-4E3B-B1D6-8AE118229F51}" presName="composite2" presStyleCnt="0"/>
      <dgm:spPr/>
    </dgm:pt>
    <dgm:pt modelId="{C0D23CCC-6FDD-4ABF-B438-29211F2065B7}" type="pres">
      <dgm:prSet presAssocID="{79C6ACBE-E19F-4E3B-B1D6-8AE118229F51}" presName="dummyNode2" presStyleLbl="node1" presStyleIdx="2" presStyleCnt="4"/>
      <dgm:spPr/>
    </dgm:pt>
    <dgm:pt modelId="{6B538D61-3A55-4488-BBFD-C6B9C908B8CB}" type="pres">
      <dgm:prSet presAssocID="{79C6ACBE-E19F-4E3B-B1D6-8AE118229F51}" presName="childNode2" presStyleLbl="bgAcc1" presStyleIdx="3" presStyleCnt="4">
        <dgm:presLayoutVars>
          <dgm:bulletEnabled val="1"/>
        </dgm:presLayoutVars>
      </dgm:prSet>
      <dgm:spPr/>
    </dgm:pt>
    <dgm:pt modelId="{9323AF8B-7311-451B-83FF-A955A7066F18}" type="pres">
      <dgm:prSet presAssocID="{79C6ACBE-E19F-4E3B-B1D6-8AE118229F51}" presName="childNode2tx" presStyleLbl="bgAcc1" presStyleIdx="3" presStyleCnt="4">
        <dgm:presLayoutVars>
          <dgm:bulletEnabled val="1"/>
        </dgm:presLayoutVars>
      </dgm:prSet>
      <dgm:spPr/>
    </dgm:pt>
    <dgm:pt modelId="{16B30115-7A97-4B14-B291-33BBE7D3B53E}" type="pres">
      <dgm:prSet presAssocID="{79C6ACBE-E19F-4E3B-B1D6-8AE118229F51}" presName="parentNode2" presStyleLbl="node1" presStyleIdx="3" presStyleCnt="4">
        <dgm:presLayoutVars>
          <dgm:chMax val="0"/>
          <dgm:bulletEnabled val="1"/>
        </dgm:presLayoutVars>
      </dgm:prSet>
      <dgm:spPr/>
    </dgm:pt>
    <dgm:pt modelId="{67CD5885-3230-487A-B803-FDD1E57C291B}" type="pres">
      <dgm:prSet presAssocID="{79C6ACBE-E19F-4E3B-B1D6-8AE118229F51}" presName="connSite2" presStyleCnt="0"/>
      <dgm:spPr/>
    </dgm:pt>
  </dgm:ptLst>
  <dgm:cxnLst>
    <dgm:cxn modelId="{DE3F9104-0D3C-494A-88B6-1D2600E988E0}" type="presOf" srcId="{79C6ACBE-E19F-4E3B-B1D6-8AE118229F51}" destId="{16B30115-7A97-4B14-B291-33BBE7D3B53E}" srcOrd="0" destOrd="0" presId="urn:microsoft.com/office/officeart/2005/8/layout/hProcess4"/>
    <dgm:cxn modelId="{8F43900D-C05E-4C74-B9BA-A1EC328AC6BD}" type="presOf" srcId="{1B3E20A3-2BDB-4547-A79E-13EBEEF68FFB}" destId="{9AA55983-150B-4086-85AF-DABC33479B06}" srcOrd="0" destOrd="2" presId="urn:microsoft.com/office/officeart/2005/8/layout/hProcess4"/>
    <dgm:cxn modelId="{F0F1530E-A807-49C0-BD10-C364B1D71723}" srcId="{79C6ACBE-E19F-4E3B-B1D6-8AE118229F51}" destId="{23503A90-CCDE-47A3-92B1-0294573E0073}" srcOrd="0" destOrd="0" parTransId="{92BB3001-C66E-43F3-9B21-0F6CCD24C7D6}" sibTransId="{EE163889-9CDB-4E29-A0C8-A4BAF14219C1}"/>
    <dgm:cxn modelId="{F2CF9F0F-2C2B-4AD1-9A22-A951A2781F3B}" type="presOf" srcId="{6A3E2312-7448-4BEB-B103-0B1A6568D2FB}" destId="{C6E66FD7-D399-4DB0-B150-7DA8957BFC55}" srcOrd="1" destOrd="0" presId="urn:microsoft.com/office/officeart/2005/8/layout/hProcess4"/>
    <dgm:cxn modelId="{D478B612-221B-47F3-963F-7C53EB40BFFF}" srcId="{3A748501-BABA-4793-8416-F50E973F420B}" destId="{1B3E20A3-2BDB-4547-A79E-13EBEEF68FFB}" srcOrd="2" destOrd="0" parTransId="{E0DDD3D4-A896-4059-B569-D3115EEC01F1}" sibTransId="{DF29A009-77F9-4F2F-B672-6DD7FC974765}"/>
    <dgm:cxn modelId="{9342B113-CD4F-4704-AF54-295875BF27C4}" type="presOf" srcId="{10246F5C-1123-4DDD-A88C-22087B368725}" destId="{6B538D61-3A55-4488-BBFD-C6B9C908B8CB}" srcOrd="0" destOrd="2" presId="urn:microsoft.com/office/officeart/2005/8/layout/hProcess4"/>
    <dgm:cxn modelId="{5670B61C-2717-4067-97AA-1D99104554FA}" type="presOf" srcId="{BCE79480-6217-4B58-96B8-DFABB13BCB10}" destId="{155D411B-F0C1-4673-B4FD-62CF1FBA01C9}" srcOrd="1" destOrd="1" presId="urn:microsoft.com/office/officeart/2005/8/layout/hProcess4"/>
    <dgm:cxn modelId="{18657222-7B03-4E5E-A268-7F1C3F70A7AD}" srcId="{3A748501-BABA-4793-8416-F50E973F420B}" destId="{6A3E2312-7448-4BEB-B103-0B1A6568D2FB}" srcOrd="0" destOrd="0" parTransId="{FC839595-F7A6-499A-9125-A05CAE58C0F0}" sibTransId="{001803FD-FF01-4818-A28E-FE7E9067FDE8}"/>
    <dgm:cxn modelId="{CE960223-DEFF-4D89-AFAC-7F7F826D010E}" type="presOf" srcId="{6A3E2312-7448-4BEB-B103-0B1A6568D2FB}" destId="{9AA55983-150B-4086-85AF-DABC33479B06}" srcOrd="0" destOrd="0" presId="urn:microsoft.com/office/officeart/2005/8/layout/hProcess4"/>
    <dgm:cxn modelId="{D5223527-B6DA-4049-B66A-40D50DB1A616}" type="presOf" srcId="{FF50EE35-8899-47C4-9444-86990EEA75A6}" destId="{E5FFA0F1-464B-455C-85FD-DE2FB5A1D7E0}" srcOrd="1" destOrd="0" presId="urn:microsoft.com/office/officeart/2005/8/layout/hProcess4"/>
    <dgm:cxn modelId="{E9160E28-3A09-4E05-A592-EF9E96D8B520}" type="presOf" srcId="{E9A5A311-6A18-41B8-A4C5-820C6E559731}" destId="{F24D3251-EA37-446F-9EB1-E33C6B0C42D4}" srcOrd="0" destOrd="0" presId="urn:microsoft.com/office/officeart/2005/8/layout/hProcess4"/>
    <dgm:cxn modelId="{AF7BFC35-F93F-478B-8C6B-F38D9C9214E3}" srcId="{EC56C0D3-A333-4C63-9C35-618B416B67E5}" destId="{3A748501-BABA-4793-8416-F50E973F420B}" srcOrd="1" destOrd="0" parTransId="{C10FB744-104E-47BE-B868-7BF7173237F1}" sibTransId="{A9022ED6-0D86-4909-9B7C-E5CDCFE38D79}"/>
    <dgm:cxn modelId="{A8B2E93B-DB23-4316-9191-6CFF1858DFF9}" srcId="{E9A5A311-6A18-41B8-A4C5-820C6E559731}" destId="{1EF4F1FC-1520-4382-BF23-B7C7A5807CC1}" srcOrd="1" destOrd="0" parTransId="{D46F8134-6240-4245-9A16-220E48A51F87}" sibTransId="{BBEF218F-C6FC-4B7D-9BDE-8EFB57FA5092}"/>
    <dgm:cxn modelId="{A4F91D3D-EA7A-4133-932F-1B41435E1602}" type="presOf" srcId="{2EBA4C26-904C-40CB-82B7-E1A700E7BB6D}" destId="{820A576B-49CD-4ADB-9571-2D5555F9D383}" srcOrd="0" destOrd="2" presId="urn:microsoft.com/office/officeart/2005/8/layout/hProcess4"/>
    <dgm:cxn modelId="{FFF7303E-B28D-4EE0-99A5-B89EAA7E349A}" type="presOf" srcId="{28646F93-A5F9-4591-A917-62FBC48644A1}" destId="{9AA55983-150B-4086-85AF-DABC33479B06}" srcOrd="0" destOrd="1" presId="urn:microsoft.com/office/officeart/2005/8/layout/hProcess4"/>
    <dgm:cxn modelId="{137F895B-54C7-4C4A-A7E1-9FAC864C8C50}" type="presOf" srcId="{75FD2E88-CE0D-4082-B757-F1CE6E58E45A}" destId="{9323AF8B-7311-451B-83FF-A955A7066F18}" srcOrd="1" destOrd="1" presId="urn:microsoft.com/office/officeart/2005/8/layout/hProcess4"/>
    <dgm:cxn modelId="{C010855E-A54D-4CD9-AA24-C46982BDD995}" srcId="{3A748501-BABA-4793-8416-F50E973F420B}" destId="{28646F93-A5F9-4591-A917-62FBC48644A1}" srcOrd="1" destOrd="0" parTransId="{341D9D26-E502-495C-8804-EA45579CABF7}" sibTransId="{486C1186-66B4-4D34-BB5F-A55689AEDD5B}"/>
    <dgm:cxn modelId="{9305314A-3361-42F6-99C0-AF41CF808812}" srcId="{57E786D1-19A0-454D-AFFE-7B78B81E3067}" destId="{BCE79480-6217-4B58-96B8-DFABB13BCB10}" srcOrd="1" destOrd="0" parTransId="{83DCDFC4-4D6B-416B-A71A-9B036A44E7E9}" sibTransId="{590A07B4-39ED-4572-BB62-5CFF9039821A}"/>
    <dgm:cxn modelId="{381FE74D-08CD-4A46-A893-CBB014216D4B}" type="presOf" srcId="{A9022ED6-0D86-4909-9B7C-E5CDCFE38D79}" destId="{E34D8FFF-D2CE-407A-847D-C4DB022F7712}" srcOrd="0" destOrd="0" presId="urn:microsoft.com/office/officeart/2005/8/layout/hProcess4"/>
    <dgm:cxn modelId="{CE5D9552-0368-4672-BAA6-C10EFFF6F4C9}" srcId="{EC56C0D3-A333-4C63-9C35-618B416B67E5}" destId="{E9A5A311-6A18-41B8-A4C5-820C6E559731}" srcOrd="2" destOrd="0" parTransId="{E3685105-2506-41AD-873F-5D1570022382}" sibTransId="{519B3E8E-8D72-4ED1-A3A2-33E0427EF839}"/>
    <dgm:cxn modelId="{3BB5F454-CCB7-4895-AA4A-B545C26EA964}" type="presOf" srcId="{2EBA4C26-904C-40CB-82B7-E1A700E7BB6D}" destId="{155D411B-F0C1-4673-B4FD-62CF1FBA01C9}" srcOrd="1" destOrd="2" presId="urn:microsoft.com/office/officeart/2005/8/layout/hProcess4"/>
    <dgm:cxn modelId="{B2B47556-4319-4A06-B3C5-9879E4D151D6}" type="presOf" srcId="{6F7DF7A2-38A4-4F3C-8C32-27A6C66EC8C7}" destId="{E5FFA0F1-464B-455C-85FD-DE2FB5A1D7E0}" srcOrd="1" destOrd="2" presId="urn:microsoft.com/office/officeart/2005/8/layout/hProcess4"/>
    <dgm:cxn modelId="{2540D756-B9BB-44AD-85AA-6E03C6AA1BD5}" srcId="{EC56C0D3-A333-4C63-9C35-618B416B67E5}" destId="{57E786D1-19A0-454D-AFFE-7B78B81E3067}" srcOrd="0" destOrd="0" parTransId="{31A4A1C7-8DA8-43FF-A4D1-6B99B6EDC618}" sibTransId="{417CBAE7-A02E-4B75-98C7-A4C313673957}"/>
    <dgm:cxn modelId="{7CC95D7C-471D-4ADC-8F03-71ED99C2397D}" type="presOf" srcId="{1EF4F1FC-1520-4382-BF23-B7C7A5807CC1}" destId="{C727B6A1-03E8-44A3-AFCC-B4BF85BCF064}" srcOrd="0" destOrd="1" presId="urn:microsoft.com/office/officeart/2005/8/layout/hProcess4"/>
    <dgm:cxn modelId="{BAD18F82-5613-451F-B18A-E3C97FC6BC7A}" srcId="{57E786D1-19A0-454D-AFFE-7B78B81E3067}" destId="{2EBA4C26-904C-40CB-82B7-E1A700E7BB6D}" srcOrd="2" destOrd="0" parTransId="{DE85B62A-07F5-4D66-A061-DCA74659EE14}" sibTransId="{6F9F7848-03ED-4D33-9248-9A951D1CE0E9}"/>
    <dgm:cxn modelId="{CC87F582-EBE8-45E1-862A-3B3FEAF0A85E}" srcId="{79C6ACBE-E19F-4E3B-B1D6-8AE118229F51}" destId="{10246F5C-1123-4DDD-A88C-22087B368725}" srcOrd="2" destOrd="0" parTransId="{76BD9219-3694-448E-BC1B-75CC4D43A335}" sibTransId="{AFCE9408-9C82-451B-906D-C6BBD9C819C0}"/>
    <dgm:cxn modelId="{18C61883-9763-42CB-BAB2-7B0EB059ABCF}" type="presOf" srcId="{BAA26A2B-5615-4058-A9D7-4398A577D204}" destId="{820A576B-49CD-4ADB-9571-2D5555F9D383}" srcOrd="0" destOrd="0" presId="urn:microsoft.com/office/officeart/2005/8/layout/hProcess4"/>
    <dgm:cxn modelId="{1433B98B-727F-4C42-B757-FC0307A54717}" type="presOf" srcId="{417CBAE7-A02E-4B75-98C7-A4C313673957}" destId="{FEC3521D-C948-4B84-8408-68633D9B1575}" srcOrd="0" destOrd="0" presId="urn:microsoft.com/office/officeart/2005/8/layout/hProcess4"/>
    <dgm:cxn modelId="{6EB0B18E-59A5-4E8A-B3CD-1E2AD50435A8}" srcId="{E9A5A311-6A18-41B8-A4C5-820C6E559731}" destId="{6F7DF7A2-38A4-4F3C-8C32-27A6C66EC8C7}" srcOrd="2" destOrd="0" parTransId="{7CD592F1-E5AB-42AF-9426-F4D5FD6A0E63}" sibTransId="{DC5416B9-F7DD-4408-9D7F-9BBE4107015C}"/>
    <dgm:cxn modelId="{2A45788F-DC08-4E7D-94C7-108A218B448C}" type="presOf" srcId="{3A748501-BABA-4793-8416-F50E973F420B}" destId="{C6E84FAA-B646-47F8-931D-28EFD271F3DB}" srcOrd="0" destOrd="0" presId="urn:microsoft.com/office/officeart/2005/8/layout/hProcess4"/>
    <dgm:cxn modelId="{A49A1294-D519-4F55-80CA-074113A23F6F}" type="presOf" srcId="{FF50EE35-8899-47C4-9444-86990EEA75A6}" destId="{C727B6A1-03E8-44A3-AFCC-B4BF85BCF064}" srcOrd="0" destOrd="0" presId="urn:microsoft.com/office/officeart/2005/8/layout/hProcess4"/>
    <dgm:cxn modelId="{4AD80096-D3F6-4DB3-BD7E-B0B094CC2D84}" type="presOf" srcId="{519B3E8E-8D72-4ED1-A3A2-33E0427EF839}" destId="{5998D767-CCB7-4BEB-9AAA-94729426F7CA}" srcOrd="0" destOrd="0" presId="urn:microsoft.com/office/officeart/2005/8/layout/hProcess4"/>
    <dgm:cxn modelId="{DF699396-3765-49BB-9D36-1CA1AD146AB4}" type="presOf" srcId="{BAA26A2B-5615-4058-A9D7-4398A577D204}" destId="{155D411B-F0C1-4673-B4FD-62CF1FBA01C9}" srcOrd="1" destOrd="0" presId="urn:microsoft.com/office/officeart/2005/8/layout/hProcess4"/>
    <dgm:cxn modelId="{191DF89B-D6AA-47B7-B36F-B86516B1D860}" srcId="{79C6ACBE-E19F-4E3B-B1D6-8AE118229F51}" destId="{75FD2E88-CE0D-4082-B757-F1CE6E58E45A}" srcOrd="1" destOrd="0" parTransId="{E1E9D321-0187-4A15-A00E-66BC707764E1}" sibTransId="{1198029B-7280-40AC-9B20-4A8E6FC1A85C}"/>
    <dgm:cxn modelId="{119EF4A1-6DD4-4093-AA38-04BE334CBF08}" type="presOf" srcId="{1EF4F1FC-1520-4382-BF23-B7C7A5807CC1}" destId="{E5FFA0F1-464B-455C-85FD-DE2FB5A1D7E0}" srcOrd="1" destOrd="1" presId="urn:microsoft.com/office/officeart/2005/8/layout/hProcess4"/>
    <dgm:cxn modelId="{065F27A4-4069-444C-84ED-E75765D3A6B2}" srcId="{EC56C0D3-A333-4C63-9C35-618B416B67E5}" destId="{79C6ACBE-E19F-4E3B-B1D6-8AE118229F51}" srcOrd="3" destOrd="0" parTransId="{AFEB4C06-A550-4187-9FB4-88D4906E7C72}" sibTransId="{5DB50DA5-356D-4D2D-884C-3B033AD600C4}"/>
    <dgm:cxn modelId="{94DF08AE-D1BA-40AB-AB6F-CB0403625323}" srcId="{57E786D1-19A0-454D-AFFE-7B78B81E3067}" destId="{BAA26A2B-5615-4058-A9D7-4398A577D204}" srcOrd="0" destOrd="0" parTransId="{ED421F66-16E4-4B92-824E-C4451FB594D4}" sibTransId="{B36514ED-FDA2-4AEA-83BF-89AA021CF4E5}"/>
    <dgm:cxn modelId="{66E350B0-7D1E-4539-B8CC-23A7567A494C}" type="presOf" srcId="{EC56C0D3-A333-4C63-9C35-618B416B67E5}" destId="{A8489C4C-7D72-4AB4-BD1A-7DA763F732CB}" srcOrd="0" destOrd="0" presId="urn:microsoft.com/office/officeart/2005/8/layout/hProcess4"/>
    <dgm:cxn modelId="{047F3AB5-29A6-4B05-8BC7-F514759A34DE}" type="presOf" srcId="{57E786D1-19A0-454D-AFFE-7B78B81E3067}" destId="{8B184F43-5FCC-45A2-B0CB-9F026FCC8DF0}" srcOrd="0" destOrd="0" presId="urn:microsoft.com/office/officeart/2005/8/layout/hProcess4"/>
    <dgm:cxn modelId="{ECE8A7B8-756F-45A9-A989-528FCDB6FC0F}" type="presOf" srcId="{BCE79480-6217-4B58-96B8-DFABB13BCB10}" destId="{820A576B-49CD-4ADB-9571-2D5555F9D383}" srcOrd="0" destOrd="1" presId="urn:microsoft.com/office/officeart/2005/8/layout/hProcess4"/>
    <dgm:cxn modelId="{9FBEC4C5-2FA5-4AD4-9E34-23FDB43EB515}" type="presOf" srcId="{75FD2E88-CE0D-4082-B757-F1CE6E58E45A}" destId="{6B538D61-3A55-4488-BBFD-C6B9C908B8CB}" srcOrd="0" destOrd="1" presId="urn:microsoft.com/office/officeart/2005/8/layout/hProcess4"/>
    <dgm:cxn modelId="{8BCDEFDB-BD23-437D-A320-1121CA9D2CBF}" type="presOf" srcId="{1B3E20A3-2BDB-4547-A79E-13EBEEF68FFB}" destId="{C6E66FD7-D399-4DB0-B150-7DA8957BFC55}" srcOrd="1" destOrd="2" presId="urn:microsoft.com/office/officeart/2005/8/layout/hProcess4"/>
    <dgm:cxn modelId="{214185E1-15BF-4977-9B68-B0F7F69A00A1}" type="presOf" srcId="{28646F93-A5F9-4591-A917-62FBC48644A1}" destId="{C6E66FD7-D399-4DB0-B150-7DA8957BFC55}" srcOrd="1" destOrd="1" presId="urn:microsoft.com/office/officeart/2005/8/layout/hProcess4"/>
    <dgm:cxn modelId="{E4396EE3-6FBC-4B22-B185-C0ABD7D1AC2F}" type="presOf" srcId="{6F7DF7A2-38A4-4F3C-8C32-27A6C66EC8C7}" destId="{C727B6A1-03E8-44A3-AFCC-B4BF85BCF064}" srcOrd="0" destOrd="2" presId="urn:microsoft.com/office/officeart/2005/8/layout/hProcess4"/>
    <dgm:cxn modelId="{758DE2E5-6FE9-49A7-9A28-CF0FCFF229C5}" type="presOf" srcId="{23503A90-CCDE-47A3-92B1-0294573E0073}" destId="{9323AF8B-7311-451B-83FF-A955A7066F18}" srcOrd="1" destOrd="0" presId="urn:microsoft.com/office/officeart/2005/8/layout/hProcess4"/>
    <dgm:cxn modelId="{6DC5E9F1-E934-4F7A-A0CE-274619595D08}" type="presOf" srcId="{23503A90-CCDE-47A3-92B1-0294573E0073}" destId="{6B538D61-3A55-4488-BBFD-C6B9C908B8CB}" srcOrd="0" destOrd="0" presId="urn:microsoft.com/office/officeart/2005/8/layout/hProcess4"/>
    <dgm:cxn modelId="{FCB0FEFC-2C66-454F-B028-EA544B5F9E13}" srcId="{E9A5A311-6A18-41B8-A4C5-820C6E559731}" destId="{FF50EE35-8899-47C4-9444-86990EEA75A6}" srcOrd="0" destOrd="0" parTransId="{B847BFDC-6DD7-4C53-8430-3597AFEAE41C}" sibTransId="{5FDBA1E9-DCC2-496A-9B15-00DAF2E7533C}"/>
    <dgm:cxn modelId="{F3738CFD-8F73-4AFE-AD74-0866F2DEFDDB}" type="presOf" srcId="{10246F5C-1123-4DDD-A88C-22087B368725}" destId="{9323AF8B-7311-451B-83FF-A955A7066F18}" srcOrd="1" destOrd="2" presId="urn:microsoft.com/office/officeart/2005/8/layout/hProcess4"/>
    <dgm:cxn modelId="{57E80D6A-4281-405B-B631-20C3FE4399BA}" type="presParOf" srcId="{A8489C4C-7D72-4AB4-BD1A-7DA763F732CB}" destId="{96A364AC-29CB-472D-94BC-D2C3C4838938}" srcOrd="0" destOrd="0" presId="urn:microsoft.com/office/officeart/2005/8/layout/hProcess4"/>
    <dgm:cxn modelId="{9609C12C-9C23-4C02-A820-792824D48239}" type="presParOf" srcId="{A8489C4C-7D72-4AB4-BD1A-7DA763F732CB}" destId="{3E41EBAB-FD10-4F86-8F48-FC9233EE593F}" srcOrd="1" destOrd="0" presId="urn:microsoft.com/office/officeart/2005/8/layout/hProcess4"/>
    <dgm:cxn modelId="{85877136-E23C-4CFB-94A9-06B233A192A3}" type="presParOf" srcId="{A8489C4C-7D72-4AB4-BD1A-7DA763F732CB}" destId="{2AC0EDCC-F902-447F-9BEA-A2B64B209D00}" srcOrd="2" destOrd="0" presId="urn:microsoft.com/office/officeart/2005/8/layout/hProcess4"/>
    <dgm:cxn modelId="{2599E2DA-402E-47F0-A164-77E7E0EAEA64}" type="presParOf" srcId="{2AC0EDCC-F902-447F-9BEA-A2B64B209D00}" destId="{5AB16EE5-F16D-4A12-B86E-4CC600D0D703}" srcOrd="0" destOrd="0" presId="urn:microsoft.com/office/officeart/2005/8/layout/hProcess4"/>
    <dgm:cxn modelId="{EE2D5277-168E-478F-8040-A5F55DDB20D8}" type="presParOf" srcId="{5AB16EE5-F16D-4A12-B86E-4CC600D0D703}" destId="{3D7E6664-AF01-49E7-951B-CB6C85C6B2B5}" srcOrd="0" destOrd="0" presId="urn:microsoft.com/office/officeart/2005/8/layout/hProcess4"/>
    <dgm:cxn modelId="{48AAA556-1C27-4F66-8534-85A240F4F168}" type="presParOf" srcId="{5AB16EE5-F16D-4A12-B86E-4CC600D0D703}" destId="{820A576B-49CD-4ADB-9571-2D5555F9D383}" srcOrd="1" destOrd="0" presId="urn:microsoft.com/office/officeart/2005/8/layout/hProcess4"/>
    <dgm:cxn modelId="{ABE9BE64-9D36-4871-8B53-C5E4B7ECF044}" type="presParOf" srcId="{5AB16EE5-F16D-4A12-B86E-4CC600D0D703}" destId="{155D411B-F0C1-4673-B4FD-62CF1FBA01C9}" srcOrd="2" destOrd="0" presId="urn:microsoft.com/office/officeart/2005/8/layout/hProcess4"/>
    <dgm:cxn modelId="{DCB63DFF-8B8D-47A6-BB06-C721C48F5834}" type="presParOf" srcId="{5AB16EE5-F16D-4A12-B86E-4CC600D0D703}" destId="{8B184F43-5FCC-45A2-B0CB-9F026FCC8DF0}" srcOrd="3" destOrd="0" presId="urn:microsoft.com/office/officeart/2005/8/layout/hProcess4"/>
    <dgm:cxn modelId="{43E08630-4252-4018-996B-F8DED308FB41}" type="presParOf" srcId="{5AB16EE5-F16D-4A12-B86E-4CC600D0D703}" destId="{C61F82EC-AC3E-4767-8072-7BBC4DA5A878}" srcOrd="4" destOrd="0" presId="urn:microsoft.com/office/officeart/2005/8/layout/hProcess4"/>
    <dgm:cxn modelId="{697E4ABF-6F7E-4C8B-9579-03A62C176C0B}" type="presParOf" srcId="{2AC0EDCC-F902-447F-9BEA-A2B64B209D00}" destId="{FEC3521D-C948-4B84-8408-68633D9B1575}" srcOrd="1" destOrd="0" presId="urn:microsoft.com/office/officeart/2005/8/layout/hProcess4"/>
    <dgm:cxn modelId="{AFEC515E-55EE-4891-8BED-AB4A94E9A09D}" type="presParOf" srcId="{2AC0EDCC-F902-447F-9BEA-A2B64B209D00}" destId="{55139C81-B2C5-47DE-A465-9E6214F3FB93}" srcOrd="2" destOrd="0" presId="urn:microsoft.com/office/officeart/2005/8/layout/hProcess4"/>
    <dgm:cxn modelId="{3163643E-59C6-4089-A4C6-AA1E9BFB5D93}" type="presParOf" srcId="{55139C81-B2C5-47DE-A465-9E6214F3FB93}" destId="{949A7C28-2255-4033-93CE-A401EFA36E55}" srcOrd="0" destOrd="0" presId="urn:microsoft.com/office/officeart/2005/8/layout/hProcess4"/>
    <dgm:cxn modelId="{21338E74-A760-464A-862D-B62BC6AE30EA}" type="presParOf" srcId="{55139C81-B2C5-47DE-A465-9E6214F3FB93}" destId="{9AA55983-150B-4086-85AF-DABC33479B06}" srcOrd="1" destOrd="0" presId="urn:microsoft.com/office/officeart/2005/8/layout/hProcess4"/>
    <dgm:cxn modelId="{51EED426-0A9A-456A-98D6-965A7F7BC4B8}" type="presParOf" srcId="{55139C81-B2C5-47DE-A465-9E6214F3FB93}" destId="{C6E66FD7-D399-4DB0-B150-7DA8957BFC55}" srcOrd="2" destOrd="0" presId="urn:microsoft.com/office/officeart/2005/8/layout/hProcess4"/>
    <dgm:cxn modelId="{B4A227FC-A561-449A-BC06-DBB2145E1CD0}" type="presParOf" srcId="{55139C81-B2C5-47DE-A465-9E6214F3FB93}" destId="{C6E84FAA-B646-47F8-931D-28EFD271F3DB}" srcOrd="3" destOrd="0" presId="urn:microsoft.com/office/officeart/2005/8/layout/hProcess4"/>
    <dgm:cxn modelId="{5EE278D5-1F2B-45E7-A7A9-66BB617654D7}" type="presParOf" srcId="{55139C81-B2C5-47DE-A465-9E6214F3FB93}" destId="{67994A2F-69D8-4939-A0B3-F7A9ADD5DB49}" srcOrd="4" destOrd="0" presId="urn:microsoft.com/office/officeart/2005/8/layout/hProcess4"/>
    <dgm:cxn modelId="{AF5C2DE2-1878-426F-8229-E1E8205B805B}" type="presParOf" srcId="{2AC0EDCC-F902-447F-9BEA-A2B64B209D00}" destId="{E34D8FFF-D2CE-407A-847D-C4DB022F7712}" srcOrd="3" destOrd="0" presId="urn:microsoft.com/office/officeart/2005/8/layout/hProcess4"/>
    <dgm:cxn modelId="{52446447-7FF4-4669-99F4-C9203AC6FB64}" type="presParOf" srcId="{2AC0EDCC-F902-447F-9BEA-A2B64B209D00}" destId="{1BD72D23-1ACC-44E0-AE4B-91A83776C80F}" srcOrd="4" destOrd="0" presId="urn:microsoft.com/office/officeart/2005/8/layout/hProcess4"/>
    <dgm:cxn modelId="{A8F8148B-67A0-4582-8823-66ACBD4D3C1D}" type="presParOf" srcId="{1BD72D23-1ACC-44E0-AE4B-91A83776C80F}" destId="{BE142F19-BDDE-4AFC-AAC8-54FFFD22450D}" srcOrd="0" destOrd="0" presId="urn:microsoft.com/office/officeart/2005/8/layout/hProcess4"/>
    <dgm:cxn modelId="{E5DB7E98-71D0-4A98-B831-A6CCD49A2BEF}" type="presParOf" srcId="{1BD72D23-1ACC-44E0-AE4B-91A83776C80F}" destId="{C727B6A1-03E8-44A3-AFCC-B4BF85BCF064}" srcOrd="1" destOrd="0" presId="urn:microsoft.com/office/officeart/2005/8/layout/hProcess4"/>
    <dgm:cxn modelId="{7314FA6A-228D-49D0-B2A0-9AC745103DAC}" type="presParOf" srcId="{1BD72D23-1ACC-44E0-AE4B-91A83776C80F}" destId="{E5FFA0F1-464B-455C-85FD-DE2FB5A1D7E0}" srcOrd="2" destOrd="0" presId="urn:microsoft.com/office/officeart/2005/8/layout/hProcess4"/>
    <dgm:cxn modelId="{A7201F78-AC5A-412D-9F45-979CB0D925D8}" type="presParOf" srcId="{1BD72D23-1ACC-44E0-AE4B-91A83776C80F}" destId="{F24D3251-EA37-446F-9EB1-E33C6B0C42D4}" srcOrd="3" destOrd="0" presId="urn:microsoft.com/office/officeart/2005/8/layout/hProcess4"/>
    <dgm:cxn modelId="{2DB6F5FB-C94A-4F29-9384-F56A5DE732FC}" type="presParOf" srcId="{1BD72D23-1ACC-44E0-AE4B-91A83776C80F}" destId="{DFFBF902-5C9F-430B-8AAC-6550E530492B}" srcOrd="4" destOrd="0" presId="urn:microsoft.com/office/officeart/2005/8/layout/hProcess4"/>
    <dgm:cxn modelId="{2FB67487-92BE-4575-9B26-4C5834E60D34}" type="presParOf" srcId="{2AC0EDCC-F902-447F-9BEA-A2B64B209D00}" destId="{5998D767-CCB7-4BEB-9AAA-94729426F7CA}" srcOrd="5" destOrd="0" presId="urn:microsoft.com/office/officeart/2005/8/layout/hProcess4"/>
    <dgm:cxn modelId="{EE5B953B-97AE-417D-8D4E-C5A3D7A9F653}" type="presParOf" srcId="{2AC0EDCC-F902-447F-9BEA-A2B64B209D00}" destId="{3E3D42FD-D670-46CD-96A8-B0774D7B6D8E}" srcOrd="6" destOrd="0" presId="urn:microsoft.com/office/officeart/2005/8/layout/hProcess4"/>
    <dgm:cxn modelId="{1D5719C6-69FD-4D81-AB10-549489974F9A}" type="presParOf" srcId="{3E3D42FD-D670-46CD-96A8-B0774D7B6D8E}" destId="{C0D23CCC-6FDD-4ABF-B438-29211F2065B7}" srcOrd="0" destOrd="0" presId="urn:microsoft.com/office/officeart/2005/8/layout/hProcess4"/>
    <dgm:cxn modelId="{91E9C587-4780-412A-8EA6-391DF7AB48A2}" type="presParOf" srcId="{3E3D42FD-D670-46CD-96A8-B0774D7B6D8E}" destId="{6B538D61-3A55-4488-BBFD-C6B9C908B8CB}" srcOrd="1" destOrd="0" presId="urn:microsoft.com/office/officeart/2005/8/layout/hProcess4"/>
    <dgm:cxn modelId="{F3CF4E8B-2D4A-47BB-AAE2-D38A80D6FE61}" type="presParOf" srcId="{3E3D42FD-D670-46CD-96A8-B0774D7B6D8E}" destId="{9323AF8B-7311-451B-83FF-A955A7066F18}" srcOrd="2" destOrd="0" presId="urn:microsoft.com/office/officeart/2005/8/layout/hProcess4"/>
    <dgm:cxn modelId="{4E7D1386-86FC-469E-9E0A-25C3FDB03474}" type="presParOf" srcId="{3E3D42FD-D670-46CD-96A8-B0774D7B6D8E}" destId="{16B30115-7A97-4B14-B291-33BBE7D3B53E}" srcOrd="3" destOrd="0" presId="urn:microsoft.com/office/officeart/2005/8/layout/hProcess4"/>
    <dgm:cxn modelId="{C56CA8C2-3AA8-45CC-A856-2E1847F75EE0}" type="presParOf" srcId="{3E3D42FD-D670-46CD-96A8-B0774D7B6D8E}" destId="{67CD5885-3230-487A-B803-FDD1E57C291B}"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30E58F1-E490-4AF6-B3AA-A5BFE390980A}" type="doc">
      <dgm:prSet loTypeId="urn:microsoft.com/office/officeart/2005/8/layout/hierarchy1" loCatId="hierarchy" qsTypeId="urn:microsoft.com/office/officeart/2005/8/quickstyle/simple4" qsCatId="simple" csTypeId="urn:microsoft.com/office/officeart/2005/8/colors/accent0_3" csCatId="mainScheme"/>
      <dgm:spPr/>
      <dgm:t>
        <a:bodyPr/>
        <a:lstStyle/>
        <a:p>
          <a:endParaRPr lang="en-US"/>
        </a:p>
      </dgm:t>
    </dgm:pt>
    <dgm:pt modelId="{B2DA76DF-7EB5-4A73-A8F1-2762C6D8489D}">
      <dgm:prSet/>
      <dgm:spPr/>
      <dgm:t>
        <a:bodyPr/>
        <a:lstStyle/>
        <a:p>
          <a:r>
            <a:rPr lang="es-CO"/>
            <a:t>Es uno de los resultados del Análisis Exploratorio de Datos</a:t>
          </a:r>
          <a:endParaRPr lang="en-US"/>
        </a:p>
      </dgm:t>
    </dgm:pt>
    <dgm:pt modelId="{36EDFAC9-13A6-4E40-9DE8-45030C8DBF75}" type="parTrans" cxnId="{811AAAC5-8ECF-46AD-8F83-13843480A534}">
      <dgm:prSet/>
      <dgm:spPr/>
      <dgm:t>
        <a:bodyPr/>
        <a:lstStyle/>
        <a:p>
          <a:endParaRPr lang="en-US"/>
        </a:p>
      </dgm:t>
    </dgm:pt>
    <dgm:pt modelId="{A4880F65-1A7C-4642-99CB-8B9DE547D73F}" type="sibTrans" cxnId="{811AAAC5-8ECF-46AD-8F83-13843480A534}">
      <dgm:prSet/>
      <dgm:spPr/>
      <dgm:t>
        <a:bodyPr/>
        <a:lstStyle/>
        <a:p>
          <a:endParaRPr lang="en-US"/>
        </a:p>
      </dgm:t>
    </dgm:pt>
    <dgm:pt modelId="{9338003F-E3C0-46E0-A200-8C13A7C319B1}">
      <dgm:prSet/>
      <dgm:spPr/>
      <dgm:t>
        <a:bodyPr/>
        <a:lstStyle/>
        <a:p>
          <a:r>
            <a:rPr lang="es-CO"/>
            <a:t>También se podría realizar como un proceso independiente de la Gestión de Datos</a:t>
          </a:r>
          <a:endParaRPr lang="en-US"/>
        </a:p>
      </dgm:t>
    </dgm:pt>
    <dgm:pt modelId="{7303BCE3-C1D5-4102-B16D-E69926645E63}" type="parTrans" cxnId="{B10ADBA9-33A5-47C7-BDEB-A34BA72CD081}">
      <dgm:prSet/>
      <dgm:spPr/>
      <dgm:t>
        <a:bodyPr/>
        <a:lstStyle/>
        <a:p>
          <a:endParaRPr lang="en-US"/>
        </a:p>
      </dgm:t>
    </dgm:pt>
    <dgm:pt modelId="{48C88B63-EE90-4382-B47C-8516371B3B79}" type="sibTrans" cxnId="{B10ADBA9-33A5-47C7-BDEB-A34BA72CD081}">
      <dgm:prSet/>
      <dgm:spPr/>
      <dgm:t>
        <a:bodyPr/>
        <a:lstStyle/>
        <a:p>
          <a:endParaRPr lang="en-US"/>
        </a:p>
      </dgm:t>
    </dgm:pt>
    <dgm:pt modelId="{F5E73617-EDF5-4B41-B85D-2D6B33770675}" type="pres">
      <dgm:prSet presAssocID="{F30E58F1-E490-4AF6-B3AA-A5BFE390980A}" presName="hierChild1" presStyleCnt="0">
        <dgm:presLayoutVars>
          <dgm:chPref val="1"/>
          <dgm:dir/>
          <dgm:animOne val="branch"/>
          <dgm:animLvl val="lvl"/>
          <dgm:resizeHandles/>
        </dgm:presLayoutVars>
      </dgm:prSet>
      <dgm:spPr/>
    </dgm:pt>
    <dgm:pt modelId="{81468979-1BE0-45BC-A4A5-E7623F451548}" type="pres">
      <dgm:prSet presAssocID="{B2DA76DF-7EB5-4A73-A8F1-2762C6D8489D}" presName="hierRoot1" presStyleCnt="0"/>
      <dgm:spPr/>
    </dgm:pt>
    <dgm:pt modelId="{A7AF82CC-4B42-4805-9397-F07265178A37}" type="pres">
      <dgm:prSet presAssocID="{B2DA76DF-7EB5-4A73-A8F1-2762C6D8489D}" presName="composite" presStyleCnt="0"/>
      <dgm:spPr/>
    </dgm:pt>
    <dgm:pt modelId="{032E1589-0C24-48A3-9499-B6370ED6BCFC}" type="pres">
      <dgm:prSet presAssocID="{B2DA76DF-7EB5-4A73-A8F1-2762C6D8489D}" presName="background" presStyleLbl="node0" presStyleIdx="0" presStyleCnt="2"/>
      <dgm:spPr/>
    </dgm:pt>
    <dgm:pt modelId="{49445FF9-A054-43D0-AD2A-A45EE9E5394F}" type="pres">
      <dgm:prSet presAssocID="{B2DA76DF-7EB5-4A73-A8F1-2762C6D8489D}" presName="text" presStyleLbl="fgAcc0" presStyleIdx="0" presStyleCnt="2">
        <dgm:presLayoutVars>
          <dgm:chPref val="3"/>
        </dgm:presLayoutVars>
      </dgm:prSet>
      <dgm:spPr/>
    </dgm:pt>
    <dgm:pt modelId="{3F544D86-AD5A-411C-86E3-E233F13D7ED2}" type="pres">
      <dgm:prSet presAssocID="{B2DA76DF-7EB5-4A73-A8F1-2762C6D8489D}" presName="hierChild2" presStyleCnt="0"/>
      <dgm:spPr/>
    </dgm:pt>
    <dgm:pt modelId="{BD80A09E-46A0-43A9-8B71-79C49452C1F5}" type="pres">
      <dgm:prSet presAssocID="{9338003F-E3C0-46E0-A200-8C13A7C319B1}" presName="hierRoot1" presStyleCnt="0"/>
      <dgm:spPr/>
    </dgm:pt>
    <dgm:pt modelId="{DCFA09F4-C2D2-488D-BFCE-86AF25D6FAF8}" type="pres">
      <dgm:prSet presAssocID="{9338003F-E3C0-46E0-A200-8C13A7C319B1}" presName="composite" presStyleCnt="0"/>
      <dgm:spPr/>
    </dgm:pt>
    <dgm:pt modelId="{09249D34-C973-4EB5-829A-B4FA7237AFBE}" type="pres">
      <dgm:prSet presAssocID="{9338003F-E3C0-46E0-A200-8C13A7C319B1}" presName="background" presStyleLbl="node0" presStyleIdx="1" presStyleCnt="2"/>
      <dgm:spPr/>
    </dgm:pt>
    <dgm:pt modelId="{913B9C0B-2A7C-42D9-B7E2-EE03A3D49AAC}" type="pres">
      <dgm:prSet presAssocID="{9338003F-E3C0-46E0-A200-8C13A7C319B1}" presName="text" presStyleLbl="fgAcc0" presStyleIdx="1" presStyleCnt="2">
        <dgm:presLayoutVars>
          <dgm:chPref val="3"/>
        </dgm:presLayoutVars>
      </dgm:prSet>
      <dgm:spPr/>
    </dgm:pt>
    <dgm:pt modelId="{2805F16D-F104-4D7E-B99F-82D523D6FBA4}" type="pres">
      <dgm:prSet presAssocID="{9338003F-E3C0-46E0-A200-8C13A7C319B1}" presName="hierChild2" presStyleCnt="0"/>
      <dgm:spPr/>
    </dgm:pt>
  </dgm:ptLst>
  <dgm:cxnLst>
    <dgm:cxn modelId="{A8B56E28-87D6-48D2-92B1-0A75891AF276}" type="presOf" srcId="{B2DA76DF-7EB5-4A73-A8F1-2762C6D8489D}" destId="{49445FF9-A054-43D0-AD2A-A45EE9E5394F}" srcOrd="0" destOrd="0" presId="urn:microsoft.com/office/officeart/2005/8/layout/hierarchy1"/>
    <dgm:cxn modelId="{6D772D65-2C9B-458C-8898-81519346AE59}" type="presOf" srcId="{9338003F-E3C0-46E0-A200-8C13A7C319B1}" destId="{913B9C0B-2A7C-42D9-B7E2-EE03A3D49AAC}" srcOrd="0" destOrd="0" presId="urn:microsoft.com/office/officeart/2005/8/layout/hierarchy1"/>
    <dgm:cxn modelId="{C3D3689A-CAAC-4590-97A6-1D005D566307}" type="presOf" srcId="{F30E58F1-E490-4AF6-B3AA-A5BFE390980A}" destId="{F5E73617-EDF5-4B41-B85D-2D6B33770675}" srcOrd="0" destOrd="0" presId="urn:microsoft.com/office/officeart/2005/8/layout/hierarchy1"/>
    <dgm:cxn modelId="{B10ADBA9-33A5-47C7-BDEB-A34BA72CD081}" srcId="{F30E58F1-E490-4AF6-B3AA-A5BFE390980A}" destId="{9338003F-E3C0-46E0-A200-8C13A7C319B1}" srcOrd="1" destOrd="0" parTransId="{7303BCE3-C1D5-4102-B16D-E69926645E63}" sibTransId="{48C88B63-EE90-4382-B47C-8516371B3B79}"/>
    <dgm:cxn modelId="{811AAAC5-8ECF-46AD-8F83-13843480A534}" srcId="{F30E58F1-E490-4AF6-B3AA-A5BFE390980A}" destId="{B2DA76DF-7EB5-4A73-A8F1-2762C6D8489D}" srcOrd="0" destOrd="0" parTransId="{36EDFAC9-13A6-4E40-9DE8-45030C8DBF75}" sibTransId="{A4880F65-1A7C-4642-99CB-8B9DE547D73F}"/>
    <dgm:cxn modelId="{CBC8342B-3887-40D6-A318-75F8DB77E134}" type="presParOf" srcId="{F5E73617-EDF5-4B41-B85D-2D6B33770675}" destId="{81468979-1BE0-45BC-A4A5-E7623F451548}" srcOrd="0" destOrd="0" presId="urn:microsoft.com/office/officeart/2005/8/layout/hierarchy1"/>
    <dgm:cxn modelId="{F88A97AE-94EB-4202-8821-2E317FF5BAE8}" type="presParOf" srcId="{81468979-1BE0-45BC-A4A5-E7623F451548}" destId="{A7AF82CC-4B42-4805-9397-F07265178A37}" srcOrd="0" destOrd="0" presId="urn:microsoft.com/office/officeart/2005/8/layout/hierarchy1"/>
    <dgm:cxn modelId="{DFD42D59-1D27-461E-9876-BF0BB3B16ED3}" type="presParOf" srcId="{A7AF82CC-4B42-4805-9397-F07265178A37}" destId="{032E1589-0C24-48A3-9499-B6370ED6BCFC}" srcOrd="0" destOrd="0" presId="urn:microsoft.com/office/officeart/2005/8/layout/hierarchy1"/>
    <dgm:cxn modelId="{F0A7ED77-2DA0-4E8F-8971-CDBCF0386D3C}" type="presParOf" srcId="{A7AF82CC-4B42-4805-9397-F07265178A37}" destId="{49445FF9-A054-43D0-AD2A-A45EE9E5394F}" srcOrd="1" destOrd="0" presId="urn:microsoft.com/office/officeart/2005/8/layout/hierarchy1"/>
    <dgm:cxn modelId="{B1D82D19-4F4B-4BA1-84AA-78842D847787}" type="presParOf" srcId="{81468979-1BE0-45BC-A4A5-E7623F451548}" destId="{3F544D86-AD5A-411C-86E3-E233F13D7ED2}" srcOrd="1" destOrd="0" presId="urn:microsoft.com/office/officeart/2005/8/layout/hierarchy1"/>
    <dgm:cxn modelId="{D18C3CD6-CC00-4CB9-8270-BE8BABE9FFCA}" type="presParOf" srcId="{F5E73617-EDF5-4B41-B85D-2D6B33770675}" destId="{BD80A09E-46A0-43A9-8B71-79C49452C1F5}" srcOrd="1" destOrd="0" presId="urn:microsoft.com/office/officeart/2005/8/layout/hierarchy1"/>
    <dgm:cxn modelId="{199E98C6-F276-4614-A2E8-1C287E9B4823}" type="presParOf" srcId="{BD80A09E-46A0-43A9-8B71-79C49452C1F5}" destId="{DCFA09F4-C2D2-488D-BFCE-86AF25D6FAF8}" srcOrd="0" destOrd="0" presId="urn:microsoft.com/office/officeart/2005/8/layout/hierarchy1"/>
    <dgm:cxn modelId="{D41A2851-EC7D-4F43-A7CA-94960953ADBF}" type="presParOf" srcId="{DCFA09F4-C2D2-488D-BFCE-86AF25D6FAF8}" destId="{09249D34-C973-4EB5-829A-B4FA7237AFBE}" srcOrd="0" destOrd="0" presId="urn:microsoft.com/office/officeart/2005/8/layout/hierarchy1"/>
    <dgm:cxn modelId="{D33F0870-4603-4E1C-859D-804F2AA863EA}" type="presParOf" srcId="{DCFA09F4-C2D2-488D-BFCE-86AF25D6FAF8}" destId="{913B9C0B-2A7C-42D9-B7E2-EE03A3D49AAC}" srcOrd="1" destOrd="0" presId="urn:microsoft.com/office/officeart/2005/8/layout/hierarchy1"/>
    <dgm:cxn modelId="{88181820-17ED-4FAA-9643-03F32225FF9D}" type="presParOf" srcId="{BD80A09E-46A0-43A9-8B71-79C49452C1F5}" destId="{2805F16D-F104-4D7E-B99F-82D523D6FBA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B9BE567-4657-4BB7-B0E2-C8E5D87192F8}" type="doc">
      <dgm:prSet loTypeId="urn:microsoft.com/office/officeart/2005/8/layout/list1" loCatId="list" qsTypeId="urn:microsoft.com/office/officeart/2005/8/quickstyle/simple4" qsCatId="simple" csTypeId="urn:microsoft.com/office/officeart/2005/8/colors/colorful5" csCatId="colorful" phldr="1"/>
      <dgm:spPr/>
      <dgm:t>
        <a:bodyPr/>
        <a:lstStyle/>
        <a:p>
          <a:endParaRPr lang="en-US"/>
        </a:p>
      </dgm:t>
    </dgm:pt>
    <dgm:pt modelId="{C8CD0447-A0A3-47B8-A369-2E80CD4B4895}">
      <dgm:prSet>
        <dgm:style>
          <a:lnRef idx="2">
            <a:schemeClr val="dk1">
              <a:shade val="50000"/>
            </a:schemeClr>
          </a:lnRef>
          <a:fillRef idx="1">
            <a:schemeClr val="dk1"/>
          </a:fillRef>
          <a:effectRef idx="0">
            <a:schemeClr val="dk1"/>
          </a:effectRef>
          <a:fontRef idx="minor">
            <a:schemeClr val="lt1"/>
          </a:fontRef>
        </dgm:style>
      </dgm:prSet>
      <dgm:spPr/>
      <dgm:t>
        <a:bodyPr/>
        <a:lstStyle/>
        <a:p>
          <a:r>
            <a:rPr lang="es-CO"/>
            <a:t>Datos perdidos (Los </a:t>
          </a:r>
          <a:r>
            <a:rPr lang="es-CO" err="1"/>
            <a:t>NaN</a:t>
          </a:r>
          <a:r>
            <a:rPr lang="es-CO"/>
            <a:t> o NA)</a:t>
          </a:r>
          <a:endParaRPr lang="en-US"/>
        </a:p>
      </dgm:t>
    </dgm:pt>
    <dgm:pt modelId="{92CDD517-4545-4089-B403-CE2D9BC62623}" type="parTrans" cxnId="{8B109DC8-EC52-4C9A-8676-C41DA66C2796}">
      <dgm:prSet/>
      <dgm:spPr/>
      <dgm:t>
        <a:bodyPr/>
        <a:lstStyle/>
        <a:p>
          <a:endParaRPr lang="en-US"/>
        </a:p>
      </dgm:t>
    </dgm:pt>
    <dgm:pt modelId="{1D6214C0-2496-4043-A2D7-680295E60268}" type="sibTrans" cxnId="{8B109DC8-EC52-4C9A-8676-C41DA66C2796}">
      <dgm:prSet/>
      <dgm:spPr/>
      <dgm:t>
        <a:bodyPr/>
        <a:lstStyle/>
        <a:p>
          <a:endParaRPr lang="en-US"/>
        </a:p>
      </dgm:t>
    </dgm:pt>
    <dgm:pt modelId="{55755908-98A1-40BC-80D8-C34B6FD57ED1}">
      <dgm:prSet/>
      <dgm:spPr/>
      <dgm:t>
        <a:bodyPr/>
        <a:lstStyle/>
        <a:p>
          <a:r>
            <a:rPr lang="es-CO"/>
            <a:t>Compruebe si hay NAN	</a:t>
          </a:r>
          <a:endParaRPr lang="en-US"/>
        </a:p>
      </dgm:t>
    </dgm:pt>
    <dgm:pt modelId="{9B98B79F-0424-4012-AF89-82FFC2BA7F94}" type="parTrans" cxnId="{30F33B53-8848-4640-9524-E25D72D7C9CD}">
      <dgm:prSet/>
      <dgm:spPr/>
      <dgm:t>
        <a:bodyPr/>
        <a:lstStyle/>
        <a:p>
          <a:endParaRPr lang="en-US"/>
        </a:p>
      </dgm:t>
    </dgm:pt>
    <dgm:pt modelId="{1476694B-3186-4DEA-9A87-26FEE246CF3B}" type="sibTrans" cxnId="{30F33B53-8848-4640-9524-E25D72D7C9CD}">
      <dgm:prSet/>
      <dgm:spPr/>
      <dgm:t>
        <a:bodyPr/>
        <a:lstStyle/>
        <a:p>
          <a:endParaRPr lang="en-US"/>
        </a:p>
      </dgm:t>
    </dgm:pt>
    <dgm:pt modelId="{C3E8F59D-07E1-4908-B1C6-4A643F050DD3}">
      <dgm:prSet/>
      <dgm:spPr/>
      <dgm:t>
        <a:bodyPr/>
        <a:lstStyle/>
        <a:p>
          <a:r>
            <a:rPr lang="es-CO"/>
            <a:t>Eliminar datos faltantes	</a:t>
          </a:r>
          <a:endParaRPr lang="en-US"/>
        </a:p>
      </dgm:t>
    </dgm:pt>
    <dgm:pt modelId="{D906A510-3F1B-419F-8C7D-3F7D8E24AB14}" type="parTrans" cxnId="{8E0654B2-CA87-4D8C-BE33-E87BF61EAF09}">
      <dgm:prSet/>
      <dgm:spPr/>
      <dgm:t>
        <a:bodyPr/>
        <a:lstStyle/>
        <a:p>
          <a:endParaRPr lang="en-US"/>
        </a:p>
      </dgm:t>
    </dgm:pt>
    <dgm:pt modelId="{194F780E-4C7B-41EA-8C8C-C4FF45F46813}" type="sibTrans" cxnId="{8E0654B2-CA87-4D8C-BE33-E87BF61EAF09}">
      <dgm:prSet/>
      <dgm:spPr/>
      <dgm:t>
        <a:bodyPr/>
        <a:lstStyle/>
        <a:p>
          <a:endParaRPr lang="en-US"/>
        </a:p>
      </dgm:t>
    </dgm:pt>
    <dgm:pt modelId="{4EAEA9C8-65F7-4170-970B-A09BF5C6F0BC}">
      <dgm:prSet/>
      <dgm:spPr/>
      <dgm:t>
        <a:bodyPr/>
        <a:lstStyle/>
        <a:p>
          <a:r>
            <a:rPr lang="es-CO"/>
            <a:t>Reemplace los datos faltantes	</a:t>
          </a:r>
          <a:endParaRPr lang="en-US"/>
        </a:p>
      </dgm:t>
    </dgm:pt>
    <dgm:pt modelId="{16C05EB9-8579-4EAF-A0DC-E46EC04612FE}" type="parTrans" cxnId="{5B35C68D-0C3B-4BFE-8B5B-9C9C69D8BCFA}">
      <dgm:prSet/>
      <dgm:spPr/>
      <dgm:t>
        <a:bodyPr/>
        <a:lstStyle/>
        <a:p>
          <a:endParaRPr lang="en-US"/>
        </a:p>
      </dgm:t>
    </dgm:pt>
    <dgm:pt modelId="{468DAD09-CEA0-4CEE-9F0F-D909990B9730}" type="sibTrans" cxnId="{5B35C68D-0C3B-4BFE-8B5B-9C9C69D8BCFA}">
      <dgm:prSet/>
      <dgm:spPr/>
      <dgm:t>
        <a:bodyPr/>
        <a:lstStyle/>
        <a:p>
          <a:endParaRPr lang="en-US"/>
        </a:p>
      </dgm:t>
    </dgm:pt>
    <dgm:pt modelId="{C61064DD-2A6F-4ED0-BEE1-42F6905BC80F}">
      <dgm:prSet/>
      <dgm:spPr/>
      <dgm:t>
        <a:bodyPr/>
        <a:lstStyle/>
        <a:p>
          <a:r>
            <a:rPr lang="es-CO"/>
            <a:t>Descarte una característica</a:t>
          </a:r>
          <a:endParaRPr lang="en-US"/>
        </a:p>
      </dgm:t>
    </dgm:pt>
    <dgm:pt modelId="{F1E03981-C2B1-478F-9C41-ABF68D68C245}" type="parTrans" cxnId="{DF18F77A-FE48-428A-BBB6-24AE83F73EAC}">
      <dgm:prSet/>
      <dgm:spPr/>
      <dgm:t>
        <a:bodyPr/>
        <a:lstStyle/>
        <a:p>
          <a:endParaRPr lang="en-US"/>
        </a:p>
      </dgm:t>
    </dgm:pt>
    <dgm:pt modelId="{5ABD522A-EC4E-44E7-88FE-700F5AD0D4D1}" type="sibTrans" cxnId="{DF18F77A-FE48-428A-BBB6-24AE83F73EAC}">
      <dgm:prSet/>
      <dgm:spPr/>
      <dgm:t>
        <a:bodyPr/>
        <a:lstStyle/>
        <a:p>
          <a:endParaRPr lang="en-US"/>
        </a:p>
      </dgm:t>
    </dgm:pt>
    <dgm:pt modelId="{8D99C062-A85D-4EAB-BD12-682D800C1F2B}">
      <dgm:prSet>
        <dgm:style>
          <a:lnRef idx="2">
            <a:schemeClr val="dk1">
              <a:shade val="50000"/>
            </a:schemeClr>
          </a:lnRef>
          <a:fillRef idx="1">
            <a:schemeClr val="dk1"/>
          </a:fillRef>
          <a:effectRef idx="0">
            <a:schemeClr val="dk1"/>
          </a:effectRef>
          <a:fontRef idx="minor">
            <a:schemeClr val="lt1"/>
          </a:fontRef>
        </dgm:style>
      </dgm:prSet>
      <dgm:spPr/>
      <dgm:t>
        <a:bodyPr/>
        <a:lstStyle/>
        <a:p>
          <a:r>
            <a:rPr lang="en-US"/>
            <a:t>Outliers</a:t>
          </a:r>
          <a:r>
            <a:rPr lang="es-CO"/>
            <a:t> o valores atípicos</a:t>
          </a:r>
          <a:endParaRPr lang="en-US"/>
        </a:p>
      </dgm:t>
    </dgm:pt>
    <dgm:pt modelId="{4CF3EE99-3289-44ED-8767-4271CDE2790B}" type="parTrans" cxnId="{D6E945FB-CF26-4A39-81DA-EA131BA93035}">
      <dgm:prSet/>
      <dgm:spPr/>
      <dgm:t>
        <a:bodyPr/>
        <a:lstStyle/>
        <a:p>
          <a:endParaRPr lang="en-US"/>
        </a:p>
      </dgm:t>
    </dgm:pt>
    <dgm:pt modelId="{001A31E1-BAA5-4C85-82B0-C07FE1A5DA82}" type="sibTrans" cxnId="{D6E945FB-CF26-4A39-81DA-EA131BA93035}">
      <dgm:prSet/>
      <dgm:spPr/>
      <dgm:t>
        <a:bodyPr/>
        <a:lstStyle/>
        <a:p>
          <a:endParaRPr lang="en-US"/>
        </a:p>
      </dgm:t>
    </dgm:pt>
    <dgm:pt modelId="{2AA4BB32-6B3C-4E3F-A186-452650F91AC7}">
      <dgm:prSet/>
      <dgm:spPr/>
      <dgm:t>
        <a:bodyPr/>
        <a:lstStyle/>
        <a:p>
          <a:r>
            <a:rPr lang="es-CO"/>
            <a:t>Use gráficos para identificarlos: Boxplot, Histograma, etc.</a:t>
          </a:r>
          <a:endParaRPr lang="en-US"/>
        </a:p>
      </dgm:t>
    </dgm:pt>
    <dgm:pt modelId="{5E5981D5-FF31-4E36-B4B8-22E1D276078F}" type="parTrans" cxnId="{5B7C80AC-FDD0-4118-8817-25BFA4F2FFA4}">
      <dgm:prSet/>
      <dgm:spPr/>
      <dgm:t>
        <a:bodyPr/>
        <a:lstStyle/>
        <a:p>
          <a:endParaRPr lang="en-US"/>
        </a:p>
      </dgm:t>
    </dgm:pt>
    <dgm:pt modelId="{845E70C3-A196-4776-9857-2A2600DB747B}" type="sibTrans" cxnId="{5B7C80AC-FDD0-4118-8817-25BFA4F2FFA4}">
      <dgm:prSet/>
      <dgm:spPr/>
      <dgm:t>
        <a:bodyPr/>
        <a:lstStyle/>
        <a:p>
          <a:endParaRPr lang="en-US"/>
        </a:p>
      </dgm:t>
    </dgm:pt>
    <dgm:pt modelId="{36F61984-5A78-4854-AE03-BFE6890984CE}">
      <dgm:prSet>
        <dgm:style>
          <a:lnRef idx="2">
            <a:schemeClr val="dk1">
              <a:shade val="50000"/>
            </a:schemeClr>
          </a:lnRef>
          <a:fillRef idx="1">
            <a:schemeClr val="dk1"/>
          </a:fillRef>
          <a:effectRef idx="0">
            <a:schemeClr val="dk1"/>
          </a:effectRef>
          <a:fontRef idx="minor">
            <a:schemeClr val="lt1"/>
          </a:fontRef>
        </dgm:style>
      </dgm:prSet>
      <dgm:spPr/>
      <dgm:t>
        <a:bodyPr/>
        <a:lstStyle/>
        <a:p>
          <a:r>
            <a:rPr lang="es-CO"/>
            <a:t>Malos datos y duplicados</a:t>
          </a:r>
          <a:endParaRPr lang="en-US"/>
        </a:p>
      </dgm:t>
    </dgm:pt>
    <dgm:pt modelId="{B8361F46-2EAB-4D6F-B611-92F16ACC4B8B}" type="parTrans" cxnId="{00608957-7B25-4E5A-AE6D-48DA67AEB338}">
      <dgm:prSet/>
      <dgm:spPr/>
      <dgm:t>
        <a:bodyPr/>
        <a:lstStyle/>
        <a:p>
          <a:endParaRPr lang="en-US"/>
        </a:p>
      </dgm:t>
    </dgm:pt>
    <dgm:pt modelId="{17A2BFBB-BFC9-4482-A1EE-E4B0344E027E}" type="sibTrans" cxnId="{00608957-7B25-4E5A-AE6D-48DA67AEB338}">
      <dgm:prSet/>
      <dgm:spPr/>
      <dgm:t>
        <a:bodyPr/>
        <a:lstStyle/>
        <a:p>
          <a:endParaRPr lang="en-US"/>
        </a:p>
      </dgm:t>
    </dgm:pt>
    <dgm:pt modelId="{73360589-0AC9-4DCC-9E47-E4E88C8E743F}">
      <dgm:prSet/>
      <dgm:spPr/>
      <dgm:t>
        <a:bodyPr/>
        <a:lstStyle/>
        <a:p>
          <a:r>
            <a:rPr lang="es-CO"/>
            <a:t>Elimínelos los duplicados</a:t>
          </a:r>
          <a:endParaRPr lang="en-US"/>
        </a:p>
      </dgm:t>
    </dgm:pt>
    <dgm:pt modelId="{91B6A634-EDAF-4589-8356-2FE77D897D21}" type="parTrans" cxnId="{8C0C7A58-E95B-4807-A3E3-A53C344A9253}">
      <dgm:prSet/>
      <dgm:spPr/>
      <dgm:t>
        <a:bodyPr/>
        <a:lstStyle/>
        <a:p>
          <a:endParaRPr lang="en-US"/>
        </a:p>
      </dgm:t>
    </dgm:pt>
    <dgm:pt modelId="{5B5242A8-61ED-48E5-A08E-FD2C858D5535}" type="sibTrans" cxnId="{8C0C7A58-E95B-4807-A3E3-A53C344A9253}">
      <dgm:prSet/>
      <dgm:spPr/>
      <dgm:t>
        <a:bodyPr/>
        <a:lstStyle/>
        <a:p>
          <a:endParaRPr lang="en-US"/>
        </a:p>
      </dgm:t>
    </dgm:pt>
    <dgm:pt modelId="{8EE976A1-DF4B-4CB4-B85B-714C37FEAACF}">
      <dgm:prSet/>
      <dgm:spPr/>
      <dgm:t>
        <a:bodyPr/>
        <a:lstStyle/>
        <a:p>
          <a:r>
            <a:rPr lang="es-CO"/>
            <a:t>Malos busque reemplazarlos </a:t>
          </a:r>
          <a:endParaRPr lang="en-US"/>
        </a:p>
      </dgm:t>
    </dgm:pt>
    <dgm:pt modelId="{DF6980BC-7E56-4543-8B1B-CEE3EF12AB9D}" type="parTrans" cxnId="{1C3B9D7A-C850-46F7-BDC6-83E9676B52BB}">
      <dgm:prSet/>
      <dgm:spPr/>
      <dgm:t>
        <a:bodyPr/>
        <a:lstStyle/>
        <a:p>
          <a:endParaRPr lang="en-US"/>
        </a:p>
      </dgm:t>
    </dgm:pt>
    <dgm:pt modelId="{4CD12219-E78A-46A0-AB99-9A762DAE5D0A}" type="sibTrans" cxnId="{1C3B9D7A-C850-46F7-BDC6-83E9676B52BB}">
      <dgm:prSet/>
      <dgm:spPr/>
      <dgm:t>
        <a:bodyPr/>
        <a:lstStyle/>
        <a:p>
          <a:endParaRPr lang="en-US"/>
        </a:p>
      </dgm:t>
    </dgm:pt>
    <dgm:pt modelId="{6B1B9B35-93FC-4846-8E45-D8CB97EB05ED}">
      <dgm:prSet>
        <dgm:style>
          <a:lnRef idx="2">
            <a:schemeClr val="dk1">
              <a:shade val="50000"/>
            </a:schemeClr>
          </a:lnRef>
          <a:fillRef idx="1">
            <a:schemeClr val="dk1"/>
          </a:fillRef>
          <a:effectRef idx="0">
            <a:schemeClr val="dk1"/>
          </a:effectRef>
          <a:fontRef idx="minor">
            <a:schemeClr val="lt1"/>
          </a:fontRef>
        </dgm:style>
      </dgm:prSet>
      <dgm:spPr/>
      <dgm:t>
        <a:bodyPr/>
        <a:lstStyle/>
        <a:p>
          <a:r>
            <a:rPr lang="es-CO"/>
            <a:t>Características irrelevantes</a:t>
          </a:r>
          <a:endParaRPr lang="en-US"/>
        </a:p>
      </dgm:t>
    </dgm:pt>
    <dgm:pt modelId="{79055B48-DACF-40BD-815F-21FB8B5A2E68}" type="parTrans" cxnId="{F72F9037-30BF-4C21-BE7E-B77C7C5A6409}">
      <dgm:prSet/>
      <dgm:spPr/>
      <dgm:t>
        <a:bodyPr/>
        <a:lstStyle/>
        <a:p>
          <a:endParaRPr lang="en-US"/>
        </a:p>
      </dgm:t>
    </dgm:pt>
    <dgm:pt modelId="{49BB6283-6084-4F8D-A2AD-C8D1D2377E2B}" type="sibTrans" cxnId="{F72F9037-30BF-4C21-BE7E-B77C7C5A6409}">
      <dgm:prSet/>
      <dgm:spPr/>
      <dgm:t>
        <a:bodyPr/>
        <a:lstStyle/>
        <a:p>
          <a:endParaRPr lang="en-US"/>
        </a:p>
      </dgm:t>
    </dgm:pt>
    <dgm:pt modelId="{5E8EA520-7C2F-49C2-9F8C-DDD77FFF3F2F}">
      <dgm:prSet>
        <dgm:style>
          <a:lnRef idx="2">
            <a:schemeClr val="dk1">
              <a:shade val="50000"/>
            </a:schemeClr>
          </a:lnRef>
          <a:fillRef idx="1">
            <a:schemeClr val="dk1"/>
          </a:fillRef>
          <a:effectRef idx="0">
            <a:schemeClr val="dk1"/>
          </a:effectRef>
          <a:fontRef idx="minor">
            <a:schemeClr val="lt1"/>
          </a:fontRef>
        </dgm:style>
      </dgm:prSet>
      <dgm:spPr/>
      <dgm:t>
        <a:bodyPr/>
        <a:lstStyle/>
        <a:p>
          <a:r>
            <a:rPr lang="es-CO"/>
            <a:t>Normalización</a:t>
          </a:r>
          <a:endParaRPr lang="en-US"/>
        </a:p>
      </dgm:t>
    </dgm:pt>
    <dgm:pt modelId="{E893C7EF-9D3F-4EC0-8D2D-F2B1E8EBC89C}" type="parTrans" cxnId="{2E06A71C-02C5-4342-A298-2BFFC75B198C}">
      <dgm:prSet/>
      <dgm:spPr/>
      <dgm:t>
        <a:bodyPr/>
        <a:lstStyle/>
        <a:p>
          <a:endParaRPr lang="en-US"/>
        </a:p>
      </dgm:t>
    </dgm:pt>
    <dgm:pt modelId="{D87A37BE-6B00-4C1E-99E0-00C6089160EB}" type="sibTrans" cxnId="{2E06A71C-02C5-4342-A298-2BFFC75B198C}">
      <dgm:prSet/>
      <dgm:spPr/>
      <dgm:t>
        <a:bodyPr/>
        <a:lstStyle/>
        <a:p>
          <a:endParaRPr lang="en-US"/>
        </a:p>
      </dgm:t>
    </dgm:pt>
    <dgm:pt modelId="{67BC7049-2EC7-420F-A52A-5E5AAB44CF3C}" type="pres">
      <dgm:prSet presAssocID="{1B9BE567-4657-4BB7-B0E2-C8E5D87192F8}" presName="linear" presStyleCnt="0">
        <dgm:presLayoutVars>
          <dgm:dir/>
          <dgm:animLvl val="lvl"/>
          <dgm:resizeHandles val="exact"/>
        </dgm:presLayoutVars>
      </dgm:prSet>
      <dgm:spPr/>
    </dgm:pt>
    <dgm:pt modelId="{031DEC7D-717C-4623-BB65-0FD1C1257FC9}" type="pres">
      <dgm:prSet presAssocID="{C8CD0447-A0A3-47B8-A369-2E80CD4B4895}" presName="parentLin" presStyleCnt="0"/>
      <dgm:spPr/>
    </dgm:pt>
    <dgm:pt modelId="{C814F7D8-4BCA-4CB5-9F32-D8AD188131E6}" type="pres">
      <dgm:prSet presAssocID="{C8CD0447-A0A3-47B8-A369-2E80CD4B4895}" presName="parentLeftMargin" presStyleLbl="node1" presStyleIdx="0" presStyleCnt="5"/>
      <dgm:spPr/>
    </dgm:pt>
    <dgm:pt modelId="{48D7F62B-48AF-45DD-9800-6BBD68473FBC}" type="pres">
      <dgm:prSet presAssocID="{C8CD0447-A0A3-47B8-A369-2E80CD4B4895}" presName="parentText" presStyleLbl="node1" presStyleIdx="0" presStyleCnt="5">
        <dgm:presLayoutVars>
          <dgm:chMax val="0"/>
          <dgm:bulletEnabled val="1"/>
        </dgm:presLayoutVars>
      </dgm:prSet>
      <dgm:spPr/>
    </dgm:pt>
    <dgm:pt modelId="{AFABB810-8D7E-4BD8-9BFA-DB7AB7C27F12}" type="pres">
      <dgm:prSet presAssocID="{C8CD0447-A0A3-47B8-A369-2E80CD4B4895}" presName="negativeSpace" presStyleCnt="0"/>
      <dgm:spPr/>
    </dgm:pt>
    <dgm:pt modelId="{F9BCD119-4390-4A31-B3E9-B710D39C324B}" type="pres">
      <dgm:prSet presAssocID="{C8CD0447-A0A3-47B8-A369-2E80CD4B4895}" presName="childText" presStyleLbl="conFgAcc1" presStyleIdx="0" presStyleCnt="5">
        <dgm:presLayoutVars>
          <dgm:bulletEnabled val="1"/>
        </dgm:presLayoutVars>
      </dgm:prSet>
      <dgm:spPr/>
    </dgm:pt>
    <dgm:pt modelId="{F8E967C7-C36F-4DA2-9CDD-6BA23191ACDE}" type="pres">
      <dgm:prSet presAssocID="{1D6214C0-2496-4043-A2D7-680295E60268}" presName="spaceBetweenRectangles" presStyleCnt="0"/>
      <dgm:spPr/>
    </dgm:pt>
    <dgm:pt modelId="{7CB54401-CFA0-4878-9445-EFFA87562F72}" type="pres">
      <dgm:prSet presAssocID="{8D99C062-A85D-4EAB-BD12-682D800C1F2B}" presName="parentLin" presStyleCnt="0"/>
      <dgm:spPr/>
    </dgm:pt>
    <dgm:pt modelId="{3F1030B6-B8CE-4507-9C0D-29131A2FD857}" type="pres">
      <dgm:prSet presAssocID="{8D99C062-A85D-4EAB-BD12-682D800C1F2B}" presName="parentLeftMargin" presStyleLbl="node1" presStyleIdx="0" presStyleCnt="5"/>
      <dgm:spPr/>
    </dgm:pt>
    <dgm:pt modelId="{00C4CAF2-F3A0-4A13-83F6-064CE67322BF}" type="pres">
      <dgm:prSet presAssocID="{8D99C062-A85D-4EAB-BD12-682D800C1F2B}" presName="parentText" presStyleLbl="node1" presStyleIdx="1" presStyleCnt="5">
        <dgm:presLayoutVars>
          <dgm:chMax val="0"/>
          <dgm:bulletEnabled val="1"/>
        </dgm:presLayoutVars>
      </dgm:prSet>
      <dgm:spPr/>
    </dgm:pt>
    <dgm:pt modelId="{A5D09026-B800-492F-833A-10CEB2F1E07B}" type="pres">
      <dgm:prSet presAssocID="{8D99C062-A85D-4EAB-BD12-682D800C1F2B}" presName="negativeSpace" presStyleCnt="0"/>
      <dgm:spPr/>
    </dgm:pt>
    <dgm:pt modelId="{25D14FFF-7C09-4DF1-B61D-A36C1E45E496}" type="pres">
      <dgm:prSet presAssocID="{8D99C062-A85D-4EAB-BD12-682D800C1F2B}" presName="childText" presStyleLbl="conFgAcc1" presStyleIdx="1" presStyleCnt="5">
        <dgm:presLayoutVars>
          <dgm:bulletEnabled val="1"/>
        </dgm:presLayoutVars>
      </dgm:prSet>
      <dgm:spPr/>
    </dgm:pt>
    <dgm:pt modelId="{6934D3C8-B636-4EE6-9B2A-2A12C8CCBABC}" type="pres">
      <dgm:prSet presAssocID="{001A31E1-BAA5-4C85-82B0-C07FE1A5DA82}" presName="spaceBetweenRectangles" presStyleCnt="0"/>
      <dgm:spPr/>
    </dgm:pt>
    <dgm:pt modelId="{52B157CC-092F-476C-B21D-A24B9386B105}" type="pres">
      <dgm:prSet presAssocID="{36F61984-5A78-4854-AE03-BFE6890984CE}" presName="parentLin" presStyleCnt="0"/>
      <dgm:spPr/>
    </dgm:pt>
    <dgm:pt modelId="{DBAFF8ED-DC31-4947-8615-C9FFFAD259C8}" type="pres">
      <dgm:prSet presAssocID="{36F61984-5A78-4854-AE03-BFE6890984CE}" presName="parentLeftMargin" presStyleLbl="node1" presStyleIdx="1" presStyleCnt="5"/>
      <dgm:spPr/>
    </dgm:pt>
    <dgm:pt modelId="{1B57EA76-9AD2-4D95-B965-60414F8022DD}" type="pres">
      <dgm:prSet presAssocID="{36F61984-5A78-4854-AE03-BFE6890984CE}" presName="parentText" presStyleLbl="node1" presStyleIdx="2" presStyleCnt="5">
        <dgm:presLayoutVars>
          <dgm:chMax val="0"/>
          <dgm:bulletEnabled val="1"/>
        </dgm:presLayoutVars>
      </dgm:prSet>
      <dgm:spPr/>
    </dgm:pt>
    <dgm:pt modelId="{124445D2-B1B1-4F0E-9CFD-D3B65CB4D41B}" type="pres">
      <dgm:prSet presAssocID="{36F61984-5A78-4854-AE03-BFE6890984CE}" presName="negativeSpace" presStyleCnt="0"/>
      <dgm:spPr/>
    </dgm:pt>
    <dgm:pt modelId="{6265B0A2-212E-44D2-BF13-6D4864BF55E3}" type="pres">
      <dgm:prSet presAssocID="{36F61984-5A78-4854-AE03-BFE6890984CE}" presName="childText" presStyleLbl="conFgAcc1" presStyleIdx="2" presStyleCnt="5">
        <dgm:presLayoutVars>
          <dgm:bulletEnabled val="1"/>
        </dgm:presLayoutVars>
      </dgm:prSet>
      <dgm:spPr/>
    </dgm:pt>
    <dgm:pt modelId="{1FE5BBF3-8705-4A97-9318-79AD2CD89C8A}" type="pres">
      <dgm:prSet presAssocID="{17A2BFBB-BFC9-4482-A1EE-E4B0344E027E}" presName="spaceBetweenRectangles" presStyleCnt="0"/>
      <dgm:spPr/>
    </dgm:pt>
    <dgm:pt modelId="{B1FD6740-E358-4029-A967-F0DA10CAE4A8}" type="pres">
      <dgm:prSet presAssocID="{6B1B9B35-93FC-4846-8E45-D8CB97EB05ED}" presName="parentLin" presStyleCnt="0"/>
      <dgm:spPr/>
    </dgm:pt>
    <dgm:pt modelId="{2BEBF26A-3A75-44F3-A123-C4AF825C8A53}" type="pres">
      <dgm:prSet presAssocID="{6B1B9B35-93FC-4846-8E45-D8CB97EB05ED}" presName="parentLeftMargin" presStyleLbl="node1" presStyleIdx="2" presStyleCnt="5"/>
      <dgm:spPr/>
    </dgm:pt>
    <dgm:pt modelId="{05008C3C-B675-4E62-9002-A2A96EB6CF82}" type="pres">
      <dgm:prSet presAssocID="{6B1B9B35-93FC-4846-8E45-D8CB97EB05ED}" presName="parentText" presStyleLbl="node1" presStyleIdx="3" presStyleCnt="5">
        <dgm:presLayoutVars>
          <dgm:chMax val="0"/>
          <dgm:bulletEnabled val="1"/>
        </dgm:presLayoutVars>
      </dgm:prSet>
      <dgm:spPr/>
    </dgm:pt>
    <dgm:pt modelId="{C8B14726-7D9D-4261-8DC8-2C2FF78904BF}" type="pres">
      <dgm:prSet presAssocID="{6B1B9B35-93FC-4846-8E45-D8CB97EB05ED}" presName="negativeSpace" presStyleCnt="0"/>
      <dgm:spPr/>
    </dgm:pt>
    <dgm:pt modelId="{FC88632B-2AF8-4A28-93EC-87E9D8FEAA27}" type="pres">
      <dgm:prSet presAssocID="{6B1B9B35-93FC-4846-8E45-D8CB97EB05ED}" presName="childText" presStyleLbl="conFgAcc1" presStyleIdx="3" presStyleCnt="5">
        <dgm:presLayoutVars>
          <dgm:bulletEnabled val="1"/>
        </dgm:presLayoutVars>
      </dgm:prSet>
      <dgm:spPr/>
    </dgm:pt>
    <dgm:pt modelId="{F8DAD477-CB89-4A32-97FF-AD6336384A03}" type="pres">
      <dgm:prSet presAssocID="{49BB6283-6084-4F8D-A2AD-C8D1D2377E2B}" presName="spaceBetweenRectangles" presStyleCnt="0"/>
      <dgm:spPr/>
    </dgm:pt>
    <dgm:pt modelId="{85C6DEE7-3ED6-4A81-943C-766D7F9065E2}" type="pres">
      <dgm:prSet presAssocID="{5E8EA520-7C2F-49C2-9F8C-DDD77FFF3F2F}" presName="parentLin" presStyleCnt="0"/>
      <dgm:spPr/>
    </dgm:pt>
    <dgm:pt modelId="{F6788D51-B7B3-464B-9B48-58ABB4D6B65C}" type="pres">
      <dgm:prSet presAssocID="{5E8EA520-7C2F-49C2-9F8C-DDD77FFF3F2F}" presName="parentLeftMargin" presStyleLbl="node1" presStyleIdx="3" presStyleCnt="5"/>
      <dgm:spPr/>
    </dgm:pt>
    <dgm:pt modelId="{36954C01-8FC0-49A4-90EE-6D49D5B30990}" type="pres">
      <dgm:prSet presAssocID="{5E8EA520-7C2F-49C2-9F8C-DDD77FFF3F2F}" presName="parentText" presStyleLbl="node1" presStyleIdx="4" presStyleCnt="5">
        <dgm:presLayoutVars>
          <dgm:chMax val="0"/>
          <dgm:bulletEnabled val="1"/>
        </dgm:presLayoutVars>
      </dgm:prSet>
      <dgm:spPr/>
    </dgm:pt>
    <dgm:pt modelId="{6F0046AC-83F6-4171-A4EB-655D574E917B}" type="pres">
      <dgm:prSet presAssocID="{5E8EA520-7C2F-49C2-9F8C-DDD77FFF3F2F}" presName="negativeSpace" presStyleCnt="0"/>
      <dgm:spPr/>
    </dgm:pt>
    <dgm:pt modelId="{78C42D8A-4E77-4259-94BF-D6239E804C7B}" type="pres">
      <dgm:prSet presAssocID="{5E8EA520-7C2F-49C2-9F8C-DDD77FFF3F2F}" presName="childText" presStyleLbl="conFgAcc1" presStyleIdx="4" presStyleCnt="5">
        <dgm:presLayoutVars>
          <dgm:bulletEnabled val="1"/>
        </dgm:presLayoutVars>
      </dgm:prSet>
      <dgm:spPr/>
    </dgm:pt>
  </dgm:ptLst>
  <dgm:cxnLst>
    <dgm:cxn modelId="{2B889607-653B-4A60-BAB6-6FFE2B973C8D}" type="presOf" srcId="{6B1B9B35-93FC-4846-8E45-D8CB97EB05ED}" destId="{05008C3C-B675-4E62-9002-A2A96EB6CF82}" srcOrd="1" destOrd="0" presId="urn:microsoft.com/office/officeart/2005/8/layout/list1"/>
    <dgm:cxn modelId="{44F92E0E-0036-4B01-853A-390DF67C53A4}" type="presOf" srcId="{C8CD0447-A0A3-47B8-A369-2E80CD4B4895}" destId="{C814F7D8-4BCA-4CB5-9F32-D8AD188131E6}" srcOrd="0" destOrd="0" presId="urn:microsoft.com/office/officeart/2005/8/layout/list1"/>
    <dgm:cxn modelId="{8B8CAE10-7951-4984-ACA6-994410F1DBC4}" type="presOf" srcId="{2AA4BB32-6B3C-4E3F-A186-452650F91AC7}" destId="{25D14FFF-7C09-4DF1-B61D-A36C1E45E496}" srcOrd="0" destOrd="0" presId="urn:microsoft.com/office/officeart/2005/8/layout/list1"/>
    <dgm:cxn modelId="{2E06A71C-02C5-4342-A298-2BFFC75B198C}" srcId="{1B9BE567-4657-4BB7-B0E2-C8E5D87192F8}" destId="{5E8EA520-7C2F-49C2-9F8C-DDD77FFF3F2F}" srcOrd="4" destOrd="0" parTransId="{E893C7EF-9D3F-4EC0-8D2D-F2B1E8EBC89C}" sibTransId="{D87A37BE-6B00-4C1E-99E0-00C6089160EB}"/>
    <dgm:cxn modelId="{9497832B-8BDA-4567-9C45-564C2BDEF85E}" type="presOf" srcId="{6B1B9B35-93FC-4846-8E45-D8CB97EB05ED}" destId="{2BEBF26A-3A75-44F3-A123-C4AF825C8A53}" srcOrd="0" destOrd="0" presId="urn:microsoft.com/office/officeart/2005/8/layout/list1"/>
    <dgm:cxn modelId="{95207A2E-EAC1-4E19-9A89-13E5C6DCBAE4}" type="presOf" srcId="{1B9BE567-4657-4BB7-B0E2-C8E5D87192F8}" destId="{67BC7049-2EC7-420F-A52A-5E5AAB44CF3C}" srcOrd="0" destOrd="0" presId="urn:microsoft.com/office/officeart/2005/8/layout/list1"/>
    <dgm:cxn modelId="{F72F9037-30BF-4C21-BE7E-B77C7C5A6409}" srcId="{1B9BE567-4657-4BB7-B0E2-C8E5D87192F8}" destId="{6B1B9B35-93FC-4846-8E45-D8CB97EB05ED}" srcOrd="3" destOrd="0" parTransId="{79055B48-DACF-40BD-815F-21FB8B5A2E68}" sibTransId="{49BB6283-6084-4F8D-A2AD-C8D1D2377E2B}"/>
    <dgm:cxn modelId="{E18B8D3E-E4C6-4A2D-9A97-78C370B1807D}" type="presOf" srcId="{55755908-98A1-40BC-80D8-C34B6FD57ED1}" destId="{F9BCD119-4390-4A31-B3E9-B710D39C324B}" srcOrd="0" destOrd="0" presId="urn:microsoft.com/office/officeart/2005/8/layout/list1"/>
    <dgm:cxn modelId="{640A7F4A-96BC-4BE9-B6D3-3C4C0DDC66B5}" type="presOf" srcId="{4EAEA9C8-65F7-4170-970B-A09BF5C6F0BC}" destId="{F9BCD119-4390-4A31-B3E9-B710D39C324B}" srcOrd="0" destOrd="2" presId="urn:microsoft.com/office/officeart/2005/8/layout/list1"/>
    <dgm:cxn modelId="{3AA9C44F-E652-453E-89CF-852249B014DB}" type="presOf" srcId="{C8CD0447-A0A3-47B8-A369-2E80CD4B4895}" destId="{48D7F62B-48AF-45DD-9800-6BBD68473FBC}" srcOrd="1" destOrd="0" presId="urn:microsoft.com/office/officeart/2005/8/layout/list1"/>
    <dgm:cxn modelId="{FB432E71-E1F1-401D-AC8F-15E0BBFFB477}" type="presOf" srcId="{8D99C062-A85D-4EAB-BD12-682D800C1F2B}" destId="{3F1030B6-B8CE-4507-9C0D-29131A2FD857}" srcOrd="0" destOrd="0" presId="urn:microsoft.com/office/officeart/2005/8/layout/list1"/>
    <dgm:cxn modelId="{E4FCF451-2D61-4EC9-BBD9-27FC29967297}" type="presOf" srcId="{73360589-0AC9-4DCC-9E47-E4E88C8E743F}" destId="{6265B0A2-212E-44D2-BF13-6D4864BF55E3}" srcOrd="0" destOrd="0" presId="urn:microsoft.com/office/officeart/2005/8/layout/list1"/>
    <dgm:cxn modelId="{30F33B53-8848-4640-9524-E25D72D7C9CD}" srcId="{C8CD0447-A0A3-47B8-A369-2E80CD4B4895}" destId="{55755908-98A1-40BC-80D8-C34B6FD57ED1}" srcOrd="0" destOrd="0" parTransId="{9B98B79F-0424-4012-AF89-82FFC2BA7F94}" sibTransId="{1476694B-3186-4DEA-9A87-26FEE246CF3B}"/>
    <dgm:cxn modelId="{84360E54-2740-4D0E-9FC7-9F446C651E53}" type="presOf" srcId="{8D99C062-A85D-4EAB-BD12-682D800C1F2B}" destId="{00C4CAF2-F3A0-4A13-83F6-064CE67322BF}" srcOrd="1" destOrd="0" presId="urn:microsoft.com/office/officeart/2005/8/layout/list1"/>
    <dgm:cxn modelId="{0E39A674-7DB1-4139-AC16-90DB72BF0177}" type="presOf" srcId="{C61064DD-2A6F-4ED0-BEE1-42F6905BC80F}" destId="{F9BCD119-4390-4A31-B3E9-B710D39C324B}" srcOrd="0" destOrd="3" presId="urn:microsoft.com/office/officeart/2005/8/layout/list1"/>
    <dgm:cxn modelId="{B5C46156-DEAF-469A-99AB-189F3B3502C4}" type="presOf" srcId="{36F61984-5A78-4854-AE03-BFE6890984CE}" destId="{1B57EA76-9AD2-4D95-B965-60414F8022DD}" srcOrd="1" destOrd="0" presId="urn:microsoft.com/office/officeart/2005/8/layout/list1"/>
    <dgm:cxn modelId="{00608957-7B25-4E5A-AE6D-48DA67AEB338}" srcId="{1B9BE567-4657-4BB7-B0E2-C8E5D87192F8}" destId="{36F61984-5A78-4854-AE03-BFE6890984CE}" srcOrd="2" destOrd="0" parTransId="{B8361F46-2EAB-4D6F-B611-92F16ACC4B8B}" sibTransId="{17A2BFBB-BFC9-4482-A1EE-E4B0344E027E}"/>
    <dgm:cxn modelId="{8C0C7A58-E95B-4807-A3E3-A53C344A9253}" srcId="{36F61984-5A78-4854-AE03-BFE6890984CE}" destId="{73360589-0AC9-4DCC-9E47-E4E88C8E743F}" srcOrd="0" destOrd="0" parTransId="{91B6A634-EDAF-4589-8356-2FE77D897D21}" sibTransId="{5B5242A8-61ED-48E5-A08E-FD2C858D5535}"/>
    <dgm:cxn modelId="{1C3B9D7A-C850-46F7-BDC6-83E9676B52BB}" srcId="{36F61984-5A78-4854-AE03-BFE6890984CE}" destId="{8EE976A1-DF4B-4CB4-B85B-714C37FEAACF}" srcOrd="1" destOrd="0" parTransId="{DF6980BC-7E56-4543-8B1B-CEE3EF12AB9D}" sibTransId="{4CD12219-E78A-46A0-AB99-9A762DAE5D0A}"/>
    <dgm:cxn modelId="{DF18F77A-FE48-428A-BBB6-24AE83F73EAC}" srcId="{C8CD0447-A0A3-47B8-A369-2E80CD4B4895}" destId="{C61064DD-2A6F-4ED0-BEE1-42F6905BC80F}" srcOrd="3" destOrd="0" parTransId="{F1E03981-C2B1-478F-9C41-ABF68D68C245}" sibTransId="{5ABD522A-EC4E-44E7-88FE-700F5AD0D4D1}"/>
    <dgm:cxn modelId="{8E7EBF87-3FEA-4EAD-AE01-1E9BF1D1FFF3}" type="presOf" srcId="{5E8EA520-7C2F-49C2-9F8C-DDD77FFF3F2F}" destId="{36954C01-8FC0-49A4-90EE-6D49D5B30990}" srcOrd="1" destOrd="0" presId="urn:microsoft.com/office/officeart/2005/8/layout/list1"/>
    <dgm:cxn modelId="{5B35C68D-0C3B-4BFE-8B5B-9C9C69D8BCFA}" srcId="{C8CD0447-A0A3-47B8-A369-2E80CD4B4895}" destId="{4EAEA9C8-65F7-4170-970B-A09BF5C6F0BC}" srcOrd="2" destOrd="0" parTransId="{16C05EB9-8579-4EAF-A0DC-E46EC04612FE}" sibTransId="{468DAD09-CEA0-4CEE-9F0F-D909990B9730}"/>
    <dgm:cxn modelId="{492A1E94-2217-4757-96A2-7FE2AFBBD5D4}" type="presOf" srcId="{8EE976A1-DF4B-4CB4-B85B-714C37FEAACF}" destId="{6265B0A2-212E-44D2-BF13-6D4864BF55E3}" srcOrd="0" destOrd="1" presId="urn:microsoft.com/office/officeart/2005/8/layout/list1"/>
    <dgm:cxn modelId="{5B7C80AC-FDD0-4118-8817-25BFA4F2FFA4}" srcId="{8D99C062-A85D-4EAB-BD12-682D800C1F2B}" destId="{2AA4BB32-6B3C-4E3F-A186-452650F91AC7}" srcOrd="0" destOrd="0" parTransId="{5E5981D5-FF31-4E36-B4B8-22E1D276078F}" sibTransId="{845E70C3-A196-4776-9857-2A2600DB747B}"/>
    <dgm:cxn modelId="{8E0654B2-CA87-4D8C-BE33-E87BF61EAF09}" srcId="{C8CD0447-A0A3-47B8-A369-2E80CD4B4895}" destId="{C3E8F59D-07E1-4908-B1C6-4A643F050DD3}" srcOrd="1" destOrd="0" parTransId="{D906A510-3F1B-419F-8C7D-3F7D8E24AB14}" sibTransId="{194F780E-4C7B-41EA-8C8C-C4FF45F46813}"/>
    <dgm:cxn modelId="{0767BDBB-F168-4BE2-B65A-6A594FCF7D69}" type="presOf" srcId="{5E8EA520-7C2F-49C2-9F8C-DDD77FFF3F2F}" destId="{F6788D51-B7B3-464B-9B48-58ABB4D6B65C}" srcOrd="0" destOrd="0" presId="urn:microsoft.com/office/officeart/2005/8/layout/list1"/>
    <dgm:cxn modelId="{8B109DC8-EC52-4C9A-8676-C41DA66C2796}" srcId="{1B9BE567-4657-4BB7-B0E2-C8E5D87192F8}" destId="{C8CD0447-A0A3-47B8-A369-2E80CD4B4895}" srcOrd="0" destOrd="0" parTransId="{92CDD517-4545-4089-B403-CE2D9BC62623}" sibTransId="{1D6214C0-2496-4043-A2D7-680295E60268}"/>
    <dgm:cxn modelId="{D1BB1DE4-7C0D-4256-B374-170D703686AE}" type="presOf" srcId="{C3E8F59D-07E1-4908-B1C6-4A643F050DD3}" destId="{F9BCD119-4390-4A31-B3E9-B710D39C324B}" srcOrd="0" destOrd="1" presId="urn:microsoft.com/office/officeart/2005/8/layout/list1"/>
    <dgm:cxn modelId="{4ED287EF-EC3E-4F40-9C87-3FB638787FAE}" type="presOf" srcId="{36F61984-5A78-4854-AE03-BFE6890984CE}" destId="{DBAFF8ED-DC31-4947-8615-C9FFFAD259C8}" srcOrd="0" destOrd="0" presId="urn:microsoft.com/office/officeart/2005/8/layout/list1"/>
    <dgm:cxn modelId="{D6E945FB-CF26-4A39-81DA-EA131BA93035}" srcId="{1B9BE567-4657-4BB7-B0E2-C8E5D87192F8}" destId="{8D99C062-A85D-4EAB-BD12-682D800C1F2B}" srcOrd="1" destOrd="0" parTransId="{4CF3EE99-3289-44ED-8767-4271CDE2790B}" sibTransId="{001A31E1-BAA5-4C85-82B0-C07FE1A5DA82}"/>
    <dgm:cxn modelId="{7AD2E332-CA3E-489C-99F2-0F1238B3946C}" type="presParOf" srcId="{67BC7049-2EC7-420F-A52A-5E5AAB44CF3C}" destId="{031DEC7D-717C-4623-BB65-0FD1C1257FC9}" srcOrd="0" destOrd="0" presId="urn:microsoft.com/office/officeart/2005/8/layout/list1"/>
    <dgm:cxn modelId="{C069B587-BA5C-4C9E-B13E-B731F76BE063}" type="presParOf" srcId="{031DEC7D-717C-4623-BB65-0FD1C1257FC9}" destId="{C814F7D8-4BCA-4CB5-9F32-D8AD188131E6}" srcOrd="0" destOrd="0" presId="urn:microsoft.com/office/officeart/2005/8/layout/list1"/>
    <dgm:cxn modelId="{471A4A50-1101-40C3-87D8-CD0315D29AC0}" type="presParOf" srcId="{031DEC7D-717C-4623-BB65-0FD1C1257FC9}" destId="{48D7F62B-48AF-45DD-9800-6BBD68473FBC}" srcOrd="1" destOrd="0" presId="urn:microsoft.com/office/officeart/2005/8/layout/list1"/>
    <dgm:cxn modelId="{7511C90A-AE41-4767-A004-7E4E6CA572AA}" type="presParOf" srcId="{67BC7049-2EC7-420F-A52A-5E5AAB44CF3C}" destId="{AFABB810-8D7E-4BD8-9BFA-DB7AB7C27F12}" srcOrd="1" destOrd="0" presId="urn:microsoft.com/office/officeart/2005/8/layout/list1"/>
    <dgm:cxn modelId="{4DC1EC7C-BC9C-42B1-837C-8F8087E0B27E}" type="presParOf" srcId="{67BC7049-2EC7-420F-A52A-5E5AAB44CF3C}" destId="{F9BCD119-4390-4A31-B3E9-B710D39C324B}" srcOrd="2" destOrd="0" presId="urn:microsoft.com/office/officeart/2005/8/layout/list1"/>
    <dgm:cxn modelId="{475BB3C7-E802-4F79-A38B-B7AA7B349774}" type="presParOf" srcId="{67BC7049-2EC7-420F-A52A-5E5AAB44CF3C}" destId="{F8E967C7-C36F-4DA2-9CDD-6BA23191ACDE}" srcOrd="3" destOrd="0" presId="urn:microsoft.com/office/officeart/2005/8/layout/list1"/>
    <dgm:cxn modelId="{B0B7ACC4-10CF-4608-8C6E-649D1A9E82E2}" type="presParOf" srcId="{67BC7049-2EC7-420F-A52A-5E5AAB44CF3C}" destId="{7CB54401-CFA0-4878-9445-EFFA87562F72}" srcOrd="4" destOrd="0" presId="urn:microsoft.com/office/officeart/2005/8/layout/list1"/>
    <dgm:cxn modelId="{A19FDFC8-2449-465E-BB2B-B963A17042FE}" type="presParOf" srcId="{7CB54401-CFA0-4878-9445-EFFA87562F72}" destId="{3F1030B6-B8CE-4507-9C0D-29131A2FD857}" srcOrd="0" destOrd="0" presId="urn:microsoft.com/office/officeart/2005/8/layout/list1"/>
    <dgm:cxn modelId="{3A531996-F429-44BD-ACCA-D36511003D37}" type="presParOf" srcId="{7CB54401-CFA0-4878-9445-EFFA87562F72}" destId="{00C4CAF2-F3A0-4A13-83F6-064CE67322BF}" srcOrd="1" destOrd="0" presId="urn:microsoft.com/office/officeart/2005/8/layout/list1"/>
    <dgm:cxn modelId="{9FF8A562-0020-4DD6-9D2C-3AD7B9F115ED}" type="presParOf" srcId="{67BC7049-2EC7-420F-A52A-5E5AAB44CF3C}" destId="{A5D09026-B800-492F-833A-10CEB2F1E07B}" srcOrd="5" destOrd="0" presId="urn:microsoft.com/office/officeart/2005/8/layout/list1"/>
    <dgm:cxn modelId="{AAB2070A-58E5-4050-8BC1-71479D9FE57D}" type="presParOf" srcId="{67BC7049-2EC7-420F-A52A-5E5AAB44CF3C}" destId="{25D14FFF-7C09-4DF1-B61D-A36C1E45E496}" srcOrd="6" destOrd="0" presId="urn:microsoft.com/office/officeart/2005/8/layout/list1"/>
    <dgm:cxn modelId="{EBB4384F-956E-4E97-9D2A-6747F7FEC873}" type="presParOf" srcId="{67BC7049-2EC7-420F-A52A-5E5AAB44CF3C}" destId="{6934D3C8-B636-4EE6-9B2A-2A12C8CCBABC}" srcOrd="7" destOrd="0" presId="urn:microsoft.com/office/officeart/2005/8/layout/list1"/>
    <dgm:cxn modelId="{36A96C3B-3C80-4BE3-AE2A-64E68744CAB2}" type="presParOf" srcId="{67BC7049-2EC7-420F-A52A-5E5AAB44CF3C}" destId="{52B157CC-092F-476C-B21D-A24B9386B105}" srcOrd="8" destOrd="0" presId="urn:microsoft.com/office/officeart/2005/8/layout/list1"/>
    <dgm:cxn modelId="{B7732C50-6E51-47F0-BF50-1B9EE3657CF2}" type="presParOf" srcId="{52B157CC-092F-476C-B21D-A24B9386B105}" destId="{DBAFF8ED-DC31-4947-8615-C9FFFAD259C8}" srcOrd="0" destOrd="0" presId="urn:microsoft.com/office/officeart/2005/8/layout/list1"/>
    <dgm:cxn modelId="{7BA5EFBC-1D9A-4497-A05E-FD1334DA1DDB}" type="presParOf" srcId="{52B157CC-092F-476C-B21D-A24B9386B105}" destId="{1B57EA76-9AD2-4D95-B965-60414F8022DD}" srcOrd="1" destOrd="0" presId="urn:microsoft.com/office/officeart/2005/8/layout/list1"/>
    <dgm:cxn modelId="{0C1F9598-78B6-4851-A7F5-D2D4C179C02B}" type="presParOf" srcId="{67BC7049-2EC7-420F-A52A-5E5AAB44CF3C}" destId="{124445D2-B1B1-4F0E-9CFD-D3B65CB4D41B}" srcOrd="9" destOrd="0" presId="urn:microsoft.com/office/officeart/2005/8/layout/list1"/>
    <dgm:cxn modelId="{304BF133-E236-4F49-B17B-7B929CD00A7F}" type="presParOf" srcId="{67BC7049-2EC7-420F-A52A-5E5AAB44CF3C}" destId="{6265B0A2-212E-44D2-BF13-6D4864BF55E3}" srcOrd="10" destOrd="0" presId="urn:microsoft.com/office/officeart/2005/8/layout/list1"/>
    <dgm:cxn modelId="{E7B10273-FB27-4A85-A04B-4A8C98DF023E}" type="presParOf" srcId="{67BC7049-2EC7-420F-A52A-5E5AAB44CF3C}" destId="{1FE5BBF3-8705-4A97-9318-79AD2CD89C8A}" srcOrd="11" destOrd="0" presId="urn:microsoft.com/office/officeart/2005/8/layout/list1"/>
    <dgm:cxn modelId="{C265F614-450D-4F27-AA74-C3ACE9780955}" type="presParOf" srcId="{67BC7049-2EC7-420F-A52A-5E5AAB44CF3C}" destId="{B1FD6740-E358-4029-A967-F0DA10CAE4A8}" srcOrd="12" destOrd="0" presId="urn:microsoft.com/office/officeart/2005/8/layout/list1"/>
    <dgm:cxn modelId="{A8466A50-C124-466D-BFEB-DCA39A714D2F}" type="presParOf" srcId="{B1FD6740-E358-4029-A967-F0DA10CAE4A8}" destId="{2BEBF26A-3A75-44F3-A123-C4AF825C8A53}" srcOrd="0" destOrd="0" presId="urn:microsoft.com/office/officeart/2005/8/layout/list1"/>
    <dgm:cxn modelId="{B1B98946-F11D-4E27-9D3F-E39FA836DD3F}" type="presParOf" srcId="{B1FD6740-E358-4029-A967-F0DA10CAE4A8}" destId="{05008C3C-B675-4E62-9002-A2A96EB6CF82}" srcOrd="1" destOrd="0" presId="urn:microsoft.com/office/officeart/2005/8/layout/list1"/>
    <dgm:cxn modelId="{E5605BAC-2514-4D88-8E2A-D0C35DC0F2A3}" type="presParOf" srcId="{67BC7049-2EC7-420F-A52A-5E5AAB44CF3C}" destId="{C8B14726-7D9D-4261-8DC8-2C2FF78904BF}" srcOrd="13" destOrd="0" presId="urn:microsoft.com/office/officeart/2005/8/layout/list1"/>
    <dgm:cxn modelId="{1D660C15-499C-4B05-94CD-600B25290F05}" type="presParOf" srcId="{67BC7049-2EC7-420F-A52A-5E5AAB44CF3C}" destId="{FC88632B-2AF8-4A28-93EC-87E9D8FEAA27}" srcOrd="14" destOrd="0" presId="urn:microsoft.com/office/officeart/2005/8/layout/list1"/>
    <dgm:cxn modelId="{9E1F9472-2C31-4317-8026-D832A355198F}" type="presParOf" srcId="{67BC7049-2EC7-420F-A52A-5E5AAB44CF3C}" destId="{F8DAD477-CB89-4A32-97FF-AD6336384A03}" srcOrd="15" destOrd="0" presId="urn:microsoft.com/office/officeart/2005/8/layout/list1"/>
    <dgm:cxn modelId="{8A7C2C2D-324A-405A-B158-D321890578B8}" type="presParOf" srcId="{67BC7049-2EC7-420F-A52A-5E5AAB44CF3C}" destId="{85C6DEE7-3ED6-4A81-943C-766D7F9065E2}" srcOrd="16" destOrd="0" presId="urn:microsoft.com/office/officeart/2005/8/layout/list1"/>
    <dgm:cxn modelId="{7534E20E-23B7-484B-9843-3D0F69308D4C}" type="presParOf" srcId="{85C6DEE7-3ED6-4A81-943C-766D7F9065E2}" destId="{F6788D51-B7B3-464B-9B48-58ABB4D6B65C}" srcOrd="0" destOrd="0" presId="urn:microsoft.com/office/officeart/2005/8/layout/list1"/>
    <dgm:cxn modelId="{25FD00EC-5652-4265-B71F-F76F7DD56004}" type="presParOf" srcId="{85C6DEE7-3ED6-4A81-943C-766D7F9065E2}" destId="{36954C01-8FC0-49A4-90EE-6D49D5B30990}" srcOrd="1" destOrd="0" presId="urn:microsoft.com/office/officeart/2005/8/layout/list1"/>
    <dgm:cxn modelId="{4872FDDD-A737-4289-8FA0-B26AD3B2AFAB}" type="presParOf" srcId="{67BC7049-2EC7-420F-A52A-5E5AAB44CF3C}" destId="{6F0046AC-83F6-4171-A4EB-655D574E917B}" srcOrd="17" destOrd="0" presId="urn:microsoft.com/office/officeart/2005/8/layout/list1"/>
    <dgm:cxn modelId="{B7A99165-FE15-487D-9778-E2362F1DA20B}" type="presParOf" srcId="{67BC7049-2EC7-420F-A52A-5E5AAB44CF3C}" destId="{78C42D8A-4E77-4259-94BF-D6239E804C7B}"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C56C0D3-A333-4C63-9C35-618B416B67E5}" type="doc">
      <dgm:prSet loTypeId="urn:microsoft.com/office/officeart/2005/8/layout/hProcess4" loCatId="process" qsTypeId="urn:microsoft.com/office/officeart/2005/8/quickstyle/simple1" qsCatId="simple" csTypeId="urn:microsoft.com/office/officeart/2005/8/colors/accent6_2" csCatId="accent6" phldr="1"/>
      <dgm:spPr/>
      <dgm:t>
        <a:bodyPr/>
        <a:lstStyle/>
        <a:p>
          <a:endParaRPr lang="es-CO"/>
        </a:p>
      </dgm:t>
    </dgm:pt>
    <dgm:pt modelId="{57E786D1-19A0-454D-AFFE-7B78B81E3067}">
      <dgm:prSet phldrT="[Text]"/>
      <dgm:spPr/>
      <dgm:t>
        <a:bodyPr/>
        <a:lstStyle/>
        <a:p>
          <a:r>
            <a:rPr lang="es-CO"/>
            <a:t>Entender el negocio y la preocupación</a:t>
          </a:r>
        </a:p>
      </dgm:t>
    </dgm:pt>
    <dgm:pt modelId="{31A4A1C7-8DA8-43FF-A4D1-6B99B6EDC618}" type="parTrans" cxnId="{2540D756-B9BB-44AD-85AA-6E03C6AA1BD5}">
      <dgm:prSet/>
      <dgm:spPr/>
      <dgm:t>
        <a:bodyPr/>
        <a:lstStyle/>
        <a:p>
          <a:endParaRPr lang="es-CO"/>
        </a:p>
      </dgm:t>
    </dgm:pt>
    <dgm:pt modelId="{417CBAE7-A02E-4B75-98C7-A4C313673957}" type="sibTrans" cxnId="{2540D756-B9BB-44AD-85AA-6E03C6AA1BD5}">
      <dgm:prSet/>
      <dgm:spPr/>
      <dgm:t>
        <a:bodyPr/>
        <a:lstStyle/>
        <a:p>
          <a:endParaRPr lang="es-CO"/>
        </a:p>
      </dgm:t>
    </dgm:pt>
    <dgm:pt modelId="{BAA26A2B-5615-4058-A9D7-4398A577D204}">
      <dgm:prSet phldrT="[Text]" custT="1"/>
      <dgm:spPr/>
      <dgm:t>
        <a:bodyPr/>
        <a:lstStyle/>
        <a:p>
          <a:r>
            <a:rPr lang="es-CO" sz="1600"/>
            <a:t>Identificar los interesados y sus preocupaciones</a:t>
          </a:r>
        </a:p>
      </dgm:t>
    </dgm:pt>
    <dgm:pt modelId="{ED421F66-16E4-4B92-824E-C4451FB594D4}" type="parTrans" cxnId="{94DF08AE-D1BA-40AB-AB6F-CB0403625323}">
      <dgm:prSet/>
      <dgm:spPr/>
      <dgm:t>
        <a:bodyPr/>
        <a:lstStyle/>
        <a:p>
          <a:endParaRPr lang="es-CO"/>
        </a:p>
      </dgm:t>
    </dgm:pt>
    <dgm:pt modelId="{B36514ED-FDA2-4AEA-83BF-89AA021CF4E5}" type="sibTrans" cxnId="{94DF08AE-D1BA-40AB-AB6F-CB0403625323}">
      <dgm:prSet/>
      <dgm:spPr/>
      <dgm:t>
        <a:bodyPr/>
        <a:lstStyle/>
        <a:p>
          <a:endParaRPr lang="es-CO"/>
        </a:p>
      </dgm:t>
    </dgm:pt>
    <dgm:pt modelId="{2EBA4C26-904C-40CB-82B7-E1A700E7BB6D}">
      <dgm:prSet phldrT="[Text]" custT="1"/>
      <dgm:spPr/>
      <dgm:t>
        <a:bodyPr/>
        <a:lstStyle/>
        <a:p>
          <a:r>
            <a:rPr lang="es-CO" sz="1600"/>
            <a:t>Definir los objetivos y preguntas iniciales de análisis</a:t>
          </a:r>
        </a:p>
      </dgm:t>
    </dgm:pt>
    <dgm:pt modelId="{DE85B62A-07F5-4D66-A061-DCA74659EE14}" type="parTrans" cxnId="{BAD18F82-5613-451F-B18A-E3C97FC6BC7A}">
      <dgm:prSet/>
      <dgm:spPr/>
      <dgm:t>
        <a:bodyPr/>
        <a:lstStyle/>
        <a:p>
          <a:endParaRPr lang="es-CO"/>
        </a:p>
      </dgm:t>
    </dgm:pt>
    <dgm:pt modelId="{6F9F7848-03ED-4D33-9248-9A951D1CE0E9}" type="sibTrans" cxnId="{BAD18F82-5613-451F-B18A-E3C97FC6BC7A}">
      <dgm:prSet/>
      <dgm:spPr/>
      <dgm:t>
        <a:bodyPr/>
        <a:lstStyle/>
        <a:p>
          <a:endParaRPr lang="es-CO"/>
        </a:p>
      </dgm:t>
    </dgm:pt>
    <dgm:pt modelId="{3A748501-BABA-4793-8416-F50E973F420B}">
      <dgm:prSet phldrT="[Text]"/>
      <dgm:spPr/>
      <dgm:t>
        <a:bodyPr/>
        <a:lstStyle/>
        <a:p>
          <a:r>
            <a:rPr lang="es-CO"/>
            <a:t>Curar los datos</a:t>
          </a:r>
        </a:p>
      </dgm:t>
    </dgm:pt>
    <dgm:pt modelId="{C10FB744-104E-47BE-B868-7BF7173237F1}" type="parTrans" cxnId="{AF7BFC35-F93F-478B-8C6B-F38D9C9214E3}">
      <dgm:prSet/>
      <dgm:spPr/>
      <dgm:t>
        <a:bodyPr/>
        <a:lstStyle/>
        <a:p>
          <a:endParaRPr lang="es-CO"/>
        </a:p>
      </dgm:t>
    </dgm:pt>
    <dgm:pt modelId="{A9022ED6-0D86-4909-9B7C-E5CDCFE38D79}" type="sibTrans" cxnId="{AF7BFC35-F93F-478B-8C6B-F38D9C9214E3}">
      <dgm:prSet/>
      <dgm:spPr/>
      <dgm:t>
        <a:bodyPr/>
        <a:lstStyle/>
        <a:p>
          <a:endParaRPr lang="es-CO"/>
        </a:p>
      </dgm:t>
    </dgm:pt>
    <dgm:pt modelId="{6A3E2312-7448-4BEB-B103-0B1A6568D2FB}">
      <dgm:prSet phldrT="[Text]" custT="1"/>
      <dgm:spPr/>
      <dgm:t>
        <a:bodyPr/>
        <a:lstStyle/>
        <a:p>
          <a:r>
            <a:rPr lang="es-CO" sz="1600"/>
            <a:t>Definir variables y conjuntos de datos</a:t>
          </a:r>
        </a:p>
      </dgm:t>
    </dgm:pt>
    <dgm:pt modelId="{FC839595-F7A6-499A-9125-A05CAE58C0F0}" type="parTrans" cxnId="{18657222-7B03-4E5E-A268-7F1C3F70A7AD}">
      <dgm:prSet/>
      <dgm:spPr/>
      <dgm:t>
        <a:bodyPr/>
        <a:lstStyle/>
        <a:p>
          <a:endParaRPr lang="es-CO"/>
        </a:p>
      </dgm:t>
    </dgm:pt>
    <dgm:pt modelId="{001803FD-FF01-4818-A28E-FE7E9067FDE8}" type="sibTrans" cxnId="{18657222-7B03-4E5E-A268-7F1C3F70A7AD}">
      <dgm:prSet/>
      <dgm:spPr/>
      <dgm:t>
        <a:bodyPr/>
        <a:lstStyle/>
        <a:p>
          <a:endParaRPr lang="es-CO"/>
        </a:p>
      </dgm:t>
    </dgm:pt>
    <dgm:pt modelId="{28646F93-A5F9-4591-A917-62FBC48644A1}">
      <dgm:prSet phldrT="[Text]" custT="1"/>
      <dgm:spPr/>
      <dgm:t>
        <a:bodyPr/>
        <a:lstStyle/>
        <a:p>
          <a:r>
            <a:rPr lang="es-CO" sz="1600"/>
            <a:t>Identificar fuentes</a:t>
          </a:r>
        </a:p>
      </dgm:t>
    </dgm:pt>
    <dgm:pt modelId="{341D9D26-E502-495C-8804-EA45579CABF7}" type="parTrans" cxnId="{C010855E-A54D-4CD9-AA24-C46982BDD995}">
      <dgm:prSet/>
      <dgm:spPr/>
      <dgm:t>
        <a:bodyPr/>
        <a:lstStyle/>
        <a:p>
          <a:endParaRPr lang="es-CO"/>
        </a:p>
      </dgm:t>
    </dgm:pt>
    <dgm:pt modelId="{486C1186-66B4-4D34-BB5F-A55689AEDD5B}" type="sibTrans" cxnId="{C010855E-A54D-4CD9-AA24-C46982BDD995}">
      <dgm:prSet/>
      <dgm:spPr/>
      <dgm:t>
        <a:bodyPr/>
        <a:lstStyle/>
        <a:p>
          <a:endParaRPr lang="es-CO"/>
        </a:p>
      </dgm:t>
    </dgm:pt>
    <dgm:pt modelId="{E9A5A311-6A18-41B8-A4C5-820C6E559731}">
      <dgm:prSet phldrT="[Text]"/>
      <dgm:spPr/>
      <dgm:t>
        <a:bodyPr/>
        <a:lstStyle/>
        <a:p>
          <a:r>
            <a:rPr lang="es-CO"/>
            <a:t>Construir los modelos de análisis</a:t>
          </a:r>
        </a:p>
      </dgm:t>
    </dgm:pt>
    <dgm:pt modelId="{E3685105-2506-41AD-873F-5D1570022382}" type="parTrans" cxnId="{CE5D9552-0368-4672-BAA6-C10EFFF6F4C9}">
      <dgm:prSet/>
      <dgm:spPr/>
      <dgm:t>
        <a:bodyPr/>
        <a:lstStyle/>
        <a:p>
          <a:endParaRPr lang="es-CO"/>
        </a:p>
      </dgm:t>
    </dgm:pt>
    <dgm:pt modelId="{519B3E8E-8D72-4ED1-A3A2-33E0427EF839}" type="sibTrans" cxnId="{CE5D9552-0368-4672-BAA6-C10EFFF6F4C9}">
      <dgm:prSet/>
      <dgm:spPr/>
      <dgm:t>
        <a:bodyPr/>
        <a:lstStyle/>
        <a:p>
          <a:endParaRPr lang="es-CO"/>
        </a:p>
      </dgm:t>
    </dgm:pt>
    <dgm:pt modelId="{FF50EE35-8899-47C4-9444-86990EEA75A6}">
      <dgm:prSet phldrT="[Text]" custT="1"/>
      <dgm:spPr/>
      <dgm:t>
        <a:bodyPr/>
        <a:lstStyle/>
        <a:p>
          <a:r>
            <a:rPr lang="es-CO" sz="1600"/>
            <a:t>Descriptivos</a:t>
          </a:r>
        </a:p>
      </dgm:t>
    </dgm:pt>
    <dgm:pt modelId="{B847BFDC-6DD7-4C53-8430-3597AFEAE41C}" type="parTrans" cxnId="{FCB0FEFC-2C66-454F-B028-EA544B5F9E13}">
      <dgm:prSet/>
      <dgm:spPr/>
      <dgm:t>
        <a:bodyPr/>
        <a:lstStyle/>
        <a:p>
          <a:endParaRPr lang="es-CO"/>
        </a:p>
      </dgm:t>
    </dgm:pt>
    <dgm:pt modelId="{5FDBA1E9-DCC2-496A-9B15-00DAF2E7533C}" type="sibTrans" cxnId="{FCB0FEFC-2C66-454F-B028-EA544B5F9E13}">
      <dgm:prSet/>
      <dgm:spPr/>
      <dgm:t>
        <a:bodyPr/>
        <a:lstStyle/>
        <a:p>
          <a:endParaRPr lang="es-CO"/>
        </a:p>
      </dgm:t>
    </dgm:pt>
    <dgm:pt modelId="{1EF4F1FC-1520-4382-BF23-B7C7A5807CC1}">
      <dgm:prSet phldrT="[Text]" custT="1"/>
      <dgm:spPr/>
      <dgm:t>
        <a:bodyPr/>
        <a:lstStyle/>
        <a:p>
          <a:r>
            <a:rPr lang="es-CO" sz="1600"/>
            <a:t>Diagnósticos</a:t>
          </a:r>
        </a:p>
      </dgm:t>
    </dgm:pt>
    <dgm:pt modelId="{D46F8134-6240-4245-9A16-220E48A51F87}" type="parTrans" cxnId="{A8B2E93B-DB23-4316-9191-6CFF1858DFF9}">
      <dgm:prSet/>
      <dgm:spPr/>
      <dgm:t>
        <a:bodyPr/>
        <a:lstStyle/>
        <a:p>
          <a:endParaRPr lang="es-CO"/>
        </a:p>
      </dgm:t>
    </dgm:pt>
    <dgm:pt modelId="{BBEF218F-C6FC-4B7D-9BDE-8EFB57FA5092}" type="sibTrans" cxnId="{A8B2E93B-DB23-4316-9191-6CFF1858DFF9}">
      <dgm:prSet/>
      <dgm:spPr/>
      <dgm:t>
        <a:bodyPr/>
        <a:lstStyle/>
        <a:p>
          <a:endParaRPr lang="es-CO"/>
        </a:p>
      </dgm:t>
    </dgm:pt>
    <dgm:pt modelId="{1B3E20A3-2BDB-4547-A79E-13EBEEF68FFB}">
      <dgm:prSet phldrT="[Text]" custT="1"/>
      <dgm:spPr/>
      <dgm:t>
        <a:bodyPr/>
        <a:lstStyle/>
        <a:p>
          <a:r>
            <a:rPr lang="es-CO" sz="1600"/>
            <a:t>Cargue y preparación de datos</a:t>
          </a:r>
        </a:p>
      </dgm:t>
    </dgm:pt>
    <dgm:pt modelId="{E0DDD3D4-A896-4059-B569-D3115EEC01F1}" type="parTrans" cxnId="{D478B612-221B-47F3-963F-7C53EB40BFFF}">
      <dgm:prSet/>
      <dgm:spPr/>
      <dgm:t>
        <a:bodyPr/>
        <a:lstStyle/>
        <a:p>
          <a:endParaRPr lang="es-CO"/>
        </a:p>
      </dgm:t>
    </dgm:pt>
    <dgm:pt modelId="{DF29A009-77F9-4F2F-B672-6DD7FC974765}" type="sibTrans" cxnId="{D478B612-221B-47F3-963F-7C53EB40BFFF}">
      <dgm:prSet/>
      <dgm:spPr/>
      <dgm:t>
        <a:bodyPr/>
        <a:lstStyle/>
        <a:p>
          <a:endParaRPr lang="es-CO"/>
        </a:p>
      </dgm:t>
    </dgm:pt>
    <dgm:pt modelId="{6F7DF7A2-38A4-4F3C-8C32-27A6C66EC8C7}">
      <dgm:prSet phldrT="[Text]" custT="1"/>
      <dgm:spPr/>
      <dgm:t>
        <a:bodyPr/>
        <a:lstStyle/>
        <a:p>
          <a:r>
            <a:rPr lang="es-CO" sz="1600"/>
            <a:t>Predictivos</a:t>
          </a:r>
        </a:p>
      </dgm:t>
    </dgm:pt>
    <dgm:pt modelId="{7CD592F1-E5AB-42AF-9426-F4D5FD6A0E63}" type="parTrans" cxnId="{6EB0B18E-59A5-4E8A-B3CD-1E2AD50435A8}">
      <dgm:prSet/>
      <dgm:spPr/>
      <dgm:t>
        <a:bodyPr/>
        <a:lstStyle/>
        <a:p>
          <a:endParaRPr lang="es-CO"/>
        </a:p>
      </dgm:t>
    </dgm:pt>
    <dgm:pt modelId="{DC5416B9-F7DD-4408-9D7F-9BBE4107015C}" type="sibTrans" cxnId="{6EB0B18E-59A5-4E8A-B3CD-1E2AD50435A8}">
      <dgm:prSet/>
      <dgm:spPr/>
      <dgm:t>
        <a:bodyPr/>
        <a:lstStyle/>
        <a:p>
          <a:endParaRPr lang="es-CO"/>
        </a:p>
      </dgm:t>
    </dgm:pt>
    <dgm:pt modelId="{79C6ACBE-E19F-4E3B-B1D6-8AE118229F51}">
      <dgm:prSet phldrT="[Text]"/>
      <dgm:spPr/>
      <dgm:t>
        <a:bodyPr/>
        <a:lstStyle/>
        <a:p>
          <a:r>
            <a:rPr lang="es-CO"/>
            <a:t>Implementar</a:t>
          </a:r>
        </a:p>
      </dgm:t>
    </dgm:pt>
    <dgm:pt modelId="{AFEB4C06-A550-4187-9FB4-88D4906E7C72}" type="parTrans" cxnId="{065F27A4-4069-444C-84ED-E75765D3A6B2}">
      <dgm:prSet/>
      <dgm:spPr/>
      <dgm:t>
        <a:bodyPr/>
        <a:lstStyle/>
        <a:p>
          <a:endParaRPr lang="es-CO"/>
        </a:p>
      </dgm:t>
    </dgm:pt>
    <dgm:pt modelId="{5DB50DA5-356D-4D2D-884C-3B033AD600C4}" type="sibTrans" cxnId="{065F27A4-4069-444C-84ED-E75765D3A6B2}">
      <dgm:prSet/>
      <dgm:spPr/>
      <dgm:t>
        <a:bodyPr/>
        <a:lstStyle/>
        <a:p>
          <a:endParaRPr lang="es-CO"/>
        </a:p>
      </dgm:t>
    </dgm:pt>
    <dgm:pt modelId="{23503A90-CCDE-47A3-92B1-0294573E0073}">
      <dgm:prSet phldrT="[Text]" custT="1"/>
      <dgm:spPr/>
      <dgm:t>
        <a:bodyPr/>
        <a:lstStyle/>
        <a:p>
          <a:r>
            <a:rPr lang="es-CO" sz="1600"/>
            <a:t>Comunicar los resultados</a:t>
          </a:r>
        </a:p>
      </dgm:t>
    </dgm:pt>
    <dgm:pt modelId="{92BB3001-C66E-43F3-9B21-0F6CCD24C7D6}" type="parTrans" cxnId="{F0F1530E-A807-49C0-BD10-C364B1D71723}">
      <dgm:prSet/>
      <dgm:spPr/>
      <dgm:t>
        <a:bodyPr/>
        <a:lstStyle/>
        <a:p>
          <a:endParaRPr lang="es-CO"/>
        </a:p>
      </dgm:t>
    </dgm:pt>
    <dgm:pt modelId="{EE163889-9CDB-4E29-A0C8-A4BAF14219C1}" type="sibTrans" cxnId="{F0F1530E-A807-49C0-BD10-C364B1D71723}">
      <dgm:prSet/>
      <dgm:spPr/>
      <dgm:t>
        <a:bodyPr/>
        <a:lstStyle/>
        <a:p>
          <a:endParaRPr lang="es-CO"/>
        </a:p>
      </dgm:t>
    </dgm:pt>
    <dgm:pt modelId="{75FD2E88-CE0D-4082-B757-F1CE6E58E45A}">
      <dgm:prSet phldrT="[Text]" custT="1"/>
      <dgm:spPr/>
      <dgm:t>
        <a:bodyPr/>
        <a:lstStyle/>
        <a:p>
          <a:r>
            <a:rPr lang="es-CO" sz="1600"/>
            <a:t>Construir los productos de datos</a:t>
          </a:r>
        </a:p>
      </dgm:t>
    </dgm:pt>
    <dgm:pt modelId="{E1E9D321-0187-4A15-A00E-66BC707764E1}" type="parTrans" cxnId="{191DF89B-D6AA-47B7-B36F-B86516B1D860}">
      <dgm:prSet/>
      <dgm:spPr/>
      <dgm:t>
        <a:bodyPr/>
        <a:lstStyle/>
        <a:p>
          <a:endParaRPr lang="es-CO"/>
        </a:p>
      </dgm:t>
    </dgm:pt>
    <dgm:pt modelId="{1198029B-7280-40AC-9B20-4A8E6FC1A85C}" type="sibTrans" cxnId="{191DF89B-D6AA-47B7-B36F-B86516B1D860}">
      <dgm:prSet/>
      <dgm:spPr/>
      <dgm:t>
        <a:bodyPr/>
        <a:lstStyle/>
        <a:p>
          <a:endParaRPr lang="es-CO"/>
        </a:p>
      </dgm:t>
    </dgm:pt>
    <dgm:pt modelId="{10246F5C-1123-4DDD-A88C-22087B368725}">
      <dgm:prSet phldrT="[Text]" custT="1"/>
      <dgm:spPr/>
      <dgm:t>
        <a:bodyPr/>
        <a:lstStyle/>
        <a:p>
          <a:r>
            <a:rPr lang="es-CO" sz="1600"/>
            <a:t>Tomar las acciones</a:t>
          </a:r>
        </a:p>
      </dgm:t>
    </dgm:pt>
    <dgm:pt modelId="{76BD9219-3694-448E-BC1B-75CC4D43A335}" type="parTrans" cxnId="{CC87F582-EBE8-45E1-862A-3B3FEAF0A85E}">
      <dgm:prSet/>
      <dgm:spPr/>
      <dgm:t>
        <a:bodyPr/>
        <a:lstStyle/>
        <a:p>
          <a:endParaRPr lang="es-CO"/>
        </a:p>
      </dgm:t>
    </dgm:pt>
    <dgm:pt modelId="{AFCE9408-9C82-451B-906D-C6BBD9C819C0}" type="sibTrans" cxnId="{CC87F582-EBE8-45E1-862A-3B3FEAF0A85E}">
      <dgm:prSet/>
      <dgm:spPr/>
      <dgm:t>
        <a:bodyPr/>
        <a:lstStyle/>
        <a:p>
          <a:endParaRPr lang="es-CO"/>
        </a:p>
      </dgm:t>
    </dgm:pt>
    <dgm:pt modelId="{BCE79480-6217-4B58-96B8-DFABB13BCB10}">
      <dgm:prSet phldrT="[Text]" custT="1"/>
      <dgm:spPr/>
      <dgm:t>
        <a:bodyPr/>
        <a:lstStyle/>
        <a:p>
          <a:r>
            <a:rPr lang="es-CO" sz="1600"/>
            <a:t>Decisiones que toma</a:t>
          </a:r>
        </a:p>
      </dgm:t>
    </dgm:pt>
    <dgm:pt modelId="{83DCDFC4-4D6B-416B-A71A-9B036A44E7E9}" type="parTrans" cxnId="{9305314A-3361-42F6-99C0-AF41CF808812}">
      <dgm:prSet/>
      <dgm:spPr/>
      <dgm:t>
        <a:bodyPr/>
        <a:lstStyle/>
        <a:p>
          <a:endParaRPr lang="es-CO"/>
        </a:p>
      </dgm:t>
    </dgm:pt>
    <dgm:pt modelId="{590A07B4-39ED-4572-BB62-5CFF9039821A}" type="sibTrans" cxnId="{9305314A-3361-42F6-99C0-AF41CF808812}">
      <dgm:prSet/>
      <dgm:spPr/>
      <dgm:t>
        <a:bodyPr/>
        <a:lstStyle/>
        <a:p>
          <a:endParaRPr lang="es-CO"/>
        </a:p>
      </dgm:t>
    </dgm:pt>
    <dgm:pt modelId="{A8489C4C-7D72-4AB4-BD1A-7DA763F732CB}" type="pres">
      <dgm:prSet presAssocID="{EC56C0D3-A333-4C63-9C35-618B416B67E5}" presName="Name0" presStyleCnt="0">
        <dgm:presLayoutVars>
          <dgm:dir/>
          <dgm:animLvl val="lvl"/>
          <dgm:resizeHandles val="exact"/>
        </dgm:presLayoutVars>
      </dgm:prSet>
      <dgm:spPr/>
    </dgm:pt>
    <dgm:pt modelId="{96A364AC-29CB-472D-94BC-D2C3C4838938}" type="pres">
      <dgm:prSet presAssocID="{EC56C0D3-A333-4C63-9C35-618B416B67E5}" presName="tSp" presStyleCnt="0"/>
      <dgm:spPr/>
    </dgm:pt>
    <dgm:pt modelId="{3E41EBAB-FD10-4F86-8F48-FC9233EE593F}" type="pres">
      <dgm:prSet presAssocID="{EC56C0D3-A333-4C63-9C35-618B416B67E5}" presName="bSp" presStyleCnt="0"/>
      <dgm:spPr/>
    </dgm:pt>
    <dgm:pt modelId="{2AC0EDCC-F902-447F-9BEA-A2B64B209D00}" type="pres">
      <dgm:prSet presAssocID="{EC56C0D3-A333-4C63-9C35-618B416B67E5}" presName="process" presStyleCnt="0"/>
      <dgm:spPr/>
    </dgm:pt>
    <dgm:pt modelId="{5AB16EE5-F16D-4A12-B86E-4CC600D0D703}" type="pres">
      <dgm:prSet presAssocID="{57E786D1-19A0-454D-AFFE-7B78B81E3067}" presName="composite1" presStyleCnt="0"/>
      <dgm:spPr/>
    </dgm:pt>
    <dgm:pt modelId="{3D7E6664-AF01-49E7-951B-CB6C85C6B2B5}" type="pres">
      <dgm:prSet presAssocID="{57E786D1-19A0-454D-AFFE-7B78B81E3067}" presName="dummyNode1" presStyleLbl="node1" presStyleIdx="0" presStyleCnt="4"/>
      <dgm:spPr/>
    </dgm:pt>
    <dgm:pt modelId="{820A576B-49CD-4ADB-9571-2D5555F9D383}" type="pres">
      <dgm:prSet presAssocID="{57E786D1-19A0-454D-AFFE-7B78B81E3067}" presName="childNode1" presStyleLbl="bgAcc1" presStyleIdx="0" presStyleCnt="4" custScaleX="116684" custScaleY="134605">
        <dgm:presLayoutVars>
          <dgm:bulletEnabled val="1"/>
        </dgm:presLayoutVars>
      </dgm:prSet>
      <dgm:spPr/>
    </dgm:pt>
    <dgm:pt modelId="{155D411B-F0C1-4673-B4FD-62CF1FBA01C9}" type="pres">
      <dgm:prSet presAssocID="{57E786D1-19A0-454D-AFFE-7B78B81E3067}" presName="childNode1tx" presStyleLbl="bgAcc1" presStyleIdx="0" presStyleCnt="4">
        <dgm:presLayoutVars>
          <dgm:bulletEnabled val="1"/>
        </dgm:presLayoutVars>
      </dgm:prSet>
      <dgm:spPr/>
    </dgm:pt>
    <dgm:pt modelId="{8B184F43-5FCC-45A2-B0CB-9F026FCC8DF0}" type="pres">
      <dgm:prSet presAssocID="{57E786D1-19A0-454D-AFFE-7B78B81E3067}" presName="parentNode1" presStyleLbl="node1" presStyleIdx="0" presStyleCnt="4" custLinFactNeighborX="-23620" custLinFactNeighborY="29092">
        <dgm:presLayoutVars>
          <dgm:chMax val="1"/>
          <dgm:bulletEnabled val="1"/>
        </dgm:presLayoutVars>
      </dgm:prSet>
      <dgm:spPr/>
    </dgm:pt>
    <dgm:pt modelId="{C61F82EC-AC3E-4767-8072-7BBC4DA5A878}" type="pres">
      <dgm:prSet presAssocID="{57E786D1-19A0-454D-AFFE-7B78B81E3067}" presName="connSite1" presStyleCnt="0"/>
      <dgm:spPr/>
    </dgm:pt>
    <dgm:pt modelId="{FEC3521D-C948-4B84-8408-68633D9B1575}" type="pres">
      <dgm:prSet presAssocID="{417CBAE7-A02E-4B75-98C7-A4C313673957}" presName="Name9" presStyleLbl="sibTrans2D1" presStyleIdx="0" presStyleCnt="3"/>
      <dgm:spPr/>
    </dgm:pt>
    <dgm:pt modelId="{55139C81-B2C5-47DE-A465-9E6214F3FB93}" type="pres">
      <dgm:prSet presAssocID="{3A748501-BABA-4793-8416-F50E973F420B}" presName="composite2" presStyleCnt="0"/>
      <dgm:spPr/>
    </dgm:pt>
    <dgm:pt modelId="{949A7C28-2255-4033-93CE-A401EFA36E55}" type="pres">
      <dgm:prSet presAssocID="{3A748501-BABA-4793-8416-F50E973F420B}" presName="dummyNode2" presStyleLbl="node1" presStyleIdx="0" presStyleCnt="4"/>
      <dgm:spPr/>
    </dgm:pt>
    <dgm:pt modelId="{9AA55983-150B-4086-85AF-DABC33479B06}" type="pres">
      <dgm:prSet presAssocID="{3A748501-BABA-4793-8416-F50E973F420B}" presName="childNode2" presStyleLbl="bgAcc1" presStyleIdx="1" presStyleCnt="4" custScaleX="119797" custScaleY="116394">
        <dgm:presLayoutVars>
          <dgm:bulletEnabled val="1"/>
        </dgm:presLayoutVars>
      </dgm:prSet>
      <dgm:spPr/>
    </dgm:pt>
    <dgm:pt modelId="{C6E66FD7-D399-4DB0-B150-7DA8957BFC55}" type="pres">
      <dgm:prSet presAssocID="{3A748501-BABA-4793-8416-F50E973F420B}" presName="childNode2tx" presStyleLbl="bgAcc1" presStyleIdx="1" presStyleCnt="4">
        <dgm:presLayoutVars>
          <dgm:bulletEnabled val="1"/>
        </dgm:presLayoutVars>
      </dgm:prSet>
      <dgm:spPr/>
    </dgm:pt>
    <dgm:pt modelId="{C6E84FAA-B646-47F8-931D-28EFD271F3DB}" type="pres">
      <dgm:prSet presAssocID="{3A748501-BABA-4793-8416-F50E973F420B}" presName="parentNode2" presStyleLbl="node1" presStyleIdx="1" presStyleCnt="4">
        <dgm:presLayoutVars>
          <dgm:chMax val="0"/>
          <dgm:bulletEnabled val="1"/>
        </dgm:presLayoutVars>
      </dgm:prSet>
      <dgm:spPr/>
    </dgm:pt>
    <dgm:pt modelId="{67994A2F-69D8-4939-A0B3-F7A9ADD5DB49}" type="pres">
      <dgm:prSet presAssocID="{3A748501-BABA-4793-8416-F50E973F420B}" presName="connSite2" presStyleCnt="0"/>
      <dgm:spPr/>
    </dgm:pt>
    <dgm:pt modelId="{E34D8FFF-D2CE-407A-847D-C4DB022F7712}" type="pres">
      <dgm:prSet presAssocID="{A9022ED6-0D86-4909-9B7C-E5CDCFE38D79}" presName="Name18" presStyleLbl="sibTrans2D1" presStyleIdx="1" presStyleCnt="3"/>
      <dgm:spPr/>
    </dgm:pt>
    <dgm:pt modelId="{1BD72D23-1ACC-44E0-AE4B-91A83776C80F}" type="pres">
      <dgm:prSet presAssocID="{E9A5A311-6A18-41B8-A4C5-820C6E559731}" presName="composite1" presStyleCnt="0"/>
      <dgm:spPr/>
    </dgm:pt>
    <dgm:pt modelId="{BE142F19-BDDE-4AFC-AAC8-54FFFD22450D}" type="pres">
      <dgm:prSet presAssocID="{E9A5A311-6A18-41B8-A4C5-820C6E559731}" presName="dummyNode1" presStyleLbl="node1" presStyleIdx="1" presStyleCnt="4"/>
      <dgm:spPr/>
    </dgm:pt>
    <dgm:pt modelId="{C727B6A1-03E8-44A3-AFCC-B4BF85BCF064}" type="pres">
      <dgm:prSet presAssocID="{E9A5A311-6A18-41B8-A4C5-820C6E559731}" presName="childNode1" presStyleLbl="bgAcc1" presStyleIdx="2" presStyleCnt="4">
        <dgm:presLayoutVars>
          <dgm:bulletEnabled val="1"/>
        </dgm:presLayoutVars>
      </dgm:prSet>
      <dgm:spPr/>
    </dgm:pt>
    <dgm:pt modelId="{E5FFA0F1-464B-455C-85FD-DE2FB5A1D7E0}" type="pres">
      <dgm:prSet presAssocID="{E9A5A311-6A18-41B8-A4C5-820C6E559731}" presName="childNode1tx" presStyleLbl="bgAcc1" presStyleIdx="2" presStyleCnt="4">
        <dgm:presLayoutVars>
          <dgm:bulletEnabled val="1"/>
        </dgm:presLayoutVars>
      </dgm:prSet>
      <dgm:spPr/>
    </dgm:pt>
    <dgm:pt modelId="{F24D3251-EA37-446F-9EB1-E33C6B0C42D4}" type="pres">
      <dgm:prSet presAssocID="{E9A5A311-6A18-41B8-A4C5-820C6E559731}" presName="parentNode1" presStyleLbl="node1" presStyleIdx="2" presStyleCnt="4">
        <dgm:presLayoutVars>
          <dgm:chMax val="1"/>
          <dgm:bulletEnabled val="1"/>
        </dgm:presLayoutVars>
      </dgm:prSet>
      <dgm:spPr/>
    </dgm:pt>
    <dgm:pt modelId="{DFFBF902-5C9F-430B-8AAC-6550E530492B}" type="pres">
      <dgm:prSet presAssocID="{E9A5A311-6A18-41B8-A4C5-820C6E559731}" presName="connSite1" presStyleCnt="0"/>
      <dgm:spPr/>
    </dgm:pt>
    <dgm:pt modelId="{5998D767-CCB7-4BEB-9AAA-94729426F7CA}" type="pres">
      <dgm:prSet presAssocID="{519B3E8E-8D72-4ED1-A3A2-33E0427EF839}" presName="Name9" presStyleLbl="sibTrans2D1" presStyleIdx="2" presStyleCnt="3"/>
      <dgm:spPr/>
    </dgm:pt>
    <dgm:pt modelId="{3E3D42FD-D670-46CD-96A8-B0774D7B6D8E}" type="pres">
      <dgm:prSet presAssocID="{79C6ACBE-E19F-4E3B-B1D6-8AE118229F51}" presName="composite2" presStyleCnt="0"/>
      <dgm:spPr/>
    </dgm:pt>
    <dgm:pt modelId="{C0D23CCC-6FDD-4ABF-B438-29211F2065B7}" type="pres">
      <dgm:prSet presAssocID="{79C6ACBE-E19F-4E3B-B1D6-8AE118229F51}" presName="dummyNode2" presStyleLbl="node1" presStyleIdx="2" presStyleCnt="4"/>
      <dgm:spPr/>
    </dgm:pt>
    <dgm:pt modelId="{6B538D61-3A55-4488-BBFD-C6B9C908B8CB}" type="pres">
      <dgm:prSet presAssocID="{79C6ACBE-E19F-4E3B-B1D6-8AE118229F51}" presName="childNode2" presStyleLbl="bgAcc1" presStyleIdx="3" presStyleCnt="4">
        <dgm:presLayoutVars>
          <dgm:bulletEnabled val="1"/>
        </dgm:presLayoutVars>
      </dgm:prSet>
      <dgm:spPr/>
    </dgm:pt>
    <dgm:pt modelId="{9323AF8B-7311-451B-83FF-A955A7066F18}" type="pres">
      <dgm:prSet presAssocID="{79C6ACBE-E19F-4E3B-B1D6-8AE118229F51}" presName="childNode2tx" presStyleLbl="bgAcc1" presStyleIdx="3" presStyleCnt="4">
        <dgm:presLayoutVars>
          <dgm:bulletEnabled val="1"/>
        </dgm:presLayoutVars>
      </dgm:prSet>
      <dgm:spPr/>
    </dgm:pt>
    <dgm:pt modelId="{16B30115-7A97-4B14-B291-33BBE7D3B53E}" type="pres">
      <dgm:prSet presAssocID="{79C6ACBE-E19F-4E3B-B1D6-8AE118229F51}" presName="parentNode2" presStyleLbl="node1" presStyleIdx="3" presStyleCnt="4">
        <dgm:presLayoutVars>
          <dgm:chMax val="0"/>
          <dgm:bulletEnabled val="1"/>
        </dgm:presLayoutVars>
      </dgm:prSet>
      <dgm:spPr/>
    </dgm:pt>
    <dgm:pt modelId="{67CD5885-3230-487A-B803-FDD1E57C291B}" type="pres">
      <dgm:prSet presAssocID="{79C6ACBE-E19F-4E3B-B1D6-8AE118229F51}" presName="connSite2" presStyleCnt="0"/>
      <dgm:spPr/>
    </dgm:pt>
  </dgm:ptLst>
  <dgm:cxnLst>
    <dgm:cxn modelId="{DE3F9104-0D3C-494A-88B6-1D2600E988E0}" type="presOf" srcId="{79C6ACBE-E19F-4E3B-B1D6-8AE118229F51}" destId="{16B30115-7A97-4B14-B291-33BBE7D3B53E}" srcOrd="0" destOrd="0" presId="urn:microsoft.com/office/officeart/2005/8/layout/hProcess4"/>
    <dgm:cxn modelId="{8F43900D-C05E-4C74-B9BA-A1EC328AC6BD}" type="presOf" srcId="{1B3E20A3-2BDB-4547-A79E-13EBEEF68FFB}" destId="{9AA55983-150B-4086-85AF-DABC33479B06}" srcOrd="0" destOrd="2" presId="urn:microsoft.com/office/officeart/2005/8/layout/hProcess4"/>
    <dgm:cxn modelId="{F0F1530E-A807-49C0-BD10-C364B1D71723}" srcId="{79C6ACBE-E19F-4E3B-B1D6-8AE118229F51}" destId="{23503A90-CCDE-47A3-92B1-0294573E0073}" srcOrd="0" destOrd="0" parTransId="{92BB3001-C66E-43F3-9B21-0F6CCD24C7D6}" sibTransId="{EE163889-9CDB-4E29-A0C8-A4BAF14219C1}"/>
    <dgm:cxn modelId="{F2CF9F0F-2C2B-4AD1-9A22-A951A2781F3B}" type="presOf" srcId="{6A3E2312-7448-4BEB-B103-0B1A6568D2FB}" destId="{C6E66FD7-D399-4DB0-B150-7DA8957BFC55}" srcOrd="1" destOrd="0" presId="urn:microsoft.com/office/officeart/2005/8/layout/hProcess4"/>
    <dgm:cxn modelId="{D478B612-221B-47F3-963F-7C53EB40BFFF}" srcId="{3A748501-BABA-4793-8416-F50E973F420B}" destId="{1B3E20A3-2BDB-4547-A79E-13EBEEF68FFB}" srcOrd="2" destOrd="0" parTransId="{E0DDD3D4-A896-4059-B569-D3115EEC01F1}" sibTransId="{DF29A009-77F9-4F2F-B672-6DD7FC974765}"/>
    <dgm:cxn modelId="{9342B113-CD4F-4704-AF54-295875BF27C4}" type="presOf" srcId="{10246F5C-1123-4DDD-A88C-22087B368725}" destId="{6B538D61-3A55-4488-BBFD-C6B9C908B8CB}" srcOrd="0" destOrd="2" presId="urn:microsoft.com/office/officeart/2005/8/layout/hProcess4"/>
    <dgm:cxn modelId="{5670B61C-2717-4067-97AA-1D99104554FA}" type="presOf" srcId="{BCE79480-6217-4B58-96B8-DFABB13BCB10}" destId="{155D411B-F0C1-4673-B4FD-62CF1FBA01C9}" srcOrd="1" destOrd="1" presId="urn:microsoft.com/office/officeart/2005/8/layout/hProcess4"/>
    <dgm:cxn modelId="{18657222-7B03-4E5E-A268-7F1C3F70A7AD}" srcId="{3A748501-BABA-4793-8416-F50E973F420B}" destId="{6A3E2312-7448-4BEB-B103-0B1A6568D2FB}" srcOrd="0" destOrd="0" parTransId="{FC839595-F7A6-499A-9125-A05CAE58C0F0}" sibTransId="{001803FD-FF01-4818-A28E-FE7E9067FDE8}"/>
    <dgm:cxn modelId="{CE960223-DEFF-4D89-AFAC-7F7F826D010E}" type="presOf" srcId="{6A3E2312-7448-4BEB-B103-0B1A6568D2FB}" destId="{9AA55983-150B-4086-85AF-DABC33479B06}" srcOrd="0" destOrd="0" presId="urn:microsoft.com/office/officeart/2005/8/layout/hProcess4"/>
    <dgm:cxn modelId="{D5223527-B6DA-4049-B66A-40D50DB1A616}" type="presOf" srcId="{FF50EE35-8899-47C4-9444-86990EEA75A6}" destId="{E5FFA0F1-464B-455C-85FD-DE2FB5A1D7E0}" srcOrd="1" destOrd="0" presId="urn:microsoft.com/office/officeart/2005/8/layout/hProcess4"/>
    <dgm:cxn modelId="{E9160E28-3A09-4E05-A592-EF9E96D8B520}" type="presOf" srcId="{E9A5A311-6A18-41B8-A4C5-820C6E559731}" destId="{F24D3251-EA37-446F-9EB1-E33C6B0C42D4}" srcOrd="0" destOrd="0" presId="urn:microsoft.com/office/officeart/2005/8/layout/hProcess4"/>
    <dgm:cxn modelId="{AF7BFC35-F93F-478B-8C6B-F38D9C9214E3}" srcId="{EC56C0D3-A333-4C63-9C35-618B416B67E5}" destId="{3A748501-BABA-4793-8416-F50E973F420B}" srcOrd="1" destOrd="0" parTransId="{C10FB744-104E-47BE-B868-7BF7173237F1}" sibTransId="{A9022ED6-0D86-4909-9B7C-E5CDCFE38D79}"/>
    <dgm:cxn modelId="{A8B2E93B-DB23-4316-9191-6CFF1858DFF9}" srcId="{E9A5A311-6A18-41B8-A4C5-820C6E559731}" destId="{1EF4F1FC-1520-4382-BF23-B7C7A5807CC1}" srcOrd="1" destOrd="0" parTransId="{D46F8134-6240-4245-9A16-220E48A51F87}" sibTransId="{BBEF218F-C6FC-4B7D-9BDE-8EFB57FA5092}"/>
    <dgm:cxn modelId="{A4F91D3D-EA7A-4133-932F-1B41435E1602}" type="presOf" srcId="{2EBA4C26-904C-40CB-82B7-E1A700E7BB6D}" destId="{820A576B-49CD-4ADB-9571-2D5555F9D383}" srcOrd="0" destOrd="2" presId="urn:microsoft.com/office/officeart/2005/8/layout/hProcess4"/>
    <dgm:cxn modelId="{FFF7303E-B28D-4EE0-99A5-B89EAA7E349A}" type="presOf" srcId="{28646F93-A5F9-4591-A917-62FBC48644A1}" destId="{9AA55983-150B-4086-85AF-DABC33479B06}" srcOrd="0" destOrd="1" presId="urn:microsoft.com/office/officeart/2005/8/layout/hProcess4"/>
    <dgm:cxn modelId="{137F895B-54C7-4C4A-A7E1-9FAC864C8C50}" type="presOf" srcId="{75FD2E88-CE0D-4082-B757-F1CE6E58E45A}" destId="{9323AF8B-7311-451B-83FF-A955A7066F18}" srcOrd="1" destOrd="1" presId="urn:microsoft.com/office/officeart/2005/8/layout/hProcess4"/>
    <dgm:cxn modelId="{C010855E-A54D-4CD9-AA24-C46982BDD995}" srcId="{3A748501-BABA-4793-8416-F50E973F420B}" destId="{28646F93-A5F9-4591-A917-62FBC48644A1}" srcOrd="1" destOrd="0" parTransId="{341D9D26-E502-495C-8804-EA45579CABF7}" sibTransId="{486C1186-66B4-4D34-BB5F-A55689AEDD5B}"/>
    <dgm:cxn modelId="{9305314A-3361-42F6-99C0-AF41CF808812}" srcId="{57E786D1-19A0-454D-AFFE-7B78B81E3067}" destId="{BCE79480-6217-4B58-96B8-DFABB13BCB10}" srcOrd="1" destOrd="0" parTransId="{83DCDFC4-4D6B-416B-A71A-9B036A44E7E9}" sibTransId="{590A07B4-39ED-4572-BB62-5CFF9039821A}"/>
    <dgm:cxn modelId="{381FE74D-08CD-4A46-A893-CBB014216D4B}" type="presOf" srcId="{A9022ED6-0D86-4909-9B7C-E5CDCFE38D79}" destId="{E34D8FFF-D2CE-407A-847D-C4DB022F7712}" srcOrd="0" destOrd="0" presId="urn:microsoft.com/office/officeart/2005/8/layout/hProcess4"/>
    <dgm:cxn modelId="{CE5D9552-0368-4672-BAA6-C10EFFF6F4C9}" srcId="{EC56C0D3-A333-4C63-9C35-618B416B67E5}" destId="{E9A5A311-6A18-41B8-A4C5-820C6E559731}" srcOrd="2" destOrd="0" parTransId="{E3685105-2506-41AD-873F-5D1570022382}" sibTransId="{519B3E8E-8D72-4ED1-A3A2-33E0427EF839}"/>
    <dgm:cxn modelId="{3BB5F454-CCB7-4895-AA4A-B545C26EA964}" type="presOf" srcId="{2EBA4C26-904C-40CB-82B7-E1A700E7BB6D}" destId="{155D411B-F0C1-4673-B4FD-62CF1FBA01C9}" srcOrd="1" destOrd="2" presId="urn:microsoft.com/office/officeart/2005/8/layout/hProcess4"/>
    <dgm:cxn modelId="{B2B47556-4319-4A06-B3C5-9879E4D151D6}" type="presOf" srcId="{6F7DF7A2-38A4-4F3C-8C32-27A6C66EC8C7}" destId="{E5FFA0F1-464B-455C-85FD-DE2FB5A1D7E0}" srcOrd="1" destOrd="2" presId="urn:microsoft.com/office/officeart/2005/8/layout/hProcess4"/>
    <dgm:cxn modelId="{2540D756-B9BB-44AD-85AA-6E03C6AA1BD5}" srcId="{EC56C0D3-A333-4C63-9C35-618B416B67E5}" destId="{57E786D1-19A0-454D-AFFE-7B78B81E3067}" srcOrd="0" destOrd="0" parTransId="{31A4A1C7-8DA8-43FF-A4D1-6B99B6EDC618}" sibTransId="{417CBAE7-A02E-4B75-98C7-A4C313673957}"/>
    <dgm:cxn modelId="{7CC95D7C-471D-4ADC-8F03-71ED99C2397D}" type="presOf" srcId="{1EF4F1FC-1520-4382-BF23-B7C7A5807CC1}" destId="{C727B6A1-03E8-44A3-AFCC-B4BF85BCF064}" srcOrd="0" destOrd="1" presId="urn:microsoft.com/office/officeart/2005/8/layout/hProcess4"/>
    <dgm:cxn modelId="{BAD18F82-5613-451F-B18A-E3C97FC6BC7A}" srcId="{57E786D1-19A0-454D-AFFE-7B78B81E3067}" destId="{2EBA4C26-904C-40CB-82B7-E1A700E7BB6D}" srcOrd="2" destOrd="0" parTransId="{DE85B62A-07F5-4D66-A061-DCA74659EE14}" sibTransId="{6F9F7848-03ED-4D33-9248-9A951D1CE0E9}"/>
    <dgm:cxn modelId="{CC87F582-EBE8-45E1-862A-3B3FEAF0A85E}" srcId="{79C6ACBE-E19F-4E3B-B1D6-8AE118229F51}" destId="{10246F5C-1123-4DDD-A88C-22087B368725}" srcOrd="2" destOrd="0" parTransId="{76BD9219-3694-448E-BC1B-75CC4D43A335}" sibTransId="{AFCE9408-9C82-451B-906D-C6BBD9C819C0}"/>
    <dgm:cxn modelId="{18C61883-9763-42CB-BAB2-7B0EB059ABCF}" type="presOf" srcId="{BAA26A2B-5615-4058-A9D7-4398A577D204}" destId="{820A576B-49CD-4ADB-9571-2D5555F9D383}" srcOrd="0" destOrd="0" presId="urn:microsoft.com/office/officeart/2005/8/layout/hProcess4"/>
    <dgm:cxn modelId="{1433B98B-727F-4C42-B757-FC0307A54717}" type="presOf" srcId="{417CBAE7-A02E-4B75-98C7-A4C313673957}" destId="{FEC3521D-C948-4B84-8408-68633D9B1575}" srcOrd="0" destOrd="0" presId="urn:microsoft.com/office/officeart/2005/8/layout/hProcess4"/>
    <dgm:cxn modelId="{6EB0B18E-59A5-4E8A-B3CD-1E2AD50435A8}" srcId="{E9A5A311-6A18-41B8-A4C5-820C6E559731}" destId="{6F7DF7A2-38A4-4F3C-8C32-27A6C66EC8C7}" srcOrd="2" destOrd="0" parTransId="{7CD592F1-E5AB-42AF-9426-F4D5FD6A0E63}" sibTransId="{DC5416B9-F7DD-4408-9D7F-9BBE4107015C}"/>
    <dgm:cxn modelId="{2A45788F-DC08-4E7D-94C7-108A218B448C}" type="presOf" srcId="{3A748501-BABA-4793-8416-F50E973F420B}" destId="{C6E84FAA-B646-47F8-931D-28EFD271F3DB}" srcOrd="0" destOrd="0" presId="urn:microsoft.com/office/officeart/2005/8/layout/hProcess4"/>
    <dgm:cxn modelId="{A49A1294-D519-4F55-80CA-074113A23F6F}" type="presOf" srcId="{FF50EE35-8899-47C4-9444-86990EEA75A6}" destId="{C727B6A1-03E8-44A3-AFCC-B4BF85BCF064}" srcOrd="0" destOrd="0" presId="urn:microsoft.com/office/officeart/2005/8/layout/hProcess4"/>
    <dgm:cxn modelId="{4AD80096-D3F6-4DB3-BD7E-B0B094CC2D84}" type="presOf" srcId="{519B3E8E-8D72-4ED1-A3A2-33E0427EF839}" destId="{5998D767-CCB7-4BEB-9AAA-94729426F7CA}" srcOrd="0" destOrd="0" presId="urn:microsoft.com/office/officeart/2005/8/layout/hProcess4"/>
    <dgm:cxn modelId="{DF699396-3765-49BB-9D36-1CA1AD146AB4}" type="presOf" srcId="{BAA26A2B-5615-4058-A9D7-4398A577D204}" destId="{155D411B-F0C1-4673-B4FD-62CF1FBA01C9}" srcOrd="1" destOrd="0" presId="urn:microsoft.com/office/officeart/2005/8/layout/hProcess4"/>
    <dgm:cxn modelId="{191DF89B-D6AA-47B7-B36F-B86516B1D860}" srcId="{79C6ACBE-E19F-4E3B-B1D6-8AE118229F51}" destId="{75FD2E88-CE0D-4082-B757-F1CE6E58E45A}" srcOrd="1" destOrd="0" parTransId="{E1E9D321-0187-4A15-A00E-66BC707764E1}" sibTransId="{1198029B-7280-40AC-9B20-4A8E6FC1A85C}"/>
    <dgm:cxn modelId="{119EF4A1-6DD4-4093-AA38-04BE334CBF08}" type="presOf" srcId="{1EF4F1FC-1520-4382-BF23-B7C7A5807CC1}" destId="{E5FFA0F1-464B-455C-85FD-DE2FB5A1D7E0}" srcOrd="1" destOrd="1" presId="urn:microsoft.com/office/officeart/2005/8/layout/hProcess4"/>
    <dgm:cxn modelId="{065F27A4-4069-444C-84ED-E75765D3A6B2}" srcId="{EC56C0D3-A333-4C63-9C35-618B416B67E5}" destId="{79C6ACBE-E19F-4E3B-B1D6-8AE118229F51}" srcOrd="3" destOrd="0" parTransId="{AFEB4C06-A550-4187-9FB4-88D4906E7C72}" sibTransId="{5DB50DA5-356D-4D2D-884C-3B033AD600C4}"/>
    <dgm:cxn modelId="{94DF08AE-D1BA-40AB-AB6F-CB0403625323}" srcId="{57E786D1-19A0-454D-AFFE-7B78B81E3067}" destId="{BAA26A2B-5615-4058-A9D7-4398A577D204}" srcOrd="0" destOrd="0" parTransId="{ED421F66-16E4-4B92-824E-C4451FB594D4}" sibTransId="{B36514ED-FDA2-4AEA-83BF-89AA021CF4E5}"/>
    <dgm:cxn modelId="{66E350B0-7D1E-4539-B8CC-23A7567A494C}" type="presOf" srcId="{EC56C0D3-A333-4C63-9C35-618B416B67E5}" destId="{A8489C4C-7D72-4AB4-BD1A-7DA763F732CB}" srcOrd="0" destOrd="0" presId="urn:microsoft.com/office/officeart/2005/8/layout/hProcess4"/>
    <dgm:cxn modelId="{047F3AB5-29A6-4B05-8BC7-F514759A34DE}" type="presOf" srcId="{57E786D1-19A0-454D-AFFE-7B78B81E3067}" destId="{8B184F43-5FCC-45A2-B0CB-9F026FCC8DF0}" srcOrd="0" destOrd="0" presId="urn:microsoft.com/office/officeart/2005/8/layout/hProcess4"/>
    <dgm:cxn modelId="{ECE8A7B8-756F-45A9-A989-528FCDB6FC0F}" type="presOf" srcId="{BCE79480-6217-4B58-96B8-DFABB13BCB10}" destId="{820A576B-49CD-4ADB-9571-2D5555F9D383}" srcOrd="0" destOrd="1" presId="urn:microsoft.com/office/officeart/2005/8/layout/hProcess4"/>
    <dgm:cxn modelId="{9FBEC4C5-2FA5-4AD4-9E34-23FDB43EB515}" type="presOf" srcId="{75FD2E88-CE0D-4082-B757-F1CE6E58E45A}" destId="{6B538D61-3A55-4488-BBFD-C6B9C908B8CB}" srcOrd="0" destOrd="1" presId="urn:microsoft.com/office/officeart/2005/8/layout/hProcess4"/>
    <dgm:cxn modelId="{8BCDEFDB-BD23-437D-A320-1121CA9D2CBF}" type="presOf" srcId="{1B3E20A3-2BDB-4547-A79E-13EBEEF68FFB}" destId="{C6E66FD7-D399-4DB0-B150-7DA8957BFC55}" srcOrd="1" destOrd="2" presId="urn:microsoft.com/office/officeart/2005/8/layout/hProcess4"/>
    <dgm:cxn modelId="{214185E1-15BF-4977-9B68-B0F7F69A00A1}" type="presOf" srcId="{28646F93-A5F9-4591-A917-62FBC48644A1}" destId="{C6E66FD7-D399-4DB0-B150-7DA8957BFC55}" srcOrd="1" destOrd="1" presId="urn:microsoft.com/office/officeart/2005/8/layout/hProcess4"/>
    <dgm:cxn modelId="{E4396EE3-6FBC-4B22-B185-C0ABD7D1AC2F}" type="presOf" srcId="{6F7DF7A2-38A4-4F3C-8C32-27A6C66EC8C7}" destId="{C727B6A1-03E8-44A3-AFCC-B4BF85BCF064}" srcOrd="0" destOrd="2" presId="urn:microsoft.com/office/officeart/2005/8/layout/hProcess4"/>
    <dgm:cxn modelId="{758DE2E5-6FE9-49A7-9A28-CF0FCFF229C5}" type="presOf" srcId="{23503A90-CCDE-47A3-92B1-0294573E0073}" destId="{9323AF8B-7311-451B-83FF-A955A7066F18}" srcOrd="1" destOrd="0" presId="urn:microsoft.com/office/officeart/2005/8/layout/hProcess4"/>
    <dgm:cxn modelId="{6DC5E9F1-E934-4F7A-A0CE-274619595D08}" type="presOf" srcId="{23503A90-CCDE-47A3-92B1-0294573E0073}" destId="{6B538D61-3A55-4488-BBFD-C6B9C908B8CB}" srcOrd="0" destOrd="0" presId="urn:microsoft.com/office/officeart/2005/8/layout/hProcess4"/>
    <dgm:cxn modelId="{FCB0FEFC-2C66-454F-B028-EA544B5F9E13}" srcId="{E9A5A311-6A18-41B8-A4C5-820C6E559731}" destId="{FF50EE35-8899-47C4-9444-86990EEA75A6}" srcOrd="0" destOrd="0" parTransId="{B847BFDC-6DD7-4C53-8430-3597AFEAE41C}" sibTransId="{5FDBA1E9-DCC2-496A-9B15-00DAF2E7533C}"/>
    <dgm:cxn modelId="{F3738CFD-8F73-4AFE-AD74-0866F2DEFDDB}" type="presOf" srcId="{10246F5C-1123-4DDD-A88C-22087B368725}" destId="{9323AF8B-7311-451B-83FF-A955A7066F18}" srcOrd="1" destOrd="2" presId="urn:microsoft.com/office/officeart/2005/8/layout/hProcess4"/>
    <dgm:cxn modelId="{57E80D6A-4281-405B-B631-20C3FE4399BA}" type="presParOf" srcId="{A8489C4C-7D72-4AB4-BD1A-7DA763F732CB}" destId="{96A364AC-29CB-472D-94BC-D2C3C4838938}" srcOrd="0" destOrd="0" presId="urn:microsoft.com/office/officeart/2005/8/layout/hProcess4"/>
    <dgm:cxn modelId="{9609C12C-9C23-4C02-A820-792824D48239}" type="presParOf" srcId="{A8489C4C-7D72-4AB4-BD1A-7DA763F732CB}" destId="{3E41EBAB-FD10-4F86-8F48-FC9233EE593F}" srcOrd="1" destOrd="0" presId="urn:microsoft.com/office/officeart/2005/8/layout/hProcess4"/>
    <dgm:cxn modelId="{85877136-E23C-4CFB-94A9-06B233A192A3}" type="presParOf" srcId="{A8489C4C-7D72-4AB4-BD1A-7DA763F732CB}" destId="{2AC0EDCC-F902-447F-9BEA-A2B64B209D00}" srcOrd="2" destOrd="0" presId="urn:microsoft.com/office/officeart/2005/8/layout/hProcess4"/>
    <dgm:cxn modelId="{2599E2DA-402E-47F0-A164-77E7E0EAEA64}" type="presParOf" srcId="{2AC0EDCC-F902-447F-9BEA-A2B64B209D00}" destId="{5AB16EE5-F16D-4A12-B86E-4CC600D0D703}" srcOrd="0" destOrd="0" presId="urn:microsoft.com/office/officeart/2005/8/layout/hProcess4"/>
    <dgm:cxn modelId="{EE2D5277-168E-478F-8040-A5F55DDB20D8}" type="presParOf" srcId="{5AB16EE5-F16D-4A12-B86E-4CC600D0D703}" destId="{3D7E6664-AF01-49E7-951B-CB6C85C6B2B5}" srcOrd="0" destOrd="0" presId="urn:microsoft.com/office/officeart/2005/8/layout/hProcess4"/>
    <dgm:cxn modelId="{48AAA556-1C27-4F66-8534-85A240F4F168}" type="presParOf" srcId="{5AB16EE5-F16D-4A12-B86E-4CC600D0D703}" destId="{820A576B-49CD-4ADB-9571-2D5555F9D383}" srcOrd="1" destOrd="0" presId="urn:microsoft.com/office/officeart/2005/8/layout/hProcess4"/>
    <dgm:cxn modelId="{ABE9BE64-9D36-4871-8B53-C5E4B7ECF044}" type="presParOf" srcId="{5AB16EE5-F16D-4A12-B86E-4CC600D0D703}" destId="{155D411B-F0C1-4673-B4FD-62CF1FBA01C9}" srcOrd="2" destOrd="0" presId="urn:microsoft.com/office/officeart/2005/8/layout/hProcess4"/>
    <dgm:cxn modelId="{DCB63DFF-8B8D-47A6-BB06-C721C48F5834}" type="presParOf" srcId="{5AB16EE5-F16D-4A12-B86E-4CC600D0D703}" destId="{8B184F43-5FCC-45A2-B0CB-9F026FCC8DF0}" srcOrd="3" destOrd="0" presId="urn:microsoft.com/office/officeart/2005/8/layout/hProcess4"/>
    <dgm:cxn modelId="{43E08630-4252-4018-996B-F8DED308FB41}" type="presParOf" srcId="{5AB16EE5-F16D-4A12-B86E-4CC600D0D703}" destId="{C61F82EC-AC3E-4767-8072-7BBC4DA5A878}" srcOrd="4" destOrd="0" presId="urn:microsoft.com/office/officeart/2005/8/layout/hProcess4"/>
    <dgm:cxn modelId="{697E4ABF-6F7E-4C8B-9579-03A62C176C0B}" type="presParOf" srcId="{2AC0EDCC-F902-447F-9BEA-A2B64B209D00}" destId="{FEC3521D-C948-4B84-8408-68633D9B1575}" srcOrd="1" destOrd="0" presId="urn:microsoft.com/office/officeart/2005/8/layout/hProcess4"/>
    <dgm:cxn modelId="{AFEC515E-55EE-4891-8BED-AB4A94E9A09D}" type="presParOf" srcId="{2AC0EDCC-F902-447F-9BEA-A2B64B209D00}" destId="{55139C81-B2C5-47DE-A465-9E6214F3FB93}" srcOrd="2" destOrd="0" presId="urn:microsoft.com/office/officeart/2005/8/layout/hProcess4"/>
    <dgm:cxn modelId="{3163643E-59C6-4089-A4C6-AA1E9BFB5D93}" type="presParOf" srcId="{55139C81-B2C5-47DE-A465-9E6214F3FB93}" destId="{949A7C28-2255-4033-93CE-A401EFA36E55}" srcOrd="0" destOrd="0" presId="urn:microsoft.com/office/officeart/2005/8/layout/hProcess4"/>
    <dgm:cxn modelId="{21338E74-A760-464A-862D-B62BC6AE30EA}" type="presParOf" srcId="{55139C81-B2C5-47DE-A465-9E6214F3FB93}" destId="{9AA55983-150B-4086-85AF-DABC33479B06}" srcOrd="1" destOrd="0" presId="urn:microsoft.com/office/officeart/2005/8/layout/hProcess4"/>
    <dgm:cxn modelId="{51EED426-0A9A-456A-98D6-965A7F7BC4B8}" type="presParOf" srcId="{55139C81-B2C5-47DE-A465-9E6214F3FB93}" destId="{C6E66FD7-D399-4DB0-B150-7DA8957BFC55}" srcOrd="2" destOrd="0" presId="urn:microsoft.com/office/officeart/2005/8/layout/hProcess4"/>
    <dgm:cxn modelId="{B4A227FC-A561-449A-BC06-DBB2145E1CD0}" type="presParOf" srcId="{55139C81-B2C5-47DE-A465-9E6214F3FB93}" destId="{C6E84FAA-B646-47F8-931D-28EFD271F3DB}" srcOrd="3" destOrd="0" presId="urn:microsoft.com/office/officeart/2005/8/layout/hProcess4"/>
    <dgm:cxn modelId="{5EE278D5-1F2B-45E7-A7A9-66BB617654D7}" type="presParOf" srcId="{55139C81-B2C5-47DE-A465-9E6214F3FB93}" destId="{67994A2F-69D8-4939-A0B3-F7A9ADD5DB49}" srcOrd="4" destOrd="0" presId="urn:microsoft.com/office/officeart/2005/8/layout/hProcess4"/>
    <dgm:cxn modelId="{AF5C2DE2-1878-426F-8229-E1E8205B805B}" type="presParOf" srcId="{2AC0EDCC-F902-447F-9BEA-A2B64B209D00}" destId="{E34D8FFF-D2CE-407A-847D-C4DB022F7712}" srcOrd="3" destOrd="0" presId="urn:microsoft.com/office/officeart/2005/8/layout/hProcess4"/>
    <dgm:cxn modelId="{52446447-7FF4-4669-99F4-C9203AC6FB64}" type="presParOf" srcId="{2AC0EDCC-F902-447F-9BEA-A2B64B209D00}" destId="{1BD72D23-1ACC-44E0-AE4B-91A83776C80F}" srcOrd="4" destOrd="0" presId="urn:microsoft.com/office/officeart/2005/8/layout/hProcess4"/>
    <dgm:cxn modelId="{A8F8148B-67A0-4582-8823-66ACBD4D3C1D}" type="presParOf" srcId="{1BD72D23-1ACC-44E0-AE4B-91A83776C80F}" destId="{BE142F19-BDDE-4AFC-AAC8-54FFFD22450D}" srcOrd="0" destOrd="0" presId="urn:microsoft.com/office/officeart/2005/8/layout/hProcess4"/>
    <dgm:cxn modelId="{E5DB7E98-71D0-4A98-B831-A6CCD49A2BEF}" type="presParOf" srcId="{1BD72D23-1ACC-44E0-AE4B-91A83776C80F}" destId="{C727B6A1-03E8-44A3-AFCC-B4BF85BCF064}" srcOrd="1" destOrd="0" presId="urn:microsoft.com/office/officeart/2005/8/layout/hProcess4"/>
    <dgm:cxn modelId="{7314FA6A-228D-49D0-B2A0-9AC745103DAC}" type="presParOf" srcId="{1BD72D23-1ACC-44E0-AE4B-91A83776C80F}" destId="{E5FFA0F1-464B-455C-85FD-DE2FB5A1D7E0}" srcOrd="2" destOrd="0" presId="urn:microsoft.com/office/officeart/2005/8/layout/hProcess4"/>
    <dgm:cxn modelId="{A7201F78-AC5A-412D-9F45-979CB0D925D8}" type="presParOf" srcId="{1BD72D23-1ACC-44E0-AE4B-91A83776C80F}" destId="{F24D3251-EA37-446F-9EB1-E33C6B0C42D4}" srcOrd="3" destOrd="0" presId="urn:microsoft.com/office/officeart/2005/8/layout/hProcess4"/>
    <dgm:cxn modelId="{2DB6F5FB-C94A-4F29-9384-F56A5DE732FC}" type="presParOf" srcId="{1BD72D23-1ACC-44E0-AE4B-91A83776C80F}" destId="{DFFBF902-5C9F-430B-8AAC-6550E530492B}" srcOrd="4" destOrd="0" presId="urn:microsoft.com/office/officeart/2005/8/layout/hProcess4"/>
    <dgm:cxn modelId="{2FB67487-92BE-4575-9B26-4C5834E60D34}" type="presParOf" srcId="{2AC0EDCC-F902-447F-9BEA-A2B64B209D00}" destId="{5998D767-CCB7-4BEB-9AAA-94729426F7CA}" srcOrd="5" destOrd="0" presId="urn:microsoft.com/office/officeart/2005/8/layout/hProcess4"/>
    <dgm:cxn modelId="{EE5B953B-97AE-417D-8D4E-C5A3D7A9F653}" type="presParOf" srcId="{2AC0EDCC-F902-447F-9BEA-A2B64B209D00}" destId="{3E3D42FD-D670-46CD-96A8-B0774D7B6D8E}" srcOrd="6" destOrd="0" presId="urn:microsoft.com/office/officeart/2005/8/layout/hProcess4"/>
    <dgm:cxn modelId="{1D5719C6-69FD-4D81-AB10-549489974F9A}" type="presParOf" srcId="{3E3D42FD-D670-46CD-96A8-B0774D7B6D8E}" destId="{C0D23CCC-6FDD-4ABF-B438-29211F2065B7}" srcOrd="0" destOrd="0" presId="urn:microsoft.com/office/officeart/2005/8/layout/hProcess4"/>
    <dgm:cxn modelId="{91E9C587-4780-412A-8EA6-391DF7AB48A2}" type="presParOf" srcId="{3E3D42FD-D670-46CD-96A8-B0774D7B6D8E}" destId="{6B538D61-3A55-4488-BBFD-C6B9C908B8CB}" srcOrd="1" destOrd="0" presId="urn:microsoft.com/office/officeart/2005/8/layout/hProcess4"/>
    <dgm:cxn modelId="{F3CF4E8B-2D4A-47BB-AAE2-D38A80D6FE61}" type="presParOf" srcId="{3E3D42FD-D670-46CD-96A8-B0774D7B6D8E}" destId="{9323AF8B-7311-451B-83FF-A955A7066F18}" srcOrd="2" destOrd="0" presId="urn:microsoft.com/office/officeart/2005/8/layout/hProcess4"/>
    <dgm:cxn modelId="{4E7D1386-86FC-469E-9E0A-25C3FDB03474}" type="presParOf" srcId="{3E3D42FD-D670-46CD-96A8-B0774D7B6D8E}" destId="{16B30115-7A97-4B14-B291-33BBE7D3B53E}" srcOrd="3" destOrd="0" presId="urn:microsoft.com/office/officeart/2005/8/layout/hProcess4"/>
    <dgm:cxn modelId="{C56CA8C2-3AA8-45CC-A856-2E1847F75EE0}" type="presParOf" srcId="{3E3D42FD-D670-46CD-96A8-B0774D7B6D8E}" destId="{67CD5885-3230-487A-B803-FDD1E57C291B}"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70C1E54-5B81-4E7D-A1C8-863F7B1DAD99}" type="doc">
      <dgm:prSet loTypeId="urn:microsoft.com/office/officeart/2005/8/layout/hProcess9" loCatId="process" qsTypeId="urn:microsoft.com/office/officeart/2005/8/quickstyle/simple2" qsCatId="simple" csTypeId="urn:microsoft.com/office/officeart/2005/8/colors/accent0_3" csCatId="mainScheme" phldr="1"/>
      <dgm:spPr/>
      <dgm:t>
        <a:bodyPr/>
        <a:lstStyle/>
        <a:p>
          <a:endParaRPr lang="en-US"/>
        </a:p>
      </dgm:t>
    </dgm:pt>
    <dgm:pt modelId="{2B1E231D-8300-4BD0-9109-929D23097372}">
      <dgm:prSet/>
      <dgm:spPr/>
      <dgm:t>
        <a:bodyPr/>
        <a:lstStyle/>
        <a:p>
          <a:r>
            <a:rPr lang="es-CO"/>
            <a:t>Análisis exploratorio</a:t>
          </a:r>
        </a:p>
        <a:p>
          <a:r>
            <a:rPr lang="es-CO"/>
            <a:t>EDA</a:t>
          </a:r>
          <a:endParaRPr lang="en-US"/>
        </a:p>
      </dgm:t>
    </dgm:pt>
    <dgm:pt modelId="{09CA2421-5F7A-4052-9D2A-2B16977DDE5A}" type="parTrans" cxnId="{8BFE76D5-D75D-44EA-933C-9C9BC924FC8D}">
      <dgm:prSet/>
      <dgm:spPr/>
      <dgm:t>
        <a:bodyPr/>
        <a:lstStyle/>
        <a:p>
          <a:endParaRPr lang="en-US"/>
        </a:p>
      </dgm:t>
    </dgm:pt>
    <dgm:pt modelId="{13F9983C-524B-4B77-BD1D-105F8657D10E}" type="sibTrans" cxnId="{8BFE76D5-D75D-44EA-933C-9C9BC924FC8D}">
      <dgm:prSet/>
      <dgm:spPr/>
      <dgm:t>
        <a:bodyPr/>
        <a:lstStyle/>
        <a:p>
          <a:endParaRPr lang="en-US"/>
        </a:p>
      </dgm:t>
    </dgm:pt>
    <dgm:pt modelId="{2535E0CE-E478-4C86-BAAD-0B23E92A51F0}">
      <dgm:prSet/>
      <dgm:spPr/>
      <dgm:t>
        <a:bodyPr/>
        <a:lstStyle/>
        <a:p>
          <a:r>
            <a:rPr lang="es-CO"/>
            <a:t>Construcción de modelos diagnósticos y predictivos</a:t>
          </a:r>
          <a:endParaRPr lang="en-US"/>
        </a:p>
      </dgm:t>
    </dgm:pt>
    <dgm:pt modelId="{8602DF8F-9663-4B8D-953E-177215636281}" type="parTrans" cxnId="{991707D7-0197-49F6-A7DD-B5C067883304}">
      <dgm:prSet/>
      <dgm:spPr/>
      <dgm:t>
        <a:bodyPr/>
        <a:lstStyle/>
        <a:p>
          <a:endParaRPr lang="en-US"/>
        </a:p>
      </dgm:t>
    </dgm:pt>
    <dgm:pt modelId="{C7F0C6D2-DFA4-43AC-BDFA-8C1A94F02E94}" type="sibTrans" cxnId="{991707D7-0197-49F6-A7DD-B5C067883304}">
      <dgm:prSet/>
      <dgm:spPr/>
      <dgm:t>
        <a:bodyPr/>
        <a:lstStyle/>
        <a:p>
          <a:endParaRPr lang="en-US"/>
        </a:p>
      </dgm:t>
    </dgm:pt>
    <dgm:pt modelId="{2E733524-07F7-4691-A6A0-E825FB02F954}" type="pres">
      <dgm:prSet presAssocID="{470C1E54-5B81-4E7D-A1C8-863F7B1DAD99}" presName="CompostProcess" presStyleCnt="0">
        <dgm:presLayoutVars>
          <dgm:dir/>
          <dgm:resizeHandles val="exact"/>
        </dgm:presLayoutVars>
      </dgm:prSet>
      <dgm:spPr/>
    </dgm:pt>
    <dgm:pt modelId="{F4917A51-037C-412A-ADD8-57689D964CCF}" type="pres">
      <dgm:prSet presAssocID="{470C1E54-5B81-4E7D-A1C8-863F7B1DAD99}" presName="arrow" presStyleLbl="bgShp" presStyleIdx="0" presStyleCnt="1"/>
      <dgm:spPr/>
    </dgm:pt>
    <dgm:pt modelId="{9B328C97-8852-4E55-831B-BF752B0D56CA}" type="pres">
      <dgm:prSet presAssocID="{470C1E54-5B81-4E7D-A1C8-863F7B1DAD99}" presName="linearProcess" presStyleCnt="0"/>
      <dgm:spPr/>
    </dgm:pt>
    <dgm:pt modelId="{AC2E9C42-DB2F-4637-8852-C318AB27E018}" type="pres">
      <dgm:prSet presAssocID="{2B1E231D-8300-4BD0-9109-929D23097372}" presName="textNode" presStyleLbl="node1" presStyleIdx="0" presStyleCnt="2">
        <dgm:presLayoutVars>
          <dgm:bulletEnabled val="1"/>
        </dgm:presLayoutVars>
      </dgm:prSet>
      <dgm:spPr/>
    </dgm:pt>
    <dgm:pt modelId="{CF35E032-F0FB-46B4-A858-ACDEC6CEB9EB}" type="pres">
      <dgm:prSet presAssocID="{13F9983C-524B-4B77-BD1D-105F8657D10E}" presName="sibTrans" presStyleCnt="0"/>
      <dgm:spPr/>
    </dgm:pt>
    <dgm:pt modelId="{2D10D812-3829-455F-BCFD-E3A50E32F42B}" type="pres">
      <dgm:prSet presAssocID="{2535E0CE-E478-4C86-BAAD-0B23E92A51F0}" presName="textNode" presStyleLbl="node1" presStyleIdx="1" presStyleCnt="2">
        <dgm:presLayoutVars>
          <dgm:bulletEnabled val="1"/>
        </dgm:presLayoutVars>
      </dgm:prSet>
      <dgm:spPr/>
    </dgm:pt>
  </dgm:ptLst>
  <dgm:cxnLst>
    <dgm:cxn modelId="{2CDAA42C-37A0-4CE3-80BC-06D0E028DD2B}" type="presOf" srcId="{2B1E231D-8300-4BD0-9109-929D23097372}" destId="{AC2E9C42-DB2F-4637-8852-C318AB27E018}" srcOrd="0" destOrd="0" presId="urn:microsoft.com/office/officeart/2005/8/layout/hProcess9"/>
    <dgm:cxn modelId="{ED454836-43B4-4C00-B7AD-E2ECDB0A02B3}" type="presOf" srcId="{470C1E54-5B81-4E7D-A1C8-863F7B1DAD99}" destId="{2E733524-07F7-4691-A6A0-E825FB02F954}" srcOrd="0" destOrd="0" presId="urn:microsoft.com/office/officeart/2005/8/layout/hProcess9"/>
    <dgm:cxn modelId="{E022CB71-E7BA-49A1-B3BD-70FABC8EE2D0}" type="presOf" srcId="{2535E0CE-E478-4C86-BAAD-0B23E92A51F0}" destId="{2D10D812-3829-455F-BCFD-E3A50E32F42B}" srcOrd="0" destOrd="0" presId="urn:microsoft.com/office/officeart/2005/8/layout/hProcess9"/>
    <dgm:cxn modelId="{8BFE76D5-D75D-44EA-933C-9C9BC924FC8D}" srcId="{470C1E54-5B81-4E7D-A1C8-863F7B1DAD99}" destId="{2B1E231D-8300-4BD0-9109-929D23097372}" srcOrd="0" destOrd="0" parTransId="{09CA2421-5F7A-4052-9D2A-2B16977DDE5A}" sibTransId="{13F9983C-524B-4B77-BD1D-105F8657D10E}"/>
    <dgm:cxn modelId="{991707D7-0197-49F6-A7DD-B5C067883304}" srcId="{470C1E54-5B81-4E7D-A1C8-863F7B1DAD99}" destId="{2535E0CE-E478-4C86-BAAD-0B23E92A51F0}" srcOrd="1" destOrd="0" parTransId="{8602DF8F-9663-4B8D-953E-177215636281}" sibTransId="{C7F0C6D2-DFA4-43AC-BDFA-8C1A94F02E94}"/>
    <dgm:cxn modelId="{0A1C88DA-DDC5-4CA9-8CB7-8BC81FA88A64}" type="presParOf" srcId="{2E733524-07F7-4691-A6A0-E825FB02F954}" destId="{F4917A51-037C-412A-ADD8-57689D964CCF}" srcOrd="0" destOrd="0" presId="urn:microsoft.com/office/officeart/2005/8/layout/hProcess9"/>
    <dgm:cxn modelId="{9F9649AE-DC05-4D85-84B7-C6E7145BBD4E}" type="presParOf" srcId="{2E733524-07F7-4691-A6A0-E825FB02F954}" destId="{9B328C97-8852-4E55-831B-BF752B0D56CA}" srcOrd="1" destOrd="0" presId="urn:microsoft.com/office/officeart/2005/8/layout/hProcess9"/>
    <dgm:cxn modelId="{329AAC06-6A84-4F7D-A220-A70121502C5F}" type="presParOf" srcId="{9B328C97-8852-4E55-831B-BF752B0D56CA}" destId="{AC2E9C42-DB2F-4637-8852-C318AB27E018}" srcOrd="0" destOrd="0" presId="urn:microsoft.com/office/officeart/2005/8/layout/hProcess9"/>
    <dgm:cxn modelId="{D592833E-A12C-43F7-AEE1-D4FA68721F69}" type="presParOf" srcId="{9B328C97-8852-4E55-831B-BF752B0D56CA}" destId="{CF35E032-F0FB-46B4-A858-ACDEC6CEB9EB}" srcOrd="1" destOrd="0" presId="urn:microsoft.com/office/officeart/2005/8/layout/hProcess9"/>
    <dgm:cxn modelId="{4ECCF216-0792-4EF0-B32F-4FD64721D6A1}" type="presParOf" srcId="{9B328C97-8852-4E55-831B-BF752B0D56CA}" destId="{2D10D812-3829-455F-BCFD-E3A50E32F42B}" srcOrd="2"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86D6129-74B9-49D7-B1A6-2B0821DDFE63}"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s-CO"/>
        </a:p>
      </dgm:t>
    </dgm:pt>
    <dgm:pt modelId="{ADE83331-5E4F-46D2-8E6A-FDE300B478EC}">
      <dgm:prSet phldrT="[Text]"/>
      <dgm:spPr/>
      <dgm:t>
        <a:bodyPr/>
        <a:lstStyle/>
        <a:p>
          <a:r>
            <a:rPr lang="es-CO"/>
            <a:t>Estadística</a:t>
          </a:r>
        </a:p>
      </dgm:t>
    </dgm:pt>
    <dgm:pt modelId="{E62C5FD7-D456-461D-9BA9-F4F3457938CE}" type="parTrans" cxnId="{2AE6A181-D739-4D04-B8B7-B6F8FF4AFAD2}">
      <dgm:prSet/>
      <dgm:spPr/>
      <dgm:t>
        <a:bodyPr/>
        <a:lstStyle/>
        <a:p>
          <a:endParaRPr lang="es-CO"/>
        </a:p>
      </dgm:t>
    </dgm:pt>
    <dgm:pt modelId="{56E30C7B-6B43-44EB-8EC5-CCBF8EDB826F}" type="sibTrans" cxnId="{2AE6A181-D739-4D04-B8B7-B6F8FF4AFAD2}">
      <dgm:prSet/>
      <dgm:spPr/>
      <dgm:t>
        <a:bodyPr/>
        <a:lstStyle/>
        <a:p>
          <a:r>
            <a:rPr lang="es-CO"/>
            <a:t>Es la ciencia de recopilar, organizar, resumir, analizar e interpretar datos.</a:t>
          </a:r>
        </a:p>
      </dgm:t>
    </dgm:pt>
    <dgm:pt modelId="{8EFF9D78-1F50-48F9-96FF-45D0B564F353}">
      <dgm:prSet phldrT="[Text]"/>
      <dgm:spPr/>
      <dgm:t>
        <a:bodyPr/>
        <a:lstStyle/>
        <a:p>
          <a:r>
            <a:rPr lang="es-CO"/>
            <a:t>Descriptiva</a:t>
          </a:r>
        </a:p>
      </dgm:t>
    </dgm:pt>
    <dgm:pt modelId="{0FEF5721-3283-484E-BE58-B6B27C8B0EFF}" type="parTrans" cxnId="{8E3C8F32-79F8-48DD-9688-026327D30020}">
      <dgm:prSet/>
      <dgm:spPr/>
      <dgm:t>
        <a:bodyPr/>
        <a:lstStyle/>
        <a:p>
          <a:endParaRPr lang="es-CO"/>
        </a:p>
      </dgm:t>
    </dgm:pt>
    <dgm:pt modelId="{55FE595C-3CC1-4870-A9F1-0A4AFAE1252D}" type="sibTrans" cxnId="{8E3C8F32-79F8-48DD-9688-026327D30020}">
      <dgm:prSet/>
      <dgm:spPr/>
      <dgm:t>
        <a:bodyPr/>
        <a:lstStyle/>
        <a:p>
          <a:r>
            <a:rPr lang="es-CO"/>
            <a:t>Análisis Descriptivo</a:t>
          </a:r>
        </a:p>
      </dgm:t>
    </dgm:pt>
    <dgm:pt modelId="{97B36D29-ED12-489B-929E-700C78AF1C83}">
      <dgm:prSet phldrT="[Text]"/>
      <dgm:spPr/>
      <dgm:t>
        <a:bodyPr/>
        <a:lstStyle/>
        <a:p>
          <a:r>
            <a:rPr lang="es-CO"/>
            <a:t>Inferencial</a:t>
          </a:r>
        </a:p>
      </dgm:t>
    </dgm:pt>
    <dgm:pt modelId="{98F7EC6F-3375-4145-B748-B9ED7F9FFECA}" type="parTrans" cxnId="{EFEA6A2C-802E-42A1-8C35-9067ADF9157B}">
      <dgm:prSet/>
      <dgm:spPr/>
      <dgm:t>
        <a:bodyPr/>
        <a:lstStyle/>
        <a:p>
          <a:endParaRPr lang="es-CO"/>
        </a:p>
      </dgm:t>
    </dgm:pt>
    <dgm:pt modelId="{136DFA3D-D218-4278-8744-96FB76638A46}" type="sibTrans" cxnId="{EFEA6A2C-802E-42A1-8C35-9067ADF9157B}">
      <dgm:prSet/>
      <dgm:spPr/>
      <dgm:t>
        <a:bodyPr/>
        <a:lstStyle/>
        <a:p>
          <a:r>
            <a:rPr lang="es-CO"/>
            <a:t>Análisis Diagnóstico</a:t>
          </a:r>
        </a:p>
      </dgm:t>
    </dgm:pt>
    <dgm:pt modelId="{28E9EA41-F654-43EC-8140-CD4FFBA4C9C8}" type="pres">
      <dgm:prSet presAssocID="{886D6129-74B9-49D7-B1A6-2B0821DDFE63}" presName="hierChild1" presStyleCnt="0">
        <dgm:presLayoutVars>
          <dgm:orgChart val="1"/>
          <dgm:chPref val="1"/>
          <dgm:dir/>
          <dgm:animOne val="branch"/>
          <dgm:animLvl val="lvl"/>
          <dgm:resizeHandles/>
        </dgm:presLayoutVars>
      </dgm:prSet>
      <dgm:spPr/>
    </dgm:pt>
    <dgm:pt modelId="{E653EC45-9A76-4A87-BCAA-E2316EEF24AD}" type="pres">
      <dgm:prSet presAssocID="{ADE83331-5E4F-46D2-8E6A-FDE300B478EC}" presName="hierRoot1" presStyleCnt="0">
        <dgm:presLayoutVars>
          <dgm:hierBranch val="init"/>
        </dgm:presLayoutVars>
      </dgm:prSet>
      <dgm:spPr/>
    </dgm:pt>
    <dgm:pt modelId="{0E172A26-5A5D-4430-9D73-EECF208337AA}" type="pres">
      <dgm:prSet presAssocID="{ADE83331-5E4F-46D2-8E6A-FDE300B478EC}" presName="rootComposite1" presStyleCnt="0"/>
      <dgm:spPr/>
    </dgm:pt>
    <dgm:pt modelId="{3E4FACD3-EF11-42CF-96BA-070686279D70}" type="pres">
      <dgm:prSet presAssocID="{ADE83331-5E4F-46D2-8E6A-FDE300B478EC}" presName="rootText1" presStyleLbl="node0" presStyleIdx="0" presStyleCnt="1">
        <dgm:presLayoutVars>
          <dgm:chMax/>
          <dgm:chPref val="3"/>
        </dgm:presLayoutVars>
      </dgm:prSet>
      <dgm:spPr/>
    </dgm:pt>
    <dgm:pt modelId="{EAD9CA1A-786A-43D6-93F5-95F28432FB67}" type="pres">
      <dgm:prSet presAssocID="{ADE83331-5E4F-46D2-8E6A-FDE300B478EC}" presName="titleText1" presStyleLbl="fgAcc0" presStyleIdx="0" presStyleCnt="1">
        <dgm:presLayoutVars>
          <dgm:chMax val="0"/>
          <dgm:chPref val="0"/>
        </dgm:presLayoutVars>
      </dgm:prSet>
      <dgm:spPr/>
    </dgm:pt>
    <dgm:pt modelId="{9F69D325-43C7-4090-9D52-1010DA6C7652}" type="pres">
      <dgm:prSet presAssocID="{ADE83331-5E4F-46D2-8E6A-FDE300B478EC}" presName="rootConnector1" presStyleLbl="node1" presStyleIdx="0" presStyleCnt="2"/>
      <dgm:spPr/>
    </dgm:pt>
    <dgm:pt modelId="{7E384A31-BA2B-4F18-A233-AE634537C75D}" type="pres">
      <dgm:prSet presAssocID="{ADE83331-5E4F-46D2-8E6A-FDE300B478EC}" presName="hierChild2" presStyleCnt="0"/>
      <dgm:spPr/>
    </dgm:pt>
    <dgm:pt modelId="{8F3FF899-90E0-4B85-A71D-172E1D40533A}" type="pres">
      <dgm:prSet presAssocID="{0FEF5721-3283-484E-BE58-B6B27C8B0EFF}" presName="Name37" presStyleLbl="parChTrans1D2" presStyleIdx="0" presStyleCnt="2"/>
      <dgm:spPr/>
    </dgm:pt>
    <dgm:pt modelId="{0AA9373E-5765-44A8-8F5B-D35C462B1E04}" type="pres">
      <dgm:prSet presAssocID="{8EFF9D78-1F50-48F9-96FF-45D0B564F353}" presName="hierRoot2" presStyleCnt="0">
        <dgm:presLayoutVars>
          <dgm:hierBranch val="init"/>
        </dgm:presLayoutVars>
      </dgm:prSet>
      <dgm:spPr/>
    </dgm:pt>
    <dgm:pt modelId="{2791AF91-1C48-47FB-BC1C-DEF848A1B2A7}" type="pres">
      <dgm:prSet presAssocID="{8EFF9D78-1F50-48F9-96FF-45D0B564F353}" presName="rootComposite" presStyleCnt="0"/>
      <dgm:spPr/>
    </dgm:pt>
    <dgm:pt modelId="{AC068729-2071-4EE1-92D3-1349167BD797}" type="pres">
      <dgm:prSet presAssocID="{8EFF9D78-1F50-48F9-96FF-45D0B564F353}" presName="rootText" presStyleLbl="node1" presStyleIdx="0" presStyleCnt="2">
        <dgm:presLayoutVars>
          <dgm:chMax/>
          <dgm:chPref val="3"/>
        </dgm:presLayoutVars>
      </dgm:prSet>
      <dgm:spPr/>
    </dgm:pt>
    <dgm:pt modelId="{7F59901C-BB2E-4219-AA3A-9EC61CC56832}" type="pres">
      <dgm:prSet presAssocID="{8EFF9D78-1F50-48F9-96FF-45D0B564F353}" presName="titleText2" presStyleLbl="fgAcc1" presStyleIdx="0" presStyleCnt="2">
        <dgm:presLayoutVars>
          <dgm:chMax val="0"/>
          <dgm:chPref val="0"/>
        </dgm:presLayoutVars>
      </dgm:prSet>
      <dgm:spPr/>
    </dgm:pt>
    <dgm:pt modelId="{7BDC4266-4B3B-4DB8-928F-7FE828A80E78}" type="pres">
      <dgm:prSet presAssocID="{8EFF9D78-1F50-48F9-96FF-45D0B564F353}" presName="rootConnector" presStyleLbl="node2" presStyleIdx="0" presStyleCnt="0"/>
      <dgm:spPr/>
    </dgm:pt>
    <dgm:pt modelId="{223F829F-4EBB-4A1B-850F-A6B0C338EC50}" type="pres">
      <dgm:prSet presAssocID="{8EFF9D78-1F50-48F9-96FF-45D0B564F353}" presName="hierChild4" presStyleCnt="0"/>
      <dgm:spPr/>
    </dgm:pt>
    <dgm:pt modelId="{8998413A-A029-40B8-B314-1CA880744DB1}" type="pres">
      <dgm:prSet presAssocID="{8EFF9D78-1F50-48F9-96FF-45D0B564F353}" presName="hierChild5" presStyleCnt="0"/>
      <dgm:spPr/>
    </dgm:pt>
    <dgm:pt modelId="{50994ECB-0FC1-49A1-9D17-1DDE1DE12EB9}" type="pres">
      <dgm:prSet presAssocID="{98F7EC6F-3375-4145-B748-B9ED7F9FFECA}" presName="Name37" presStyleLbl="parChTrans1D2" presStyleIdx="1" presStyleCnt="2"/>
      <dgm:spPr/>
    </dgm:pt>
    <dgm:pt modelId="{308F6E05-B74D-45F7-9310-8744A6413D76}" type="pres">
      <dgm:prSet presAssocID="{97B36D29-ED12-489B-929E-700C78AF1C83}" presName="hierRoot2" presStyleCnt="0">
        <dgm:presLayoutVars>
          <dgm:hierBranch val="init"/>
        </dgm:presLayoutVars>
      </dgm:prSet>
      <dgm:spPr/>
    </dgm:pt>
    <dgm:pt modelId="{7DC6603B-D4E6-4DA6-83F9-E8AB652D340A}" type="pres">
      <dgm:prSet presAssocID="{97B36D29-ED12-489B-929E-700C78AF1C83}" presName="rootComposite" presStyleCnt="0"/>
      <dgm:spPr/>
    </dgm:pt>
    <dgm:pt modelId="{7D57F046-5EA3-49AB-A437-14D3BFA70057}" type="pres">
      <dgm:prSet presAssocID="{97B36D29-ED12-489B-929E-700C78AF1C83}" presName="rootText" presStyleLbl="node1" presStyleIdx="1" presStyleCnt="2">
        <dgm:presLayoutVars>
          <dgm:chMax/>
          <dgm:chPref val="3"/>
        </dgm:presLayoutVars>
      </dgm:prSet>
      <dgm:spPr/>
    </dgm:pt>
    <dgm:pt modelId="{A594C763-DA5C-45D7-A5B8-664F9B18845A}" type="pres">
      <dgm:prSet presAssocID="{97B36D29-ED12-489B-929E-700C78AF1C83}" presName="titleText2" presStyleLbl="fgAcc1" presStyleIdx="1" presStyleCnt="2">
        <dgm:presLayoutVars>
          <dgm:chMax val="0"/>
          <dgm:chPref val="0"/>
        </dgm:presLayoutVars>
      </dgm:prSet>
      <dgm:spPr/>
    </dgm:pt>
    <dgm:pt modelId="{51D3C815-8946-48E6-8451-943580E3B515}" type="pres">
      <dgm:prSet presAssocID="{97B36D29-ED12-489B-929E-700C78AF1C83}" presName="rootConnector" presStyleLbl="node2" presStyleIdx="0" presStyleCnt="0"/>
      <dgm:spPr/>
    </dgm:pt>
    <dgm:pt modelId="{12983D58-0709-4A09-9CC7-7822F3CD0A25}" type="pres">
      <dgm:prSet presAssocID="{97B36D29-ED12-489B-929E-700C78AF1C83}" presName="hierChild4" presStyleCnt="0"/>
      <dgm:spPr/>
    </dgm:pt>
    <dgm:pt modelId="{D6B4B26D-2EB6-41D8-8A21-A42056A834B7}" type="pres">
      <dgm:prSet presAssocID="{97B36D29-ED12-489B-929E-700C78AF1C83}" presName="hierChild5" presStyleCnt="0"/>
      <dgm:spPr/>
    </dgm:pt>
    <dgm:pt modelId="{9BCAC9A1-4E92-408D-B086-695C773B2E56}" type="pres">
      <dgm:prSet presAssocID="{ADE83331-5E4F-46D2-8E6A-FDE300B478EC}" presName="hierChild3" presStyleCnt="0"/>
      <dgm:spPr/>
    </dgm:pt>
  </dgm:ptLst>
  <dgm:cxnLst>
    <dgm:cxn modelId="{521B3002-77DC-4B32-A5B8-1108F14D70AD}" type="presOf" srcId="{98F7EC6F-3375-4145-B748-B9ED7F9FFECA}" destId="{50994ECB-0FC1-49A1-9D17-1DDE1DE12EB9}" srcOrd="0" destOrd="0" presId="urn:microsoft.com/office/officeart/2008/layout/NameandTitleOrganizationalChart"/>
    <dgm:cxn modelId="{EFEA6A2C-802E-42A1-8C35-9067ADF9157B}" srcId="{ADE83331-5E4F-46D2-8E6A-FDE300B478EC}" destId="{97B36D29-ED12-489B-929E-700C78AF1C83}" srcOrd="1" destOrd="0" parTransId="{98F7EC6F-3375-4145-B748-B9ED7F9FFECA}" sibTransId="{136DFA3D-D218-4278-8744-96FB76638A46}"/>
    <dgm:cxn modelId="{8E3C8F32-79F8-48DD-9688-026327D30020}" srcId="{ADE83331-5E4F-46D2-8E6A-FDE300B478EC}" destId="{8EFF9D78-1F50-48F9-96FF-45D0B564F353}" srcOrd="0" destOrd="0" parTransId="{0FEF5721-3283-484E-BE58-B6B27C8B0EFF}" sibTransId="{55FE595C-3CC1-4870-A9F1-0A4AFAE1252D}"/>
    <dgm:cxn modelId="{D1D6D74D-72B0-43AF-8756-633B2D8E55C1}" type="presOf" srcId="{97B36D29-ED12-489B-929E-700C78AF1C83}" destId="{51D3C815-8946-48E6-8451-943580E3B515}" srcOrd="1" destOrd="0" presId="urn:microsoft.com/office/officeart/2008/layout/NameandTitleOrganizationalChart"/>
    <dgm:cxn modelId="{74667F70-A49B-4FE1-B1AD-4F30FD00349D}" type="presOf" srcId="{97B36D29-ED12-489B-929E-700C78AF1C83}" destId="{7D57F046-5EA3-49AB-A437-14D3BFA70057}" srcOrd="0" destOrd="0" presId="urn:microsoft.com/office/officeart/2008/layout/NameandTitleOrganizationalChart"/>
    <dgm:cxn modelId="{1310C254-5007-40B6-97C4-40298E526CB1}" type="presOf" srcId="{56E30C7B-6B43-44EB-8EC5-CCBF8EDB826F}" destId="{EAD9CA1A-786A-43D6-93F5-95F28432FB67}" srcOrd="0" destOrd="0" presId="urn:microsoft.com/office/officeart/2008/layout/NameandTitleOrganizationalChart"/>
    <dgm:cxn modelId="{04295559-1D72-49E4-989D-A475BE345A68}" type="presOf" srcId="{8EFF9D78-1F50-48F9-96FF-45D0B564F353}" destId="{AC068729-2071-4EE1-92D3-1349167BD797}" srcOrd="0" destOrd="0" presId="urn:microsoft.com/office/officeart/2008/layout/NameandTitleOrganizationalChart"/>
    <dgm:cxn modelId="{3E7FED59-631F-4BFC-94DC-74C2D3C87D97}" type="presOf" srcId="{ADE83331-5E4F-46D2-8E6A-FDE300B478EC}" destId="{9F69D325-43C7-4090-9D52-1010DA6C7652}" srcOrd="1" destOrd="0" presId="urn:microsoft.com/office/officeart/2008/layout/NameandTitleOrganizationalChart"/>
    <dgm:cxn modelId="{2AE6A181-D739-4D04-B8B7-B6F8FF4AFAD2}" srcId="{886D6129-74B9-49D7-B1A6-2B0821DDFE63}" destId="{ADE83331-5E4F-46D2-8E6A-FDE300B478EC}" srcOrd="0" destOrd="0" parTransId="{E62C5FD7-D456-461D-9BA9-F4F3457938CE}" sibTransId="{56E30C7B-6B43-44EB-8EC5-CCBF8EDB826F}"/>
    <dgm:cxn modelId="{234717A4-E9FC-499A-B96B-C3F923A981ED}" type="presOf" srcId="{886D6129-74B9-49D7-B1A6-2B0821DDFE63}" destId="{28E9EA41-F654-43EC-8140-CD4FFBA4C9C8}" srcOrd="0" destOrd="0" presId="urn:microsoft.com/office/officeart/2008/layout/NameandTitleOrganizationalChart"/>
    <dgm:cxn modelId="{EEAD46CE-0080-406E-8022-95589704A3A7}" type="presOf" srcId="{136DFA3D-D218-4278-8744-96FB76638A46}" destId="{A594C763-DA5C-45D7-A5B8-664F9B18845A}" srcOrd="0" destOrd="0" presId="urn:microsoft.com/office/officeart/2008/layout/NameandTitleOrganizationalChart"/>
    <dgm:cxn modelId="{EC60B7DB-5C39-4BAB-83C9-48F9382042B8}" type="presOf" srcId="{8EFF9D78-1F50-48F9-96FF-45D0B564F353}" destId="{7BDC4266-4B3B-4DB8-928F-7FE828A80E78}" srcOrd="1" destOrd="0" presId="urn:microsoft.com/office/officeart/2008/layout/NameandTitleOrganizationalChart"/>
    <dgm:cxn modelId="{EA9376E5-5C84-412E-B49D-D96A66450E36}" type="presOf" srcId="{55FE595C-3CC1-4870-A9F1-0A4AFAE1252D}" destId="{7F59901C-BB2E-4219-AA3A-9EC61CC56832}" srcOrd="0" destOrd="0" presId="urn:microsoft.com/office/officeart/2008/layout/NameandTitleOrganizationalChart"/>
    <dgm:cxn modelId="{3384E8F9-7C78-497D-96CA-89CFE2EFE36F}" type="presOf" srcId="{0FEF5721-3283-484E-BE58-B6B27C8B0EFF}" destId="{8F3FF899-90E0-4B85-A71D-172E1D40533A}" srcOrd="0" destOrd="0" presId="urn:microsoft.com/office/officeart/2008/layout/NameandTitleOrganizationalChart"/>
    <dgm:cxn modelId="{977444FD-BAE3-4347-8637-5CB3EFE93645}" type="presOf" srcId="{ADE83331-5E4F-46D2-8E6A-FDE300B478EC}" destId="{3E4FACD3-EF11-42CF-96BA-070686279D70}" srcOrd="0" destOrd="0" presId="urn:microsoft.com/office/officeart/2008/layout/NameandTitleOrganizationalChart"/>
    <dgm:cxn modelId="{2E011FD0-82A6-44A4-B0B6-0A99BB77E552}" type="presParOf" srcId="{28E9EA41-F654-43EC-8140-CD4FFBA4C9C8}" destId="{E653EC45-9A76-4A87-BCAA-E2316EEF24AD}" srcOrd="0" destOrd="0" presId="urn:microsoft.com/office/officeart/2008/layout/NameandTitleOrganizationalChart"/>
    <dgm:cxn modelId="{FE140B9A-DC9F-4D97-909C-A0B68FD206A2}" type="presParOf" srcId="{E653EC45-9A76-4A87-BCAA-E2316EEF24AD}" destId="{0E172A26-5A5D-4430-9D73-EECF208337AA}" srcOrd="0" destOrd="0" presId="urn:microsoft.com/office/officeart/2008/layout/NameandTitleOrganizationalChart"/>
    <dgm:cxn modelId="{F95B94DC-4F91-47A9-A5D7-E31AE2D06D55}" type="presParOf" srcId="{0E172A26-5A5D-4430-9D73-EECF208337AA}" destId="{3E4FACD3-EF11-42CF-96BA-070686279D70}" srcOrd="0" destOrd="0" presId="urn:microsoft.com/office/officeart/2008/layout/NameandTitleOrganizationalChart"/>
    <dgm:cxn modelId="{20335E08-EA95-478B-A015-DC040C9E7232}" type="presParOf" srcId="{0E172A26-5A5D-4430-9D73-EECF208337AA}" destId="{EAD9CA1A-786A-43D6-93F5-95F28432FB67}" srcOrd="1" destOrd="0" presId="urn:microsoft.com/office/officeart/2008/layout/NameandTitleOrganizationalChart"/>
    <dgm:cxn modelId="{99734750-7B33-4B0A-8766-E054100F3D63}" type="presParOf" srcId="{0E172A26-5A5D-4430-9D73-EECF208337AA}" destId="{9F69D325-43C7-4090-9D52-1010DA6C7652}" srcOrd="2" destOrd="0" presId="urn:microsoft.com/office/officeart/2008/layout/NameandTitleOrganizationalChart"/>
    <dgm:cxn modelId="{B7396DA9-4517-4F06-B1FD-5936A3F70BAD}" type="presParOf" srcId="{E653EC45-9A76-4A87-BCAA-E2316EEF24AD}" destId="{7E384A31-BA2B-4F18-A233-AE634537C75D}" srcOrd="1" destOrd="0" presId="urn:microsoft.com/office/officeart/2008/layout/NameandTitleOrganizationalChart"/>
    <dgm:cxn modelId="{AA251807-68C3-40BB-916A-4766078CD46B}" type="presParOf" srcId="{7E384A31-BA2B-4F18-A233-AE634537C75D}" destId="{8F3FF899-90E0-4B85-A71D-172E1D40533A}" srcOrd="0" destOrd="0" presId="urn:microsoft.com/office/officeart/2008/layout/NameandTitleOrganizationalChart"/>
    <dgm:cxn modelId="{235D73D0-08C5-463D-91D1-5B733ED0B95A}" type="presParOf" srcId="{7E384A31-BA2B-4F18-A233-AE634537C75D}" destId="{0AA9373E-5765-44A8-8F5B-D35C462B1E04}" srcOrd="1" destOrd="0" presId="urn:microsoft.com/office/officeart/2008/layout/NameandTitleOrganizationalChart"/>
    <dgm:cxn modelId="{A2A8458E-42F6-4349-B6BD-79E2AAD2D4F5}" type="presParOf" srcId="{0AA9373E-5765-44A8-8F5B-D35C462B1E04}" destId="{2791AF91-1C48-47FB-BC1C-DEF848A1B2A7}" srcOrd="0" destOrd="0" presId="urn:microsoft.com/office/officeart/2008/layout/NameandTitleOrganizationalChart"/>
    <dgm:cxn modelId="{71B53FFE-ED46-4ED0-A7FF-FD2349EBA369}" type="presParOf" srcId="{2791AF91-1C48-47FB-BC1C-DEF848A1B2A7}" destId="{AC068729-2071-4EE1-92D3-1349167BD797}" srcOrd="0" destOrd="0" presId="urn:microsoft.com/office/officeart/2008/layout/NameandTitleOrganizationalChart"/>
    <dgm:cxn modelId="{81D1EA91-937E-4AA0-BED1-546B4BEF6837}" type="presParOf" srcId="{2791AF91-1C48-47FB-BC1C-DEF848A1B2A7}" destId="{7F59901C-BB2E-4219-AA3A-9EC61CC56832}" srcOrd="1" destOrd="0" presId="urn:microsoft.com/office/officeart/2008/layout/NameandTitleOrganizationalChart"/>
    <dgm:cxn modelId="{192C5924-77DC-46FD-A274-4F727F7B5713}" type="presParOf" srcId="{2791AF91-1C48-47FB-BC1C-DEF848A1B2A7}" destId="{7BDC4266-4B3B-4DB8-928F-7FE828A80E78}" srcOrd="2" destOrd="0" presId="urn:microsoft.com/office/officeart/2008/layout/NameandTitleOrganizationalChart"/>
    <dgm:cxn modelId="{22DEE57E-EE17-4AEC-9CF5-112D99D33DA3}" type="presParOf" srcId="{0AA9373E-5765-44A8-8F5B-D35C462B1E04}" destId="{223F829F-4EBB-4A1B-850F-A6B0C338EC50}" srcOrd="1" destOrd="0" presId="urn:microsoft.com/office/officeart/2008/layout/NameandTitleOrganizationalChart"/>
    <dgm:cxn modelId="{42999EF3-076A-4A65-B991-97B179AB264E}" type="presParOf" srcId="{0AA9373E-5765-44A8-8F5B-D35C462B1E04}" destId="{8998413A-A029-40B8-B314-1CA880744DB1}" srcOrd="2" destOrd="0" presId="urn:microsoft.com/office/officeart/2008/layout/NameandTitleOrganizationalChart"/>
    <dgm:cxn modelId="{99A54BAF-3FE5-4AFA-AAC3-4DC14A2F9B42}" type="presParOf" srcId="{7E384A31-BA2B-4F18-A233-AE634537C75D}" destId="{50994ECB-0FC1-49A1-9D17-1DDE1DE12EB9}" srcOrd="2" destOrd="0" presId="urn:microsoft.com/office/officeart/2008/layout/NameandTitleOrganizationalChart"/>
    <dgm:cxn modelId="{6AAF165D-BE91-4103-A4AD-A0F3658A0D25}" type="presParOf" srcId="{7E384A31-BA2B-4F18-A233-AE634537C75D}" destId="{308F6E05-B74D-45F7-9310-8744A6413D76}" srcOrd="3" destOrd="0" presId="urn:microsoft.com/office/officeart/2008/layout/NameandTitleOrganizationalChart"/>
    <dgm:cxn modelId="{B09610C5-AB3A-4ABD-8108-2D5602A2F117}" type="presParOf" srcId="{308F6E05-B74D-45F7-9310-8744A6413D76}" destId="{7DC6603B-D4E6-4DA6-83F9-E8AB652D340A}" srcOrd="0" destOrd="0" presId="urn:microsoft.com/office/officeart/2008/layout/NameandTitleOrganizationalChart"/>
    <dgm:cxn modelId="{4892010C-100A-4CCC-AC0A-49D26719FE4B}" type="presParOf" srcId="{7DC6603B-D4E6-4DA6-83F9-E8AB652D340A}" destId="{7D57F046-5EA3-49AB-A437-14D3BFA70057}" srcOrd="0" destOrd="0" presId="urn:microsoft.com/office/officeart/2008/layout/NameandTitleOrganizationalChart"/>
    <dgm:cxn modelId="{6A2ED478-6741-41D1-ABB6-1002F1BACA76}" type="presParOf" srcId="{7DC6603B-D4E6-4DA6-83F9-E8AB652D340A}" destId="{A594C763-DA5C-45D7-A5B8-664F9B18845A}" srcOrd="1" destOrd="0" presId="urn:microsoft.com/office/officeart/2008/layout/NameandTitleOrganizationalChart"/>
    <dgm:cxn modelId="{528CD8C7-8EDA-43C4-B3D1-8722EB3E8791}" type="presParOf" srcId="{7DC6603B-D4E6-4DA6-83F9-E8AB652D340A}" destId="{51D3C815-8946-48E6-8451-943580E3B515}" srcOrd="2" destOrd="0" presId="urn:microsoft.com/office/officeart/2008/layout/NameandTitleOrganizationalChart"/>
    <dgm:cxn modelId="{402050C5-5A4A-4E3E-8473-6E396384BF11}" type="presParOf" srcId="{308F6E05-B74D-45F7-9310-8744A6413D76}" destId="{12983D58-0709-4A09-9CC7-7822F3CD0A25}" srcOrd="1" destOrd="0" presId="urn:microsoft.com/office/officeart/2008/layout/NameandTitleOrganizationalChart"/>
    <dgm:cxn modelId="{6F2BF4A2-4919-4E31-9875-04554A25BDF9}" type="presParOf" srcId="{308F6E05-B74D-45F7-9310-8744A6413D76}" destId="{D6B4B26D-2EB6-41D8-8A21-A42056A834B7}" srcOrd="2" destOrd="0" presId="urn:microsoft.com/office/officeart/2008/layout/NameandTitleOrganizationalChart"/>
    <dgm:cxn modelId="{9C8EA296-E4F9-46D8-B5C4-AFAF43A9CBDC}" type="presParOf" srcId="{E653EC45-9A76-4A87-BCAA-E2316EEF24AD}" destId="{9BCAC9A1-4E92-408D-B086-695C773B2E56}" srcOrd="2" destOrd="0" presId="urn:microsoft.com/office/officeart/2008/layout/NameandTitleOrganizational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DCE9F7C-04D6-4253-9675-00E7B818F9D6}"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E514A93F-F666-493D-BD7D-40E6B0D1556F}">
      <dgm:prSet/>
      <dgm:spPr/>
      <dgm:t>
        <a:bodyPr/>
        <a:lstStyle/>
        <a:p>
          <a:r>
            <a:rPr lang="es-ES"/>
            <a:t>Variables Numéricas</a:t>
          </a:r>
          <a:endParaRPr lang="en-US"/>
        </a:p>
      </dgm:t>
    </dgm:pt>
    <dgm:pt modelId="{488A3E06-0F03-43A9-80A5-86E30E23F1D7}" type="parTrans" cxnId="{8D9224CB-8821-48FB-A615-60248900001C}">
      <dgm:prSet/>
      <dgm:spPr/>
      <dgm:t>
        <a:bodyPr/>
        <a:lstStyle/>
        <a:p>
          <a:endParaRPr lang="en-US"/>
        </a:p>
      </dgm:t>
    </dgm:pt>
    <dgm:pt modelId="{AC1EFA56-27AC-4850-B16E-2089F4E24655}" type="sibTrans" cxnId="{8D9224CB-8821-48FB-A615-60248900001C}">
      <dgm:prSet/>
      <dgm:spPr/>
      <dgm:t>
        <a:bodyPr/>
        <a:lstStyle/>
        <a:p>
          <a:endParaRPr lang="en-US"/>
        </a:p>
      </dgm:t>
    </dgm:pt>
    <dgm:pt modelId="{3A08FA46-79B8-4009-AA53-7D449F7CB2A3}">
      <dgm:prSet/>
      <dgm:spPr/>
      <dgm:t>
        <a:bodyPr/>
        <a:lstStyle/>
        <a:p>
          <a:r>
            <a:rPr lang="es-ES"/>
            <a:t>De la mitad (Media o Promedio, Mediana y Moda)</a:t>
          </a:r>
          <a:endParaRPr lang="en-US"/>
        </a:p>
      </dgm:t>
    </dgm:pt>
    <dgm:pt modelId="{945E79D0-92DC-4A67-ADD1-921EC0107EA4}" type="parTrans" cxnId="{E9FD5F01-4D3D-4F5C-AE1E-5609960F527B}">
      <dgm:prSet/>
      <dgm:spPr/>
      <dgm:t>
        <a:bodyPr/>
        <a:lstStyle/>
        <a:p>
          <a:endParaRPr lang="en-US"/>
        </a:p>
      </dgm:t>
    </dgm:pt>
    <dgm:pt modelId="{08FEC6D5-1213-4646-808B-7B05DC42D929}" type="sibTrans" cxnId="{E9FD5F01-4D3D-4F5C-AE1E-5609960F527B}">
      <dgm:prSet/>
      <dgm:spPr/>
      <dgm:t>
        <a:bodyPr/>
        <a:lstStyle/>
        <a:p>
          <a:endParaRPr lang="en-US"/>
        </a:p>
      </dgm:t>
    </dgm:pt>
    <dgm:pt modelId="{E3837D28-DBE7-4FC2-ACC2-E3AFD19A6936}">
      <dgm:prSet/>
      <dgm:spPr/>
      <dgm:t>
        <a:bodyPr/>
        <a:lstStyle/>
        <a:p>
          <a:r>
            <a:rPr lang="es-ES"/>
            <a:t>Rangos: Máximo y Mínimo, Inter cuartiles, percentiles</a:t>
          </a:r>
          <a:endParaRPr lang="en-US"/>
        </a:p>
      </dgm:t>
    </dgm:pt>
    <dgm:pt modelId="{B68E5635-6FE3-4635-B16A-D767B42DC6BC}" type="parTrans" cxnId="{58909E82-FDB4-41FC-8B62-EF42B03A12B3}">
      <dgm:prSet/>
      <dgm:spPr/>
      <dgm:t>
        <a:bodyPr/>
        <a:lstStyle/>
        <a:p>
          <a:endParaRPr lang="en-US"/>
        </a:p>
      </dgm:t>
    </dgm:pt>
    <dgm:pt modelId="{E156545B-82FD-4ACE-B7E6-AB0FEF3965A1}" type="sibTrans" cxnId="{58909E82-FDB4-41FC-8B62-EF42B03A12B3}">
      <dgm:prSet/>
      <dgm:spPr/>
      <dgm:t>
        <a:bodyPr/>
        <a:lstStyle/>
        <a:p>
          <a:endParaRPr lang="en-US"/>
        </a:p>
      </dgm:t>
    </dgm:pt>
    <dgm:pt modelId="{D3C6ADBC-F39D-43F4-8D72-40E20B0CEE4F}">
      <dgm:prSet/>
      <dgm:spPr/>
      <dgm:t>
        <a:bodyPr/>
        <a:lstStyle/>
        <a:p>
          <a:r>
            <a:rPr lang="es-ES"/>
            <a:t>Desviaciones Estándar</a:t>
          </a:r>
          <a:endParaRPr lang="en-US"/>
        </a:p>
      </dgm:t>
    </dgm:pt>
    <dgm:pt modelId="{51360DDC-291D-4824-A52B-2A84C0E78E2E}" type="parTrans" cxnId="{7E6E6F93-B97E-4016-8BA9-5E592363CD8E}">
      <dgm:prSet/>
      <dgm:spPr/>
      <dgm:t>
        <a:bodyPr/>
        <a:lstStyle/>
        <a:p>
          <a:endParaRPr lang="en-US"/>
        </a:p>
      </dgm:t>
    </dgm:pt>
    <dgm:pt modelId="{52A07E38-BBB7-4DFD-B693-F72FA56654A8}" type="sibTrans" cxnId="{7E6E6F93-B97E-4016-8BA9-5E592363CD8E}">
      <dgm:prSet/>
      <dgm:spPr/>
      <dgm:t>
        <a:bodyPr/>
        <a:lstStyle/>
        <a:p>
          <a:endParaRPr lang="en-US"/>
        </a:p>
      </dgm:t>
    </dgm:pt>
    <dgm:pt modelId="{D9B8D600-35D3-4395-B8A6-077851F3DE5C}">
      <dgm:prSet/>
      <dgm:spPr/>
      <dgm:t>
        <a:bodyPr/>
        <a:lstStyle/>
        <a:p>
          <a:r>
            <a:rPr lang="es-ES"/>
            <a:t>Variables Categorías</a:t>
          </a:r>
          <a:endParaRPr lang="en-US"/>
        </a:p>
      </dgm:t>
    </dgm:pt>
    <dgm:pt modelId="{66254D7B-53CC-4101-A883-380C96F16756}" type="parTrans" cxnId="{4E4633A6-C4AB-424C-BEB8-9069AE890434}">
      <dgm:prSet/>
      <dgm:spPr/>
      <dgm:t>
        <a:bodyPr/>
        <a:lstStyle/>
        <a:p>
          <a:endParaRPr lang="en-US"/>
        </a:p>
      </dgm:t>
    </dgm:pt>
    <dgm:pt modelId="{CA08BF5F-6FF6-4ED3-B363-FF9CD3BAD5A1}" type="sibTrans" cxnId="{4E4633A6-C4AB-424C-BEB8-9069AE890434}">
      <dgm:prSet/>
      <dgm:spPr/>
      <dgm:t>
        <a:bodyPr/>
        <a:lstStyle/>
        <a:p>
          <a:endParaRPr lang="en-US"/>
        </a:p>
      </dgm:t>
    </dgm:pt>
    <dgm:pt modelId="{27FD30A8-48C7-4832-BE97-0EDE8619277F}">
      <dgm:prSet/>
      <dgm:spPr/>
      <dgm:t>
        <a:bodyPr/>
        <a:lstStyle/>
        <a:p>
          <a:r>
            <a:rPr lang="es-ES"/>
            <a:t>Frecuencias Relativas (Probabilidades frecuentistas)</a:t>
          </a:r>
          <a:endParaRPr lang="en-US"/>
        </a:p>
      </dgm:t>
    </dgm:pt>
    <dgm:pt modelId="{A979B090-6F32-46E9-B500-D1C7F60F8F86}" type="parTrans" cxnId="{A8CD57FE-30CB-4372-85F4-6592F249155D}">
      <dgm:prSet/>
      <dgm:spPr/>
      <dgm:t>
        <a:bodyPr/>
        <a:lstStyle/>
        <a:p>
          <a:endParaRPr lang="en-US"/>
        </a:p>
      </dgm:t>
    </dgm:pt>
    <dgm:pt modelId="{A56851AB-F907-4AA8-A8F8-573D5AB2FB90}" type="sibTrans" cxnId="{A8CD57FE-30CB-4372-85F4-6592F249155D}">
      <dgm:prSet/>
      <dgm:spPr/>
      <dgm:t>
        <a:bodyPr/>
        <a:lstStyle/>
        <a:p>
          <a:endParaRPr lang="en-US"/>
        </a:p>
      </dgm:t>
    </dgm:pt>
    <dgm:pt modelId="{EDE92924-2955-4F2A-B277-75E618868573}" type="pres">
      <dgm:prSet presAssocID="{CDCE9F7C-04D6-4253-9675-00E7B818F9D6}" presName="linear" presStyleCnt="0">
        <dgm:presLayoutVars>
          <dgm:dir/>
          <dgm:animLvl val="lvl"/>
          <dgm:resizeHandles val="exact"/>
        </dgm:presLayoutVars>
      </dgm:prSet>
      <dgm:spPr/>
    </dgm:pt>
    <dgm:pt modelId="{F46E0DC5-7003-42AB-9880-78928C9EFF1B}" type="pres">
      <dgm:prSet presAssocID="{E514A93F-F666-493D-BD7D-40E6B0D1556F}" presName="parentLin" presStyleCnt="0"/>
      <dgm:spPr/>
    </dgm:pt>
    <dgm:pt modelId="{E8154650-53FA-4D8D-A691-C1D5CAA0B704}" type="pres">
      <dgm:prSet presAssocID="{E514A93F-F666-493D-BD7D-40E6B0D1556F}" presName="parentLeftMargin" presStyleLbl="node1" presStyleIdx="0" presStyleCnt="2"/>
      <dgm:spPr/>
    </dgm:pt>
    <dgm:pt modelId="{0EE0EF70-2102-4632-97FF-B36288B829ED}" type="pres">
      <dgm:prSet presAssocID="{E514A93F-F666-493D-BD7D-40E6B0D1556F}" presName="parentText" presStyleLbl="node1" presStyleIdx="0" presStyleCnt="2">
        <dgm:presLayoutVars>
          <dgm:chMax val="0"/>
          <dgm:bulletEnabled val="1"/>
        </dgm:presLayoutVars>
      </dgm:prSet>
      <dgm:spPr/>
    </dgm:pt>
    <dgm:pt modelId="{917F9D99-089A-450C-BA66-830B05C1B800}" type="pres">
      <dgm:prSet presAssocID="{E514A93F-F666-493D-BD7D-40E6B0D1556F}" presName="negativeSpace" presStyleCnt="0"/>
      <dgm:spPr/>
    </dgm:pt>
    <dgm:pt modelId="{BFD233BF-A653-49EF-AD8A-0F8FC95625A9}" type="pres">
      <dgm:prSet presAssocID="{E514A93F-F666-493D-BD7D-40E6B0D1556F}" presName="childText" presStyleLbl="conFgAcc1" presStyleIdx="0" presStyleCnt="2">
        <dgm:presLayoutVars>
          <dgm:bulletEnabled val="1"/>
        </dgm:presLayoutVars>
      </dgm:prSet>
      <dgm:spPr/>
    </dgm:pt>
    <dgm:pt modelId="{B9AD2574-7416-4176-86E1-5A0EBD9B4CF3}" type="pres">
      <dgm:prSet presAssocID="{AC1EFA56-27AC-4850-B16E-2089F4E24655}" presName="spaceBetweenRectangles" presStyleCnt="0"/>
      <dgm:spPr/>
    </dgm:pt>
    <dgm:pt modelId="{A3B48044-1E10-439D-8C6E-281E6952EC5D}" type="pres">
      <dgm:prSet presAssocID="{D9B8D600-35D3-4395-B8A6-077851F3DE5C}" presName="parentLin" presStyleCnt="0"/>
      <dgm:spPr/>
    </dgm:pt>
    <dgm:pt modelId="{EA71C629-52DB-4BF0-8DC6-B23F736296E3}" type="pres">
      <dgm:prSet presAssocID="{D9B8D600-35D3-4395-B8A6-077851F3DE5C}" presName="parentLeftMargin" presStyleLbl="node1" presStyleIdx="0" presStyleCnt="2"/>
      <dgm:spPr/>
    </dgm:pt>
    <dgm:pt modelId="{0551D5C4-95C4-47E5-91B4-81D1078E2392}" type="pres">
      <dgm:prSet presAssocID="{D9B8D600-35D3-4395-B8A6-077851F3DE5C}" presName="parentText" presStyleLbl="node1" presStyleIdx="1" presStyleCnt="2">
        <dgm:presLayoutVars>
          <dgm:chMax val="0"/>
          <dgm:bulletEnabled val="1"/>
        </dgm:presLayoutVars>
      </dgm:prSet>
      <dgm:spPr/>
    </dgm:pt>
    <dgm:pt modelId="{06D6782C-E923-47C3-A671-4C7724D6211E}" type="pres">
      <dgm:prSet presAssocID="{D9B8D600-35D3-4395-B8A6-077851F3DE5C}" presName="negativeSpace" presStyleCnt="0"/>
      <dgm:spPr/>
    </dgm:pt>
    <dgm:pt modelId="{890CBB62-61D2-4695-9BC2-0E98CFF4FFB5}" type="pres">
      <dgm:prSet presAssocID="{D9B8D600-35D3-4395-B8A6-077851F3DE5C}" presName="childText" presStyleLbl="conFgAcc1" presStyleIdx="1" presStyleCnt="2">
        <dgm:presLayoutVars>
          <dgm:bulletEnabled val="1"/>
        </dgm:presLayoutVars>
      </dgm:prSet>
      <dgm:spPr/>
    </dgm:pt>
  </dgm:ptLst>
  <dgm:cxnLst>
    <dgm:cxn modelId="{E9FD5F01-4D3D-4F5C-AE1E-5609960F527B}" srcId="{E514A93F-F666-493D-BD7D-40E6B0D1556F}" destId="{3A08FA46-79B8-4009-AA53-7D449F7CB2A3}" srcOrd="0" destOrd="0" parTransId="{945E79D0-92DC-4A67-ADD1-921EC0107EA4}" sibTransId="{08FEC6D5-1213-4646-808B-7B05DC42D929}"/>
    <dgm:cxn modelId="{2C694528-96BE-46F5-8339-2B3BFA6EF2E1}" type="presOf" srcId="{E514A93F-F666-493D-BD7D-40E6B0D1556F}" destId="{E8154650-53FA-4D8D-A691-C1D5CAA0B704}" srcOrd="0" destOrd="0" presId="urn:microsoft.com/office/officeart/2005/8/layout/list1"/>
    <dgm:cxn modelId="{9209C73E-57D0-47C4-9FE9-7CFBF21876AD}" type="presOf" srcId="{D9B8D600-35D3-4395-B8A6-077851F3DE5C}" destId="{0551D5C4-95C4-47E5-91B4-81D1078E2392}" srcOrd="1" destOrd="0" presId="urn:microsoft.com/office/officeart/2005/8/layout/list1"/>
    <dgm:cxn modelId="{D72EC440-1083-46FD-88D8-451082C32A34}" type="presOf" srcId="{3A08FA46-79B8-4009-AA53-7D449F7CB2A3}" destId="{BFD233BF-A653-49EF-AD8A-0F8FC95625A9}" srcOrd="0" destOrd="0" presId="urn:microsoft.com/office/officeart/2005/8/layout/list1"/>
    <dgm:cxn modelId="{BAA72653-B6F3-4F3F-B6D6-8A1F33B60695}" type="presOf" srcId="{D3C6ADBC-F39D-43F4-8D72-40E20B0CEE4F}" destId="{BFD233BF-A653-49EF-AD8A-0F8FC95625A9}" srcOrd="0" destOrd="2" presId="urn:microsoft.com/office/officeart/2005/8/layout/list1"/>
    <dgm:cxn modelId="{26B9DA53-1903-473B-AFC0-4BDE410283C5}" type="presOf" srcId="{27FD30A8-48C7-4832-BE97-0EDE8619277F}" destId="{890CBB62-61D2-4695-9BC2-0E98CFF4FFB5}" srcOrd="0" destOrd="0" presId="urn:microsoft.com/office/officeart/2005/8/layout/list1"/>
    <dgm:cxn modelId="{58909E82-FDB4-41FC-8B62-EF42B03A12B3}" srcId="{E514A93F-F666-493D-BD7D-40E6B0D1556F}" destId="{E3837D28-DBE7-4FC2-ACC2-E3AFD19A6936}" srcOrd="1" destOrd="0" parTransId="{B68E5635-6FE3-4635-B16A-D767B42DC6BC}" sibTransId="{E156545B-82FD-4ACE-B7E6-AB0FEF3965A1}"/>
    <dgm:cxn modelId="{7E6E6F93-B97E-4016-8BA9-5E592363CD8E}" srcId="{E514A93F-F666-493D-BD7D-40E6B0D1556F}" destId="{D3C6ADBC-F39D-43F4-8D72-40E20B0CEE4F}" srcOrd="2" destOrd="0" parTransId="{51360DDC-291D-4824-A52B-2A84C0E78E2E}" sibTransId="{52A07E38-BBB7-4DFD-B693-F72FA56654A8}"/>
    <dgm:cxn modelId="{15441F9F-084B-484A-87D3-1ABA5E722DE7}" type="presOf" srcId="{CDCE9F7C-04D6-4253-9675-00E7B818F9D6}" destId="{EDE92924-2955-4F2A-B277-75E618868573}" srcOrd="0" destOrd="0" presId="urn:microsoft.com/office/officeart/2005/8/layout/list1"/>
    <dgm:cxn modelId="{FD09F7A3-49C9-456A-99B6-1AF344F8D9B5}" type="presOf" srcId="{E514A93F-F666-493D-BD7D-40E6B0D1556F}" destId="{0EE0EF70-2102-4632-97FF-B36288B829ED}" srcOrd="1" destOrd="0" presId="urn:microsoft.com/office/officeart/2005/8/layout/list1"/>
    <dgm:cxn modelId="{4E4633A6-C4AB-424C-BEB8-9069AE890434}" srcId="{CDCE9F7C-04D6-4253-9675-00E7B818F9D6}" destId="{D9B8D600-35D3-4395-B8A6-077851F3DE5C}" srcOrd="1" destOrd="0" parTransId="{66254D7B-53CC-4101-A883-380C96F16756}" sibTransId="{CA08BF5F-6FF6-4ED3-B363-FF9CD3BAD5A1}"/>
    <dgm:cxn modelId="{8D9224CB-8821-48FB-A615-60248900001C}" srcId="{CDCE9F7C-04D6-4253-9675-00E7B818F9D6}" destId="{E514A93F-F666-493D-BD7D-40E6B0D1556F}" srcOrd="0" destOrd="0" parTransId="{488A3E06-0F03-43A9-80A5-86E30E23F1D7}" sibTransId="{AC1EFA56-27AC-4850-B16E-2089F4E24655}"/>
    <dgm:cxn modelId="{22F0BDE8-3E3C-42F5-9AC2-39307C34AB21}" type="presOf" srcId="{E3837D28-DBE7-4FC2-ACC2-E3AFD19A6936}" destId="{BFD233BF-A653-49EF-AD8A-0F8FC95625A9}" srcOrd="0" destOrd="1" presId="urn:microsoft.com/office/officeart/2005/8/layout/list1"/>
    <dgm:cxn modelId="{53C462EE-C109-434B-9A55-37803E365C2D}" type="presOf" srcId="{D9B8D600-35D3-4395-B8A6-077851F3DE5C}" destId="{EA71C629-52DB-4BF0-8DC6-B23F736296E3}" srcOrd="0" destOrd="0" presId="urn:microsoft.com/office/officeart/2005/8/layout/list1"/>
    <dgm:cxn modelId="{A8CD57FE-30CB-4372-85F4-6592F249155D}" srcId="{D9B8D600-35D3-4395-B8A6-077851F3DE5C}" destId="{27FD30A8-48C7-4832-BE97-0EDE8619277F}" srcOrd="0" destOrd="0" parTransId="{A979B090-6F32-46E9-B500-D1C7F60F8F86}" sibTransId="{A56851AB-F907-4AA8-A8F8-573D5AB2FB90}"/>
    <dgm:cxn modelId="{07800561-9D70-4B17-A917-474DA1A2FF47}" type="presParOf" srcId="{EDE92924-2955-4F2A-B277-75E618868573}" destId="{F46E0DC5-7003-42AB-9880-78928C9EFF1B}" srcOrd="0" destOrd="0" presId="urn:microsoft.com/office/officeart/2005/8/layout/list1"/>
    <dgm:cxn modelId="{355A579B-BF23-456B-B3A6-D4F461B7B275}" type="presParOf" srcId="{F46E0DC5-7003-42AB-9880-78928C9EFF1B}" destId="{E8154650-53FA-4D8D-A691-C1D5CAA0B704}" srcOrd="0" destOrd="0" presId="urn:microsoft.com/office/officeart/2005/8/layout/list1"/>
    <dgm:cxn modelId="{06FDD87F-69E7-4933-8199-B49D82E35FFB}" type="presParOf" srcId="{F46E0DC5-7003-42AB-9880-78928C9EFF1B}" destId="{0EE0EF70-2102-4632-97FF-B36288B829ED}" srcOrd="1" destOrd="0" presId="urn:microsoft.com/office/officeart/2005/8/layout/list1"/>
    <dgm:cxn modelId="{61BAB525-9275-48DF-BA0F-7D44FD3623D3}" type="presParOf" srcId="{EDE92924-2955-4F2A-B277-75E618868573}" destId="{917F9D99-089A-450C-BA66-830B05C1B800}" srcOrd="1" destOrd="0" presId="urn:microsoft.com/office/officeart/2005/8/layout/list1"/>
    <dgm:cxn modelId="{44C72003-9061-4F67-AA0E-A333FBDDC3B8}" type="presParOf" srcId="{EDE92924-2955-4F2A-B277-75E618868573}" destId="{BFD233BF-A653-49EF-AD8A-0F8FC95625A9}" srcOrd="2" destOrd="0" presId="urn:microsoft.com/office/officeart/2005/8/layout/list1"/>
    <dgm:cxn modelId="{F7A0BEF1-5B1E-4D4C-A170-345DFA2F8971}" type="presParOf" srcId="{EDE92924-2955-4F2A-B277-75E618868573}" destId="{B9AD2574-7416-4176-86E1-5A0EBD9B4CF3}" srcOrd="3" destOrd="0" presId="urn:microsoft.com/office/officeart/2005/8/layout/list1"/>
    <dgm:cxn modelId="{AA79DB35-3CFF-4C86-AA49-98ABF218DF70}" type="presParOf" srcId="{EDE92924-2955-4F2A-B277-75E618868573}" destId="{A3B48044-1E10-439D-8C6E-281E6952EC5D}" srcOrd="4" destOrd="0" presId="urn:microsoft.com/office/officeart/2005/8/layout/list1"/>
    <dgm:cxn modelId="{A5C14CCF-4435-4736-9625-A5C4F201E310}" type="presParOf" srcId="{A3B48044-1E10-439D-8C6E-281E6952EC5D}" destId="{EA71C629-52DB-4BF0-8DC6-B23F736296E3}" srcOrd="0" destOrd="0" presId="urn:microsoft.com/office/officeart/2005/8/layout/list1"/>
    <dgm:cxn modelId="{99BB926A-F9D3-4997-A71C-98C9D249F912}" type="presParOf" srcId="{A3B48044-1E10-439D-8C6E-281E6952EC5D}" destId="{0551D5C4-95C4-47E5-91B4-81D1078E2392}" srcOrd="1" destOrd="0" presId="urn:microsoft.com/office/officeart/2005/8/layout/list1"/>
    <dgm:cxn modelId="{E211257F-D369-4ABD-B645-2E14FE5A1B28}" type="presParOf" srcId="{EDE92924-2955-4F2A-B277-75E618868573}" destId="{06D6782C-E923-47C3-A671-4C7724D6211E}" srcOrd="5" destOrd="0" presId="urn:microsoft.com/office/officeart/2005/8/layout/list1"/>
    <dgm:cxn modelId="{8A960309-CDCB-459B-BC87-EF77B1F42F72}" type="presParOf" srcId="{EDE92924-2955-4F2A-B277-75E618868573}" destId="{890CBB62-61D2-4695-9BC2-0E98CFF4FFB5}"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C25C624-02AD-4508-812A-87F87EE7382F}"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EC656783-DBAB-4FA0-B558-B229893DACCE}">
      <dgm:prSet/>
      <dgm:spPr/>
      <dgm:t>
        <a:bodyPr/>
        <a:lstStyle/>
        <a:p>
          <a:r>
            <a:rPr lang="es-ES"/>
            <a:t>En el mundo de los datos, las herramientas y tecnologías de visualización de datos son esenciales para analizar cantidades masivas de información y tomar decisiones basadas en datos.</a:t>
          </a:r>
          <a:endParaRPr lang="en-US"/>
        </a:p>
      </dgm:t>
    </dgm:pt>
    <dgm:pt modelId="{7C62AAFF-8FA5-4E1D-9995-8A2EDC0D7028}" type="parTrans" cxnId="{A5C2CADB-2093-4263-A4B1-9C8BD2CE8EC0}">
      <dgm:prSet/>
      <dgm:spPr/>
      <dgm:t>
        <a:bodyPr/>
        <a:lstStyle/>
        <a:p>
          <a:endParaRPr lang="en-US"/>
        </a:p>
      </dgm:t>
    </dgm:pt>
    <dgm:pt modelId="{483F3E67-0EEC-4390-9BA9-A789A0C290D2}" type="sibTrans" cxnId="{A5C2CADB-2093-4263-A4B1-9C8BD2CE8EC0}">
      <dgm:prSet/>
      <dgm:spPr/>
      <dgm:t>
        <a:bodyPr/>
        <a:lstStyle/>
        <a:p>
          <a:endParaRPr lang="en-US"/>
        </a:p>
      </dgm:t>
    </dgm:pt>
    <dgm:pt modelId="{72124294-F878-4EE3-A1A7-F02B4CBB4B88}">
      <dgm:prSet/>
      <dgm:spPr/>
      <dgm:t>
        <a:bodyPr/>
        <a:lstStyle/>
        <a:p>
          <a:r>
            <a:rPr lang="es-ES"/>
            <a:t>Nuestros ojos se sienten atraídos por los colores y los patrones. Podemos identificar rápidamente el rojo del azul, el cuadrado del círculo. Nuestra cultura es visual, que incluye todo, desde arte y publicidad hasta películas.</a:t>
          </a:r>
          <a:endParaRPr lang="en-US"/>
        </a:p>
      </dgm:t>
    </dgm:pt>
    <dgm:pt modelId="{79FE7392-8A89-48C5-B286-1A2F1E99E334}" type="parTrans" cxnId="{C3CFBE56-E8C3-4FE7-AF90-C215BA1AB667}">
      <dgm:prSet/>
      <dgm:spPr/>
      <dgm:t>
        <a:bodyPr/>
        <a:lstStyle/>
        <a:p>
          <a:endParaRPr lang="en-US"/>
        </a:p>
      </dgm:t>
    </dgm:pt>
    <dgm:pt modelId="{9647B699-1D7F-457E-BC81-F6684562FEFA}" type="sibTrans" cxnId="{C3CFBE56-E8C3-4FE7-AF90-C215BA1AB667}">
      <dgm:prSet/>
      <dgm:spPr/>
      <dgm:t>
        <a:bodyPr/>
        <a:lstStyle/>
        <a:p>
          <a:endParaRPr lang="en-US"/>
        </a:p>
      </dgm:t>
    </dgm:pt>
    <dgm:pt modelId="{2C6F3444-20FD-4A72-ACFF-8A163491F59C}" type="pres">
      <dgm:prSet presAssocID="{5C25C624-02AD-4508-812A-87F87EE7382F}" presName="vert0" presStyleCnt="0">
        <dgm:presLayoutVars>
          <dgm:dir/>
          <dgm:animOne val="branch"/>
          <dgm:animLvl val="lvl"/>
        </dgm:presLayoutVars>
      </dgm:prSet>
      <dgm:spPr/>
    </dgm:pt>
    <dgm:pt modelId="{F05BF8FD-3D06-467C-BC0B-659F7F30E5E0}" type="pres">
      <dgm:prSet presAssocID="{EC656783-DBAB-4FA0-B558-B229893DACCE}" presName="thickLine" presStyleLbl="alignNode1" presStyleIdx="0" presStyleCnt="2"/>
      <dgm:spPr/>
    </dgm:pt>
    <dgm:pt modelId="{43F59DDE-BD0F-4B14-9732-7142733703A5}" type="pres">
      <dgm:prSet presAssocID="{EC656783-DBAB-4FA0-B558-B229893DACCE}" presName="horz1" presStyleCnt="0"/>
      <dgm:spPr/>
    </dgm:pt>
    <dgm:pt modelId="{224D33FF-992B-464A-9F33-083F5A30BFC3}" type="pres">
      <dgm:prSet presAssocID="{EC656783-DBAB-4FA0-B558-B229893DACCE}" presName="tx1" presStyleLbl="revTx" presStyleIdx="0" presStyleCnt="2"/>
      <dgm:spPr/>
    </dgm:pt>
    <dgm:pt modelId="{4431FD33-38C5-46E1-8DCC-C9FC08ACCB7A}" type="pres">
      <dgm:prSet presAssocID="{EC656783-DBAB-4FA0-B558-B229893DACCE}" presName="vert1" presStyleCnt="0"/>
      <dgm:spPr/>
    </dgm:pt>
    <dgm:pt modelId="{BAFC1534-41F3-4068-9E3E-BCB44ACBA6E9}" type="pres">
      <dgm:prSet presAssocID="{72124294-F878-4EE3-A1A7-F02B4CBB4B88}" presName="thickLine" presStyleLbl="alignNode1" presStyleIdx="1" presStyleCnt="2"/>
      <dgm:spPr/>
    </dgm:pt>
    <dgm:pt modelId="{297CE2C8-13DB-4F54-976B-3B1652211AF8}" type="pres">
      <dgm:prSet presAssocID="{72124294-F878-4EE3-A1A7-F02B4CBB4B88}" presName="horz1" presStyleCnt="0"/>
      <dgm:spPr/>
    </dgm:pt>
    <dgm:pt modelId="{58EF79C9-4437-4D51-971D-543CBCFA80FC}" type="pres">
      <dgm:prSet presAssocID="{72124294-F878-4EE3-A1A7-F02B4CBB4B88}" presName="tx1" presStyleLbl="revTx" presStyleIdx="1" presStyleCnt="2"/>
      <dgm:spPr/>
    </dgm:pt>
    <dgm:pt modelId="{63976B31-DA55-45F9-A072-B42B9AEFA69E}" type="pres">
      <dgm:prSet presAssocID="{72124294-F878-4EE3-A1A7-F02B4CBB4B88}" presName="vert1" presStyleCnt="0"/>
      <dgm:spPr/>
    </dgm:pt>
  </dgm:ptLst>
  <dgm:cxnLst>
    <dgm:cxn modelId="{D9527C2B-C369-4730-AFE3-58373C2941BA}" type="presOf" srcId="{EC656783-DBAB-4FA0-B558-B229893DACCE}" destId="{224D33FF-992B-464A-9F33-083F5A30BFC3}" srcOrd="0" destOrd="0" presId="urn:microsoft.com/office/officeart/2008/layout/LinedList"/>
    <dgm:cxn modelId="{C3CFBE56-E8C3-4FE7-AF90-C215BA1AB667}" srcId="{5C25C624-02AD-4508-812A-87F87EE7382F}" destId="{72124294-F878-4EE3-A1A7-F02B4CBB4B88}" srcOrd="1" destOrd="0" parTransId="{79FE7392-8A89-48C5-B286-1A2F1E99E334}" sibTransId="{9647B699-1D7F-457E-BC81-F6684562FEFA}"/>
    <dgm:cxn modelId="{56937A95-DE69-4253-8C46-B67B0ACD1A81}" type="presOf" srcId="{5C25C624-02AD-4508-812A-87F87EE7382F}" destId="{2C6F3444-20FD-4A72-ACFF-8A163491F59C}" srcOrd="0" destOrd="0" presId="urn:microsoft.com/office/officeart/2008/layout/LinedList"/>
    <dgm:cxn modelId="{341C26DB-D223-493C-BDA0-AAB3B1B696F2}" type="presOf" srcId="{72124294-F878-4EE3-A1A7-F02B4CBB4B88}" destId="{58EF79C9-4437-4D51-971D-543CBCFA80FC}" srcOrd="0" destOrd="0" presId="urn:microsoft.com/office/officeart/2008/layout/LinedList"/>
    <dgm:cxn modelId="{A5C2CADB-2093-4263-A4B1-9C8BD2CE8EC0}" srcId="{5C25C624-02AD-4508-812A-87F87EE7382F}" destId="{EC656783-DBAB-4FA0-B558-B229893DACCE}" srcOrd="0" destOrd="0" parTransId="{7C62AAFF-8FA5-4E1D-9995-8A2EDC0D7028}" sibTransId="{483F3E67-0EEC-4390-9BA9-A789A0C290D2}"/>
    <dgm:cxn modelId="{C09E0760-9798-4261-8EF9-3BCEB21722C0}" type="presParOf" srcId="{2C6F3444-20FD-4A72-ACFF-8A163491F59C}" destId="{F05BF8FD-3D06-467C-BC0B-659F7F30E5E0}" srcOrd="0" destOrd="0" presId="urn:microsoft.com/office/officeart/2008/layout/LinedList"/>
    <dgm:cxn modelId="{8ACBF1E1-C1FF-4E4C-98FA-C386460D7F2B}" type="presParOf" srcId="{2C6F3444-20FD-4A72-ACFF-8A163491F59C}" destId="{43F59DDE-BD0F-4B14-9732-7142733703A5}" srcOrd="1" destOrd="0" presId="urn:microsoft.com/office/officeart/2008/layout/LinedList"/>
    <dgm:cxn modelId="{344352BC-1619-4084-9B42-C0E3804A4BB5}" type="presParOf" srcId="{43F59DDE-BD0F-4B14-9732-7142733703A5}" destId="{224D33FF-992B-464A-9F33-083F5A30BFC3}" srcOrd="0" destOrd="0" presId="urn:microsoft.com/office/officeart/2008/layout/LinedList"/>
    <dgm:cxn modelId="{9E115025-35A9-4CE1-B8FA-05296C29D02A}" type="presParOf" srcId="{43F59DDE-BD0F-4B14-9732-7142733703A5}" destId="{4431FD33-38C5-46E1-8DCC-C9FC08ACCB7A}" srcOrd="1" destOrd="0" presId="urn:microsoft.com/office/officeart/2008/layout/LinedList"/>
    <dgm:cxn modelId="{74ED9415-3839-4764-A51B-911D764C0A99}" type="presParOf" srcId="{2C6F3444-20FD-4A72-ACFF-8A163491F59C}" destId="{BAFC1534-41F3-4068-9E3E-BCB44ACBA6E9}" srcOrd="2" destOrd="0" presId="urn:microsoft.com/office/officeart/2008/layout/LinedList"/>
    <dgm:cxn modelId="{2F264E1E-1D5E-435D-8969-5E50F8F34F5F}" type="presParOf" srcId="{2C6F3444-20FD-4A72-ACFF-8A163491F59C}" destId="{297CE2C8-13DB-4F54-976B-3B1652211AF8}" srcOrd="3" destOrd="0" presId="urn:microsoft.com/office/officeart/2008/layout/LinedList"/>
    <dgm:cxn modelId="{161EFC48-9C72-47ED-A2CE-D7AA165A0ECC}" type="presParOf" srcId="{297CE2C8-13DB-4F54-976B-3B1652211AF8}" destId="{58EF79C9-4437-4D51-971D-543CBCFA80FC}" srcOrd="0" destOrd="0" presId="urn:microsoft.com/office/officeart/2008/layout/LinedList"/>
    <dgm:cxn modelId="{BACADA20-9096-4405-BDBC-8BB55943F7B1}" type="presParOf" srcId="{297CE2C8-13DB-4F54-976B-3B1652211AF8}" destId="{63976B31-DA55-45F9-A072-B42B9AEFA69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DCE9F7C-04D6-4253-9675-00E7B818F9D6}"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E514A93F-F666-493D-BD7D-40E6B0D1556F}">
      <dgm:prSet/>
      <dgm:spPr/>
      <dgm:t>
        <a:bodyPr/>
        <a:lstStyle/>
        <a:p>
          <a:r>
            <a:rPr lang="es-ES"/>
            <a:t>Variables Numéricas</a:t>
          </a:r>
          <a:endParaRPr lang="en-US"/>
        </a:p>
      </dgm:t>
    </dgm:pt>
    <dgm:pt modelId="{488A3E06-0F03-43A9-80A5-86E30E23F1D7}" type="parTrans" cxnId="{8D9224CB-8821-48FB-A615-60248900001C}">
      <dgm:prSet/>
      <dgm:spPr/>
      <dgm:t>
        <a:bodyPr/>
        <a:lstStyle/>
        <a:p>
          <a:endParaRPr lang="en-US"/>
        </a:p>
      </dgm:t>
    </dgm:pt>
    <dgm:pt modelId="{AC1EFA56-27AC-4850-B16E-2089F4E24655}" type="sibTrans" cxnId="{8D9224CB-8821-48FB-A615-60248900001C}">
      <dgm:prSet/>
      <dgm:spPr/>
      <dgm:t>
        <a:bodyPr/>
        <a:lstStyle/>
        <a:p>
          <a:endParaRPr lang="en-US"/>
        </a:p>
      </dgm:t>
    </dgm:pt>
    <dgm:pt modelId="{3A08FA46-79B8-4009-AA53-7D449F7CB2A3}">
      <dgm:prSet/>
      <dgm:spPr/>
      <dgm:t>
        <a:bodyPr/>
        <a:lstStyle/>
        <a:p>
          <a:r>
            <a:rPr lang="es-ES"/>
            <a:t>Correlación (-1, 0, 1)</a:t>
          </a:r>
          <a:endParaRPr lang="en-US"/>
        </a:p>
      </dgm:t>
    </dgm:pt>
    <dgm:pt modelId="{945E79D0-92DC-4A67-ADD1-921EC0107EA4}" type="parTrans" cxnId="{E9FD5F01-4D3D-4F5C-AE1E-5609960F527B}">
      <dgm:prSet/>
      <dgm:spPr/>
      <dgm:t>
        <a:bodyPr/>
        <a:lstStyle/>
        <a:p>
          <a:endParaRPr lang="en-US"/>
        </a:p>
      </dgm:t>
    </dgm:pt>
    <dgm:pt modelId="{08FEC6D5-1213-4646-808B-7B05DC42D929}" type="sibTrans" cxnId="{E9FD5F01-4D3D-4F5C-AE1E-5609960F527B}">
      <dgm:prSet/>
      <dgm:spPr/>
      <dgm:t>
        <a:bodyPr/>
        <a:lstStyle/>
        <a:p>
          <a:endParaRPr lang="en-US"/>
        </a:p>
      </dgm:t>
    </dgm:pt>
    <dgm:pt modelId="{D9B8D600-35D3-4395-B8A6-077851F3DE5C}">
      <dgm:prSet/>
      <dgm:spPr/>
      <dgm:t>
        <a:bodyPr/>
        <a:lstStyle/>
        <a:p>
          <a:r>
            <a:rPr lang="es-ES"/>
            <a:t>Variables Categorías</a:t>
          </a:r>
          <a:endParaRPr lang="en-US"/>
        </a:p>
      </dgm:t>
    </dgm:pt>
    <dgm:pt modelId="{66254D7B-53CC-4101-A883-380C96F16756}" type="parTrans" cxnId="{4E4633A6-C4AB-424C-BEB8-9069AE890434}">
      <dgm:prSet/>
      <dgm:spPr/>
      <dgm:t>
        <a:bodyPr/>
        <a:lstStyle/>
        <a:p>
          <a:endParaRPr lang="en-US"/>
        </a:p>
      </dgm:t>
    </dgm:pt>
    <dgm:pt modelId="{CA08BF5F-6FF6-4ED3-B363-FF9CD3BAD5A1}" type="sibTrans" cxnId="{4E4633A6-C4AB-424C-BEB8-9069AE890434}">
      <dgm:prSet/>
      <dgm:spPr/>
      <dgm:t>
        <a:bodyPr/>
        <a:lstStyle/>
        <a:p>
          <a:endParaRPr lang="en-US"/>
        </a:p>
      </dgm:t>
    </dgm:pt>
    <dgm:pt modelId="{27FD30A8-48C7-4832-BE97-0EDE8619277F}">
      <dgm:prSet/>
      <dgm:spPr/>
      <dgm:t>
        <a:bodyPr/>
        <a:lstStyle/>
        <a:p>
          <a:r>
            <a:rPr lang="es-ES"/>
            <a:t>Tabla de distribución de frecuencias. </a:t>
          </a:r>
          <a:endParaRPr lang="en-US"/>
        </a:p>
      </dgm:t>
    </dgm:pt>
    <dgm:pt modelId="{A979B090-6F32-46E9-B500-D1C7F60F8F86}" type="parTrans" cxnId="{A8CD57FE-30CB-4372-85F4-6592F249155D}">
      <dgm:prSet/>
      <dgm:spPr/>
      <dgm:t>
        <a:bodyPr/>
        <a:lstStyle/>
        <a:p>
          <a:endParaRPr lang="en-US"/>
        </a:p>
      </dgm:t>
    </dgm:pt>
    <dgm:pt modelId="{A56851AB-F907-4AA8-A8F8-573D5AB2FB90}" type="sibTrans" cxnId="{A8CD57FE-30CB-4372-85F4-6592F249155D}">
      <dgm:prSet/>
      <dgm:spPr/>
      <dgm:t>
        <a:bodyPr/>
        <a:lstStyle/>
        <a:p>
          <a:endParaRPr lang="en-US"/>
        </a:p>
      </dgm:t>
    </dgm:pt>
    <dgm:pt modelId="{32E2EF28-3EE3-4836-B445-D81816F59A1B}">
      <dgm:prSet/>
      <dgm:spPr/>
      <dgm:t>
        <a:bodyPr/>
        <a:lstStyle/>
        <a:p>
          <a:r>
            <a:rPr lang="es-CO" noProof="0"/>
            <a:t>Correlación no significa causalidad</a:t>
          </a:r>
        </a:p>
      </dgm:t>
    </dgm:pt>
    <dgm:pt modelId="{0569FF7D-A5BF-4FD9-B5C9-1A2DFAF20D37}" type="parTrans" cxnId="{33606F43-47DB-46A9-9BFA-407A571B9BB9}">
      <dgm:prSet/>
      <dgm:spPr/>
      <dgm:t>
        <a:bodyPr/>
        <a:lstStyle/>
        <a:p>
          <a:endParaRPr lang="es-CO"/>
        </a:p>
      </dgm:t>
    </dgm:pt>
    <dgm:pt modelId="{5A4FF7D1-681B-4DD6-964D-C51210765902}" type="sibTrans" cxnId="{33606F43-47DB-46A9-9BFA-407A571B9BB9}">
      <dgm:prSet/>
      <dgm:spPr/>
      <dgm:t>
        <a:bodyPr/>
        <a:lstStyle/>
        <a:p>
          <a:endParaRPr lang="es-CO"/>
        </a:p>
      </dgm:t>
    </dgm:pt>
    <dgm:pt modelId="{A76E37B5-A2F4-4AAD-8DBC-4BA0F152628D}">
      <dgm:prSet/>
      <dgm:spPr/>
      <dgm:t>
        <a:bodyPr/>
        <a:lstStyle/>
        <a:p>
          <a:r>
            <a:rPr lang="en-US" noProof="0"/>
            <a:t>Spurious correlation</a:t>
          </a:r>
        </a:p>
      </dgm:t>
    </dgm:pt>
    <dgm:pt modelId="{DADD0916-3D29-43BA-80A6-FBFBD473C791}" type="parTrans" cxnId="{A039D3AE-5540-4F78-A361-7A122D80F192}">
      <dgm:prSet/>
      <dgm:spPr/>
      <dgm:t>
        <a:bodyPr/>
        <a:lstStyle/>
        <a:p>
          <a:endParaRPr lang="es-CO"/>
        </a:p>
      </dgm:t>
    </dgm:pt>
    <dgm:pt modelId="{0307740E-A3BE-4F41-A640-D2B33D200AAE}" type="sibTrans" cxnId="{A039D3AE-5540-4F78-A361-7A122D80F192}">
      <dgm:prSet/>
      <dgm:spPr/>
      <dgm:t>
        <a:bodyPr/>
        <a:lstStyle/>
        <a:p>
          <a:endParaRPr lang="es-CO"/>
        </a:p>
      </dgm:t>
    </dgm:pt>
    <dgm:pt modelId="{2E056FF9-C4DC-42CF-ADE5-3E7EC6BA1567}">
      <dgm:prSet/>
      <dgm:spPr/>
      <dgm:t>
        <a:bodyPr/>
        <a:lstStyle/>
        <a:p>
          <a:r>
            <a:rPr lang="es-CO" noProof="0"/>
            <a:t>Ejemplo:</a:t>
          </a:r>
        </a:p>
      </dgm:t>
    </dgm:pt>
    <dgm:pt modelId="{011C581A-E680-417F-8719-437FB59D95DF}" type="parTrans" cxnId="{D1A679BF-5576-448E-8D80-543FC25E4066}">
      <dgm:prSet/>
      <dgm:spPr/>
    </dgm:pt>
    <dgm:pt modelId="{1BE11542-3E8A-40CF-906B-B1CA438CC954}" type="sibTrans" cxnId="{D1A679BF-5576-448E-8D80-543FC25E4066}">
      <dgm:prSet/>
      <dgm:spPr/>
    </dgm:pt>
    <dgm:pt modelId="{52CA3577-DEA6-41DC-93F0-BB41FC4A274A}">
      <dgm:prSet/>
      <dgm:spPr/>
      <dgm:t>
        <a:bodyPr/>
        <a:lstStyle/>
        <a:p>
          <a:r>
            <a:rPr lang="en-US" noProof="0"/>
            <a:t>(</a:t>
          </a:r>
          <a:r>
            <a:rPr lang="es-CO" noProof="0"/>
            <a:t>Precio de venta</a:t>
          </a:r>
          <a:r>
            <a:rPr lang="en-US" noProof="0"/>
            <a:t>, </a:t>
          </a:r>
          <a:r>
            <a:rPr lang="es-CO" noProof="0" err="1"/>
            <a:t>area</a:t>
          </a:r>
          <a:r>
            <a:rPr lang="es-CO" noProof="0"/>
            <a:t> construida</a:t>
          </a:r>
          <a:r>
            <a:rPr lang="en-US" noProof="0"/>
            <a:t>)</a:t>
          </a:r>
        </a:p>
      </dgm:t>
    </dgm:pt>
    <dgm:pt modelId="{F15F2AC6-64B8-46BB-9BEF-7A7D18EA76B9}" type="parTrans" cxnId="{5D58DDA8-3269-40E2-8D1F-D3DAC58A9C9B}">
      <dgm:prSet/>
      <dgm:spPr/>
    </dgm:pt>
    <dgm:pt modelId="{5D9951C5-D66E-4D25-9032-F32438946D06}" type="sibTrans" cxnId="{5D58DDA8-3269-40E2-8D1F-D3DAC58A9C9B}">
      <dgm:prSet/>
      <dgm:spPr/>
    </dgm:pt>
    <dgm:pt modelId="{EDE92924-2955-4F2A-B277-75E618868573}" type="pres">
      <dgm:prSet presAssocID="{CDCE9F7C-04D6-4253-9675-00E7B818F9D6}" presName="linear" presStyleCnt="0">
        <dgm:presLayoutVars>
          <dgm:dir/>
          <dgm:animLvl val="lvl"/>
          <dgm:resizeHandles val="exact"/>
        </dgm:presLayoutVars>
      </dgm:prSet>
      <dgm:spPr/>
    </dgm:pt>
    <dgm:pt modelId="{F46E0DC5-7003-42AB-9880-78928C9EFF1B}" type="pres">
      <dgm:prSet presAssocID="{E514A93F-F666-493D-BD7D-40E6B0D1556F}" presName="parentLin" presStyleCnt="0"/>
      <dgm:spPr/>
    </dgm:pt>
    <dgm:pt modelId="{E8154650-53FA-4D8D-A691-C1D5CAA0B704}" type="pres">
      <dgm:prSet presAssocID="{E514A93F-F666-493D-BD7D-40E6B0D1556F}" presName="parentLeftMargin" presStyleLbl="node1" presStyleIdx="0" presStyleCnt="2"/>
      <dgm:spPr/>
    </dgm:pt>
    <dgm:pt modelId="{0EE0EF70-2102-4632-97FF-B36288B829ED}" type="pres">
      <dgm:prSet presAssocID="{E514A93F-F666-493D-BD7D-40E6B0D1556F}" presName="parentText" presStyleLbl="node1" presStyleIdx="0" presStyleCnt="2">
        <dgm:presLayoutVars>
          <dgm:chMax val="0"/>
          <dgm:bulletEnabled val="1"/>
        </dgm:presLayoutVars>
      </dgm:prSet>
      <dgm:spPr/>
    </dgm:pt>
    <dgm:pt modelId="{917F9D99-089A-450C-BA66-830B05C1B800}" type="pres">
      <dgm:prSet presAssocID="{E514A93F-F666-493D-BD7D-40E6B0D1556F}" presName="negativeSpace" presStyleCnt="0"/>
      <dgm:spPr/>
    </dgm:pt>
    <dgm:pt modelId="{BFD233BF-A653-49EF-AD8A-0F8FC95625A9}" type="pres">
      <dgm:prSet presAssocID="{E514A93F-F666-493D-BD7D-40E6B0D1556F}" presName="childText" presStyleLbl="conFgAcc1" presStyleIdx="0" presStyleCnt="2">
        <dgm:presLayoutVars>
          <dgm:bulletEnabled val="1"/>
        </dgm:presLayoutVars>
      </dgm:prSet>
      <dgm:spPr/>
    </dgm:pt>
    <dgm:pt modelId="{B9AD2574-7416-4176-86E1-5A0EBD9B4CF3}" type="pres">
      <dgm:prSet presAssocID="{AC1EFA56-27AC-4850-B16E-2089F4E24655}" presName="spaceBetweenRectangles" presStyleCnt="0"/>
      <dgm:spPr/>
    </dgm:pt>
    <dgm:pt modelId="{A3B48044-1E10-439D-8C6E-281E6952EC5D}" type="pres">
      <dgm:prSet presAssocID="{D9B8D600-35D3-4395-B8A6-077851F3DE5C}" presName="parentLin" presStyleCnt="0"/>
      <dgm:spPr/>
    </dgm:pt>
    <dgm:pt modelId="{EA71C629-52DB-4BF0-8DC6-B23F736296E3}" type="pres">
      <dgm:prSet presAssocID="{D9B8D600-35D3-4395-B8A6-077851F3DE5C}" presName="parentLeftMargin" presStyleLbl="node1" presStyleIdx="0" presStyleCnt="2"/>
      <dgm:spPr/>
    </dgm:pt>
    <dgm:pt modelId="{0551D5C4-95C4-47E5-91B4-81D1078E2392}" type="pres">
      <dgm:prSet presAssocID="{D9B8D600-35D3-4395-B8A6-077851F3DE5C}" presName="parentText" presStyleLbl="node1" presStyleIdx="1" presStyleCnt="2">
        <dgm:presLayoutVars>
          <dgm:chMax val="0"/>
          <dgm:bulletEnabled val="1"/>
        </dgm:presLayoutVars>
      </dgm:prSet>
      <dgm:spPr/>
    </dgm:pt>
    <dgm:pt modelId="{06D6782C-E923-47C3-A671-4C7724D6211E}" type="pres">
      <dgm:prSet presAssocID="{D9B8D600-35D3-4395-B8A6-077851F3DE5C}" presName="negativeSpace" presStyleCnt="0"/>
      <dgm:spPr/>
    </dgm:pt>
    <dgm:pt modelId="{890CBB62-61D2-4695-9BC2-0E98CFF4FFB5}" type="pres">
      <dgm:prSet presAssocID="{D9B8D600-35D3-4395-B8A6-077851F3DE5C}" presName="childText" presStyleLbl="conFgAcc1" presStyleIdx="1" presStyleCnt="2">
        <dgm:presLayoutVars>
          <dgm:bulletEnabled val="1"/>
        </dgm:presLayoutVars>
      </dgm:prSet>
      <dgm:spPr/>
    </dgm:pt>
  </dgm:ptLst>
  <dgm:cxnLst>
    <dgm:cxn modelId="{E9FD5F01-4D3D-4F5C-AE1E-5609960F527B}" srcId="{E514A93F-F666-493D-BD7D-40E6B0D1556F}" destId="{3A08FA46-79B8-4009-AA53-7D449F7CB2A3}" srcOrd="0" destOrd="0" parTransId="{945E79D0-92DC-4A67-ADD1-921EC0107EA4}" sibTransId="{08FEC6D5-1213-4646-808B-7B05DC42D929}"/>
    <dgm:cxn modelId="{2C694528-96BE-46F5-8339-2B3BFA6EF2E1}" type="presOf" srcId="{E514A93F-F666-493D-BD7D-40E6B0D1556F}" destId="{E8154650-53FA-4D8D-A691-C1D5CAA0B704}" srcOrd="0" destOrd="0" presId="urn:microsoft.com/office/officeart/2005/8/layout/list1"/>
    <dgm:cxn modelId="{9209C73E-57D0-47C4-9FE9-7CFBF21876AD}" type="presOf" srcId="{D9B8D600-35D3-4395-B8A6-077851F3DE5C}" destId="{0551D5C4-95C4-47E5-91B4-81D1078E2392}" srcOrd="1" destOrd="0" presId="urn:microsoft.com/office/officeart/2005/8/layout/list1"/>
    <dgm:cxn modelId="{D72EC440-1083-46FD-88D8-451082C32A34}" type="presOf" srcId="{3A08FA46-79B8-4009-AA53-7D449F7CB2A3}" destId="{BFD233BF-A653-49EF-AD8A-0F8FC95625A9}" srcOrd="0" destOrd="0" presId="urn:microsoft.com/office/officeart/2005/8/layout/list1"/>
    <dgm:cxn modelId="{33606F43-47DB-46A9-9BFA-407A571B9BB9}" srcId="{3A08FA46-79B8-4009-AA53-7D449F7CB2A3}" destId="{32E2EF28-3EE3-4836-B445-D81816F59A1B}" srcOrd="0" destOrd="0" parTransId="{0569FF7D-A5BF-4FD9-B5C9-1A2DFAF20D37}" sibTransId="{5A4FF7D1-681B-4DD6-964D-C51210765902}"/>
    <dgm:cxn modelId="{4E25B647-C625-45B8-93A7-EC44DFF0DF4C}" type="presOf" srcId="{A76E37B5-A2F4-4AAD-8DBC-4BA0F152628D}" destId="{BFD233BF-A653-49EF-AD8A-0F8FC95625A9}" srcOrd="0" destOrd="2" presId="urn:microsoft.com/office/officeart/2005/8/layout/list1"/>
    <dgm:cxn modelId="{26B9DA53-1903-473B-AFC0-4BDE410283C5}" type="presOf" srcId="{27FD30A8-48C7-4832-BE97-0EDE8619277F}" destId="{890CBB62-61D2-4695-9BC2-0E98CFF4FFB5}" srcOrd="0" destOrd="0" presId="urn:microsoft.com/office/officeart/2005/8/layout/list1"/>
    <dgm:cxn modelId="{2DD8F480-6E10-4469-8B37-06E41D2D8C85}" type="presOf" srcId="{52CA3577-DEA6-41DC-93F0-BB41FC4A274A}" destId="{BFD233BF-A653-49EF-AD8A-0F8FC95625A9}" srcOrd="0" destOrd="4" presId="urn:microsoft.com/office/officeart/2005/8/layout/list1"/>
    <dgm:cxn modelId="{312B7185-2012-4015-AAD9-EA301DD42409}" type="presOf" srcId="{32E2EF28-3EE3-4836-B445-D81816F59A1B}" destId="{BFD233BF-A653-49EF-AD8A-0F8FC95625A9}" srcOrd="0" destOrd="1" presId="urn:microsoft.com/office/officeart/2005/8/layout/list1"/>
    <dgm:cxn modelId="{15441F9F-084B-484A-87D3-1ABA5E722DE7}" type="presOf" srcId="{CDCE9F7C-04D6-4253-9675-00E7B818F9D6}" destId="{EDE92924-2955-4F2A-B277-75E618868573}" srcOrd="0" destOrd="0" presId="urn:microsoft.com/office/officeart/2005/8/layout/list1"/>
    <dgm:cxn modelId="{FD09F7A3-49C9-456A-99B6-1AF344F8D9B5}" type="presOf" srcId="{E514A93F-F666-493D-BD7D-40E6B0D1556F}" destId="{0EE0EF70-2102-4632-97FF-B36288B829ED}" srcOrd="1" destOrd="0" presId="urn:microsoft.com/office/officeart/2005/8/layout/list1"/>
    <dgm:cxn modelId="{4E4633A6-C4AB-424C-BEB8-9069AE890434}" srcId="{CDCE9F7C-04D6-4253-9675-00E7B818F9D6}" destId="{D9B8D600-35D3-4395-B8A6-077851F3DE5C}" srcOrd="1" destOrd="0" parTransId="{66254D7B-53CC-4101-A883-380C96F16756}" sibTransId="{CA08BF5F-6FF6-4ED3-B363-FF9CD3BAD5A1}"/>
    <dgm:cxn modelId="{DDAAC1A6-1E4D-40CB-A287-4DD86462C903}" type="presOf" srcId="{2E056FF9-C4DC-42CF-ADE5-3E7EC6BA1567}" destId="{BFD233BF-A653-49EF-AD8A-0F8FC95625A9}" srcOrd="0" destOrd="3" presId="urn:microsoft.com/office/officeart/2005/8/layout/list1"/>
    <dgm:cxn modelId="{5D58DDA8-3269-40E2-8D1F-D3DAC58A9C9B}" srcId="{2E056FF9-C4DC-42CF-ADE5-3E7EC6BA1567}" destId="{52CA3577-DEA6-41DC-93F0-BB41FC4A274A}" srcOrd="0" destOrd="0" parTransId="{F15F2AC6-64B8-46BB-9BEF-7A7D18EA76B9}" sibTransId="{5D9951C5-D66E-4D25-9032-F32438946D06}"/>
    <dgm:cxn modelId="{A039D3AE-5540-4F78-A361-7A122D80F192}" srcId="{32E2EF28-3EE3-4836-B445-D81816F59A1B}" destId="{A76E37B5-A2F4-4AAD-8DBC-4BA0F152628D}" srcOrd="0" destOrd="0" parTransId="{DADD0916-3D29-43BA-80A6-FBFBD473C791}" sibTransId="{0307740E-A3BE-4F41-A640-D2B33D200AAE}"/>
    <dgm:cxn modelId="{D1A679BF-5576-448E-8D80-543FC25E4066}" srcId="{32E2EF28-3EE3-4836-B445-D81816F59A1B}" destId="{2E056FF9-C4DC-42CF-ADE5-3E7EC6BA1567}" srcOrd="1" destOrd="0" parTransId="{011C581A-E680-417F-8719-437FB59D95DF}" sibTransId="{1BE11542-3E8A-40CF-906B-B1CA438CC954}"/>
    <dgm:cxn modelId="{8D9224CB-8821-48FB-A615-60248900001C}" srcId="{CDCE9F7C-04D6-4253-9675-00E7B818F9D6}" destId="{E514A93F-F666-493D-BD7D-40E6B0D1556F}" srcOrd="0" destOrd="0" parTransId="{488A3E06-0F03-43A9-80A5-86E30E23F1D7}" sibTransId="{AC1EFA56-27AC-4850-B16E-2089F4E24655}"/>
    <dgm:cxn modelId="{53C462EE-C109-434B-9A55-37803E365C2D}" type="presOf" srcId="{D9B8D600-35D3-4395-B8A6-077851F3DE5C}" destId="{EA71C629-52DB-4BF0-8DC6-B23F736296E3}" srcOrd="0" destOrd="0" presId="urn:microsoft.com/office/officeart/2005/8/layout/list1"/>
    <dgm:cxn modelId="{A8CD57FE-30CB-4372-85F4-6592F249155D}" srcId="{D9B8D600-35D3-4395-B8A6-077851F3DE5C}" destId="{27FD30A8-48C7-4832-BE97-0EDE8619277F}" srcOrd="0" destOrd="0" parTransId="{A979B090-6F32-46E9-B500-D1C7F60F8F86}" sibTransId="{A56851AB-F907-4AA8-A8F8-573D5AB2FB90}"/>
    <dgm:cxn modelId="{07800561-9D70-4B17-A917-474DA1A2FF47}" type="presParOf" srcId="{EDE92924-2955-4F2A-B277-75E618868573}" destId="{F46E0DC5-7003-42AB-9880-78928C9EFF1B}" srcOrd="0" destOrd="0" presId="urn:microsoft.com/office/officeart/2005/8/layout/list1"/>
    <dgm:cxn modelId="{355A579B-BF23-456B-B3A6-D4F461B7B275}" type="presParOf" srcId="{F46E0DC5-7003-42AB-9880-78928C9EFF1B}" destId="{E8154650-53FA-4D8D-A691-C1D5CAA0B704}" srcOrd="0" destOrd="0" presId="urn:microsoft.com/office/officeart/2005/8/layout/list1"/>
    <dgm:cxn modelId="{06FDD87F-69E7-4933-8199-B49D82E35FFB}" type="presParOf" srcId="{F46E0DC5-7003-42AB-9880-78928C9EFF1B}" destId="{0EE0EF70-2102-4632-97FF-B36288B829ED}" srcOrd="1" destOrd="0" presId="urn:microsoft.com/office/officeart/2005/8/layout/list1"/>
    <dgm:cxn modelId="{61BAB525-9275-48DF-BA0F-7D44FD3623D3}" type="presParOf" srcId="{EDE92924-2955-4F2A-B277-75E618868573}" destId="{917F9D99-089A-450C-BA66-830B05C1B800}" srcOrd="1" destOrd="0" presId="urn:microsoft.com/office/officeart/2005/8/layout/list1"/>
    <dgm:cxn modelId="{44C72003-9061-4F67-AA0E-A333FBDDC3B8}" type="presParOf" srcId="{EDE92924-2955-4F2A-B277-75E618868573}" destId="{BFD233BF-A653-49EF-AD8A-0F8FC95625A9}" srcOrd="2" destOrd="0" presId="urn:microsoft.com/office/officeart/2005/8/layout/list1"/>
    <dgm:cxn modelId="{F7A0BEF1-5B1E-4D4C-A170-345DFA2F8971}" type="presParOf" srcId="{EDE92924-2955-4F2A-B277-75E618868573}" destId="{B9AD2574-7416-4176-86E1-5A0EBD9B4CF3}" srcOrd="3" destOrd="0" presId="urn:microsoft.com/office/officeart/2005/8/layout/list1"/>
    <dgm:cxn modelId="{AA79DB35-3CFF-4C86-AA49-98ABF218DF70}" type="presParOf" srcId="{EDE92924-2955-4F2A-B277-75E618868573}" destId="{A3B48044-1E10-439D-8C6E-281E6952EC5D}" srcOrd="4" destOrd="0" presId="urn:microsoft.com/office/officeart/2005/8/layout/list1"/>
    <dgm:cxn modelId="{A5C14CCF-4435-4736-9625-A5C4F201E310}" type="presParOf" srcId="{A3B48044-1E10-439D-8C6E-281E6952EC5D}" destId="{EA71C629-52DB-4BF0-8DC6-B23F736296E3}" srcOrd="0" destOrd="0" presId="urn:microsoft.com/office/officeart/2005/8/layout/list1"/>
    <dgm:cxn modelId="{99BB926A-F9D3-4997-A71C-98C9D249F912}" type="presParOf" srcId="{A3B48044-1E10-439D-8C6E-281E6952EC5D}" destId="{0551D5C4-95C4-47E5-91B4-81D1078E2392}" srcOrd="1" destOrd="0" presId="urn:microsoft.com/office/officeart/2005/8/layout/list1"/>
    <dgm:cxn modelId="{E211257F-D369-4ABD-B645-2E14FE5A1B28}" type="presParOf" srcId="{EDE92924-2955-4F2A-B277-75E618868573}" destId="{06D6782C-E923-47C3-A671-4C7724D6211E}" srcOrd="5" destOrd="0" presId="urn:microsoft.com/office/officeart/2005/8/layout/list1"/>
    <dgm:cxn modelId="{8A960309-CDCB-459B-BC87-EF77B1F42F72}" type="presParOf" srcId="{EDE92924-2955-4F2A-B277-75E618868573}" destId="{890CBB62-61D2-4695-9BC2-0E98CFF4FFB5}"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DCE9F7C-04D6-4253-9675-00E7B818F9D6}"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5EF3CCEF-F818-4058-A990-B6BA8B242046}">
      <dgm:prSet/>
      <dgm:spPr/>
      <dgm:t>
        <a:bodyPr/>
        <a:lstStyle/>
        <a:p>
          <a:r>
            <a:rPr lang="es-ES"/>
            <a:t>Extraer subconjuntos</a:t>
          </a:r>
          <a:endParaRPr lang="es-CO"/>
        </a:p>
      </dgm:t>
    </dgm:pt>
    <dgm:pt modelId="{D111B2B6-7E7C-490D-BD9F-69CDDC9282EB}" type="parTrans" cxnId="{82101C03-9343-4692-AA36-7FE0EDE6D7B0}">
      <dgm:prSet/>
      <dgm:spPr/>
      <dgm:t>
        <a:bodyPr/>
        <a:lstStyle/>
        <a:p>
          <a:endParaRPr lang="es-CO"/>
        </a:p>
      </dgm:t>
    </dgm:pt>
    <dgm:pt modelId="{1F3523CE-D03C-4454-BD34-DE8B257F5161}" type="sibTrans" cxnId="{82101C03-9343-4692-AA36-7FE0EDE6D7B0}">
      <dgm:prSet/>
      <dgm:spPr/>
      <dgm:t>
        <a:bodyPr/>
        <a:lstStyle/>
        <a:p>
          <a:endParaRPr lang="es-CO"/>
        </a:p>
      </dgm:t>
    </dgm:pt>
    <dgm:pt modelId="{2D42EF4F-0BB9-453C-B90B-6C358F837AB4}">
      <dgm:prSet/>
      <dgm:spPr/>
      <dgm:t>
        <a:bodyPr/>
        <a:lstStyle/>
        <a:p>
          <a:r>
            <a:rPr lang="es-ES"/>
            <a:t>Utilizando variables categóricas y usar gráficos como: </a:t>
          </a:r>
          <a:r>
            <a:rPr lang="es-ES" err="1"/>
            <a:t>Boxplots</a:t>
          </a:r>
          <a:endParaRPr lang="es-CO"/>
        </a:p>
      </dgm:t>
    </dgm:pt>
    <dgm:pt modelId="{E344C5FB-BD19-4485-9573-3AB20FCEA932}" type="parTrans" cxnId="{4CA56359-ECDE-426A-ADF6-55147B97886A}">
      <dgm:prSet/>
      <dgm:spPr/>
      <dgm:t>
        <a:bodyPr/>
        <a:lstStyle/>
        <a:p>
          <a:endParaRPr lang="es-CO"/>
        </a:p>
      </dgm:t>
    </dgm:pt>
    <dgm:pt modelId="{9D709C59-7BDB-45F9-BA1E-E3254C3343B5}" type="sibTrans" cxnId="{4CA56359-ECDE-426A-ADF6-55147B97886A}">
      <dgm:prSet/>
      <dgm:spPr/>
    </dgm:pt>
    <dgm:pt modelId="{2E796D05-4880-4B80-99F7-AD64CFA4D0AA}" type="pres">
      <dgm:prSet presAssocID="{CDCE9F7C-04D6-4253-9675-00E7B818F9D6}" presName="vert0" presStyleCnt="0">
        <dgm:presLayoutVars>
          <dgm:dir/>
          <dgm:animOne val="branch"/>
          <dgm:animLvl val="lvl"/>
        </dgm:presLayoutVars>
      </dgm:prSet>
      <dgm:spPr/>
    </dgm:pt>
    <dgm:pt modelId="{5D8D0422-3004-4FAC-A310-BC222F3F3A47}" type="pres">
      <dgm:prSet presAssocID="{5EF3CCEF-F818-4058-A990-B6BA8B242046}" presName="thickLine" presStyleLbl="alignNode1" presStyleIdx="0" presStyleCnt="2"/>
      <dgm:spPr/>
    </dgm:pt>
    <dgm:pt modelId="{2281DBE6-0B18-48C0-9C21-717D92324C78}" type="pres">
      <dgm:prSet presAssocID="{5EF3CCEF-F818-4058-A990-B6BA8B242046}" presName="horz1" presStyleCnt="0"/>
      <dgm:spPr/>
    </dgm:pt>
    <dgm:pt modelId="{A667BAAE-46D3-4897-9C21-1D5E35DC7A5C}" type="pres">
      <dgm:prSet presAssocID="{5EF3CCEF-F818-4058-A990-B6BA8B242046}" presName="tx1" presStyleLbl="revTx" presStyleIdx="0" presStyleCnt="2"/>
      <dgm:spPr/>
    </dgm:pt>
    <dgm:pt modelId="{AA814E8F-81FD-40E0-ADA9-86773C3A8BDD}" type="pres">
      <dgm:prSet presAssocID="{5EF3CCEF-F818-4058-A990-B6BA8B242046}" presName="vert1" presStyleCnt="0"/>
      <dgm:spPr/>
    </dgm:pt>
    <dgm:pt modelId="{D7717DAA-0905-4BEE-B266-FFA3F48BE1C7}" type="pres">
      <dgm:prSet presAssocID="{2D42EF4F-0BB9-453C-B90B-6C358F837AB4}" presName="thickLine" presStyleLbl="alignNode1" presStyleIdx="1" presStyleCnt="2"/>
      <dgm:spPr/>
    </dgm:pt>
    <dgm:pt modelId="{6F7113EC-D095-477C-9A5F-EB047DDA77C5}" type="pres">
      <dgm:prSet presAssocID="{2D42EF4F-0BB9-453C-B90B-6C358F837AB4}" presName="horz1" presStyleCnt="0"/>
      <dgm:spPr/>
    </dgm:pt>
    <dgm:pt modelId="{AA047729-DB27-448E-8F6D-E4C113F5987F}" type="pres">
      <dgm:prSet presAssocID="{2D42EF4F-0BB9-453C-B90B-6C358F837AB4}" presName="tx1" presStyleLbl="revTx" presStyleIdx="1" presStyleCnt="2"/>
      <dgm:spPr/>
    </dgm:pt>
    <dgm:pt modelId="{3BF8782D-FBBC-466D-AAB0-1DC2489CC8C0}" type="pres">
      <dgm:prSet presAssocID="{2D42EF4F-0BB9-453C-B90B-6C358F837AB4}" presName="vert1" presStyleCnt="0"/>
      <dgm:spPr/>
    </dgm:pt>
  </dgm:ptLst>
  <dgm:cxnLst>
    <dgm:cxn modelId="{82101C03-9343-4692-AA36-7FE0EDE6D7B0}" srcId="{CDCE9F7C-04D6-4253-9675-00E7B818F9D6}" destId="{5EF3CCEF-F818-4058-A990-B6BA8B242046}" srcOrd="0" destOrd="0" parTransId="{D111B2B6-7E7C-490D-BD9F-69CDDC9282EB}" sibTransId="{1F3523CE-D03C-4454-BD34-DE8B257F5161}"/>
    <dgm:cxn modelId="{D0562749-0E71-4790-9367-458833BD1228}" type="presOf" srcId="{CDCE9F7C-04D6-4253-9675-00E7B818F9D6}" destId="{2E796D05-4880-4B80-99F7-AD64CFA4D0AA}" srcOrd="0" destOrd="0" presId="urn:microsoft.com/office/officeart/2008/layout/LinedList"/>
    <dgm:cxn modelId="{4CA56359-ECDE-426A-ADF6-55147B97886A}" srcId="{CDCE9F7C-04D6-4253-9675-00E7B818F9D6}" destId="{2D42EF4F-0BB9-453C-B90B-6C358F837AB4}" srcOrd="1" destOrd="0" parTransId="{E344C5FB-BD19-4485-9573-3AB20FCEA932}" sibTransId="{9D709C59-7BDB-45F9-BA1E-E3254C3343B5}"/>
    <dgm:cxn modelId="{93986E89-56A2-40FC-9681-D413578297F9}" type="presOf" srcId="{2D42EF4F-0BB9-453C-B90B-6C358F837AB4}" destId="{AA047729-DB27-448E-8F6D-E4C113F5987F}" srcOrd="0" destOrd="0" presId="urn:microsoft.com/office/officeart/2008/layout/LinedList"/>
    <dgm:cxn modelId="{AE8F8896-5501-48E2-9334-261B821FAD57}" type="presOf" srcId="{5EF3CCEF-F818-4058-A990-B6BA8B242046}" destId="{A667BAAE-46D3-4897-9C21-1D5E35DC7A5C}" srcOrd="0" destOrd="0" presId="urn:microsoft.com/office/officeart/2008/layout/LinedList"/>
    <dgm:cxn modelId="{FC004842-BBF7-4069-BA35-D0DFC2C2C1A4}" type="presParOf" srcId="{2E796D05-4880-4B80-99F7-AD64CFA4D0AA}" destId="{5D8D0422-3004-4FAC-A310-BC222F3F3A47}" srcOrd="0" destOrd="0" presId="urn:microsoft.com/office/officeart/2008/layout/LinedList"/>
    <dgm:cxn modelId="{0D6ECC80-EBA7-4D66-AE52-A81FB42693AD}" type="presParOf" srcId="{2E796D05-4880-4B80-99F7-AD64CFA4D0AA}" destId="{2281DBE6-0B18-48C0-9C21-717D92324C78}" srcOrd="1" destOrd="0" presId="urn:microsoft.com/office/officeart/2008/layout/LinedList"/>
    <dgm:cxn modelId="{43FD381B-C5F9-426D-A0AB-86D76FC60D85}" type="presParOf" srcId="{2281DBE6-0B18-48C0-9C21-717D92324C78}" destId="{A667BAAE-46D3-4897-9C21-1D5E35DC7A5C}" srcOrd="0" destOrd="0" presId="urn:microsoft.com/office/officeart/2008/layout/LinedList"/>
    <dgm:cxn modelId="{2204EBB3-F965-4198-BFFD-A5B8A0E1589B}" type="presParOf" srcId="{2281DBE6-0B18-48C0-9C21-717D92324C78}" destId="{AA814E8F-81FD-40E0-ADA9-86773C3A8BDD}" srcOrd="1" destOrd="0" presId="urn:microsoft.com/office/officeart/2008/layout/LinedList"/>
    <dgm:cxn modelId="{D8F8AAF4-B267-4115-8063-D50057DAE2F5}" type="presParOf" srcId="{2E796D05-4880-4B80-99F7-AD64CFA4D0AA}" destId="{D7717DAA-0905-4BEE-B266-FFA3F48BE1C7}" srcOrd="2" destOrd="0" presId="urn:microsoft.com/office/officeart/2008/layout/LinedList"/>
    <dgm:cxn modelId="{1A2564C3-A6E4-48C0-A896-D8EFD135A782}" type="presParOf" srcId="{2E796D05-4880-4B80-99F7-AD64CFA4D0AA}" destId="{6F7113EC-D095-477C-9A5F-EB047DDA77C5}" srcOrd="3" destOrd="0" presId="urn:microsoft.com/office/officeart/2008/layout/LinedList"/>
    <dgm:cxn modelId="{4D4683CB-9768-4FBC-9E61-2CEDEEDE4AC0}" type="presParOf" srcId="{6F7113EC-D095-477C-9A5F-EB047DDA77C5}" destId="{AA047729-DB27-448E-8F6D-E4C113F5987F}" srcOrd="0" destOrd="0" presId="urn:microsoft.com/office/officeart/2008/layout/LinedList"/>
    <dgm:cxn modelId="{4E8F4B04-BE51-4620-9DD5-1DF53D047EB3}" type="presParOf" srcId="{6F7113EC-D095-477C-9A5F-EB047DDA77C5}" destId="{3BF8782D-FBBC-466D-AAB0-1DC2489CC8C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A576B-49CD-4ADB-9571-2D5555F9D383}">
      <dsp:nvSpPr>
        <dsp:cNvPr id="0" name=""/>
        <dsp:cNvSpPr/>
      </dsp:nvSpPr>
      <dsp:spPr>
        <a:xfrm>
          <a:off x="3474" y="960341"/>
          <a:ext cx="2567071" cy="244248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s-CO" sz="1600" kern="1200"/>
            <a:t>Identificar los interesados y sus preocupaciones</a:t>
          </a:r>
        </a:p>
        <a:p>
          <a:pPr marL="171450" lvl="1" indent="-171450" algn="l" defTabSz="711200">
            <a:lnSpc>
              <a:spcPct val="90000"/>
            </a:lnSpc>
            <a:spcBef>
              <a:spcPct val="0"/>
            </a:spcBef>
            <a:spcAft>
              <a:spcPct val="15000"/>
            </a:spcAft>
            <a:buChar char="•"/>
          </a:pPr>
          <a:r>
            <a:rPr lang="es-CO" sz="1600" kern="1200"/>
            <a:t>Decisiones que toma</a:t>
          </a:r>
        </a:p>
        <a:p>
          <a:pPr marL="171450" lvl="1" indent="-171450" algn="l" defTabSz="711200">
            <a:lnSpc>
              <a:spcPct val="90000"/>
            </a:lnSpc>
            <a:spcBef>
              <a:spcPct val="0"/>
            </a:spcBef>
            <a:spcAft>
              <a:spcPct val="15000"/>
            </a:spcAft>
            <a:buChar char="•"/>
          </a:pPr>
          <a:r>
            <a:rPr lang="es-CO" sz="1600" kern="1200"/>
            <a:t>Definir los objetivos y preguntas iniciales de análisis</a:t>
          </a:r>
        </a:p>
      </dsp:txBody>
      <dsp:txXfrm>
        <a:off x="59682" y="1016549"/>
        <a:ext cx="2454655" cy="1806678"/>
      </dsp:txXfrm>
    </dsp:sp>
    <dsp:sp modelId="{FEC3521D-C948-4B84-8408-68633D9B1575}">
      <dsp:nvSpPr>
        <dsp:cNvPr id="0" name=""/>
        <dsp:cNvSpPr/>
      </dsp:nvSpPr>
      <dsp:spPr>
        <a:xfrm>
          <a:off x="800779" y="1087015"/>
          <a:ext cx="3429549" cy="3429549"/>
        </a:xfrm>
        <a:prstGeom prst="leftCircularArrow">
          <a:avLst>
            <a:gd name="adj1" fmla="val 3037"/>
            <a:gd name="adj2" fmla="val 372655"/>
            <a:gd name="adj3" fmla="val 1867234"/>
            <a:gd name="adj4" fmla="val 8743557"/>
            <a:gd name="adj5" fmla="val 3543"/>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B184F43-5FCC-45A2-B0CB-9F026FCC8DF0}">
      <dsp:nvSpPr>
        <dsp:cNvPr id="0" name=""/>
        <dsp:cNvSpPr/>
      </dsp:nvSpPr>
      <dsp:spPr>
        <a:xfrm>
          <a:off x="213986" y="2926266"/>
          <a:ext cx="1955573" cy="77766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a:t>Entender el negocio y la preocupación</a:t>
          </a:r>
        </a:p>
      </dsp:txBody>
      <dsp:txXfrm>
        <a:off x="236763" y="2949043"/>
        <a:ext cx="1910019" cy="732113"/>
      </dsp:txXfrm>
    </dsp:sp>
    <dsp:sp modelId="{9AA55983-150B-4086-85AF-DABC33479B06}">
      <dsp:nvSpPr>
        <dsp:cNvPr id="0" name=""/>
        <dsp:cNvSpPr/>
      </dsp:nvSpPr>
      <dsp:spPr>
        <a:xfrm>
          <a:off x="3127376" y="1122260"/>
          <a:ext cx="2635557" cy="2112034"/>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s-CO" sz="1600" kern="1200"/>
            <a:t>Definir variables y conjuntos de datos</a:t>
          </a:r>
        </a:p>
        <a:p>
          <a:pPr marL="171450" lvl="1" indent="-171450" algn="l" defTabSz="711200">
            <a:lnSpc>
              <a:spcPct val="90000"/>
            </a:lnSpc>
            <a:spcBef>
              <a:spcPct val="0"/>
            </a:spcBef>
            <a:spcAft>
              <a:spcPct val="15000"/>
            </a:spcAft>
            <a:buChar char="•"/>
          </a:pPr>
          <a:r>
            <a:rPr lang="es-CO" sz="1600" kern="1200"/>
            <a:t>Identificar fuentes</a:t>
          </a:r>
        </a:p>
        <a:p>
          <a:pPr marL="171450" lvl="1" indent="-171450" algn="l" defTabSz="711200">
            <a:lnSpc>
              <a:spcPct val="90000"/>
            </a:lnSpc>
            <a:spcBef>
              <a:spcPct val="0"/>
            </a:spcBef>
            <a:spcAft>
              <a:spcPct val="15000"/>
            </a:spcAft>
            <a:buChar char="•"/>
          </a:pPr>
          <a:r>
            <a:rPr lang="es-CO" sz="1600" kern="1200"/>
            <a:t>Cargue y preparación de datos</a:t>
          </a:r>
        </a:p>
      </dsp:txBody>
      <dsp:txXfrm>
        <a:off x="3175980" y="1623443"/>
        <a:ext cx="2538349" cy="1562247"/>
      </dsp:txXfrm>
    </dsp:sp>
    <dsp:sp modelId="{E34D8FFF-D2CE-407A-847D-C4DB022F7712}">
      <dsp:nvSpPr>
        <dsp:cNvPr id="0" name=""/>
        <dsp:cNvSpPr/>
      </dsp:nvSpPr>
      <dsp:spPr>
        <a:xfrm>
          <a:off x="4523093" y="88378"/>
          <a:ext cx="2918344" cy="2918344"/>
        </a:xfrm>
        <a:prstGeom prst="circularArrow">
          <a:avLst>
            <a:gd name="adj1" fmla="val 3569"/>
            <a:gd name="adj2" fmla="val 443494"/>
            <a:gd name="adj3" fmla="val 19382555"/>
            <a:gd name="adj4" fmla="val 12577071"/>
            <a:gd name="adj5" fmla="val 4163"/>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6E84FAA-B646-47F8-931D-28EFD271F3DB}">
      <dsp:nvSpPr>
        <dsp:cNvPr id="0" name=""/>
        <dsp:cNvSpPr/>
      </dsp:nvSpPr>
      <dsp:spPr>
        <a:xfrm>
          <a:off x="3834038" y="882166"/>
          <a:ext cx="1955573" cy="77766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a:t>Curar los datos</a:t>
          </a:r>
        </a:p>
      </dsp:txBody>
      <dsp:txXfrm>
        <a:off x="3856815" y="904943"/>
        <a:ext cx="1910019" cy="732113"/>
      </dsp:txXfrm>
    </dsp:sp>
    <dsp:sp modelId="{C727B6A1-03E8-44A3-AFCC-B4BF85BCF064}">
      <dsp:nvSpPr>
        <dsp:cNvPr id="0" name=""/>
        <dsp:cNvSpPr/>
      </dsp:nvSpPr>
      <dsp:spPr>
        <a:xfrm>
          <a:off x="6285522" y="1272062"/>
          <a:ext cx="2200019" cy="1814556"/>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s-CO" sz="1600" kern="1200"/>
            <a:t>Descriptivos</a:t>
          </a:r>
        </a:p>
        <a:p>
          <a:pPr marL="171450" lvl="1" indent="-171450" algn="l" defTabSz="711200">
            <a:lnSpc>
              <a:spcPct val="90000"/>
            </a:lnSpc>
            <a:spcBef>
              <a:spcPct val="0"/>
            </a:spcBef>
            <a:spcAft>
              <a:spcPct val="15000"/>
            </a:spcAft>
            <a:buChar char="•"/>
          </a:pPr>
          <a:r>
            <a:rPr lang="es-CO" sz="1600" kern="1200"/>
            <a:t>Diagnósticos</a:t>
          </a:r>
        </a:p>
        <a:p>
          <a:pPr marL="171450" lvl="1" indent="-171450" algn="l" defTabSz="711200">
            <a:lnSpc>
              <a:spcPct val="90000"/>
            </a:lnSpc>
            <a:spcBef>
              <a:spcPct val="0"/>
            </a:spcBef>
            <a:spcAft>
              <a:spcPct val="15000"/>
            </a:spcAft>
            <a:buChar char="•"/>
          </a:pPr>
          <a:r>
            <a:rPr lang="es-CO" sz="1600" kern="1200"/>
            <a:t>Predictivos</a:t>
          </a:r>
        </a:p>
      </dsp:txBody>
      <dsp:txXfrm>
        <a:off x="6327280" y="1313820"/>
        <a:ext cx="2116503" cy="1342206"/>
      </dsp:txXfrm>
    </dsp:sp>
    <dsp:sp modelId="{5998D767-CCB7-4BEB-9AAA-94729426F7CA}">
      <dsp:nvSpPr>
        <dsp:cNvPr id="0" name=""/>
        <dsp:cNvSpPr/>
      </dsp:nvSpPr>
      <dsp:spPr>
        <a:xfrm>
          <a:off x="7482105" y="1561393"/>
          <a:ext cx="2637230" cy="2637230"/>
        </a:xfrm>
        <a:prstGeom prst="leftCircularArrow">
          <a:avLst>
            <a:gd name="adj1" fmla="val 3949"/>
            <a:gd name="adj2" fmla="val 495276"/>
            <a:gd name="adj3" fmla="val 2270786"/>
            <a:gd name="adj4" fmla="val 9024489"/>
            <a:gd name="adj5" fmla="val 4607"/>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24D3251-EA37-446F-9EB1-E33C6B0C42D4}">
      <dsp:nvSpPr>
        <dsp:cNvPr id="0" name=""/>
        <dsp:cNvSpPr/>
      </dsp:nvSpPr>
      <dsp:spPr>
        <a:xfrm>
          <a:off x="6774415" y="2697785"/>
          <a:ext cx="1955573" cy="77766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a:t>Construir los modelos de análisis</a:t>
          </a:r>
        </a:p>
      </dsp:txBody>
      <dsp:txXfrm>
        <a:off x="6797192" y="2720562"/>
        <a:ext cx="1910019" cy="732113"/>
      </dsp:txXfrm>
    </dsp:sp>
    <dsp:sp modelId="{6B538D61-3A55-4488-BBFD-C6B9C908B8CB}">
      <dsp:nvSpPr>
        <dsp:cNvPr id="0" name=""/>
        <dsp:cNvSpPr/>
      </dsp:nvSpPr>
      <dsp:spPr>
        <a:xfrm>
          <a:off x="9225899" y="1272062"/>
          <a:ext cx="2200019" cy="1814556"/>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s-CO" sz="1600" kern="1200"/>
            <a:t>Comunicar los resultados</a:t>
          </a:r>
        </a:p>
        <a:p>
          <a:pPr marL="171450" lvl="1" indent="-171450" algn="l" defTabSz="711200">
            <a:lnSpc>
              <a:spcPct val="90000"/>
            </a:lnSpc>
            <a:spcBef>
              <a:spcPct val="0"/>
            </a:spcBef>
            <a:spcAft>
              <a:spcPct val="15000"/>
            </a:spcAft>
            <a:buChar char="•"/>
          </a:pPr>
          <a:r>
            <a:rPr lang="es-CO" sz="1600" kern="1200"/>
            <a:t>Construir los productos de datos</a:t>
          </a:r>
        </a:p>
        <a:p>
          <a:pPr marL="171450" lvl="1" indent="-171450" algn="l" defTabSz="711200">
            <a:lnSpc>
              <a:spcPct val="90000"/>
            </a:lnSpc>
            <a:spcBef>
              <a:spcPct val="0"/>
            </a:spcBef>
            <a:spcAft>
              <a:spcPct val="15000"/>
            </a:spcAft>
            <a:buChar char="•"/>
          </a:pPr>
          <a:r>
            <a:rPr lang="es-CO" sz="1600" kern="1200"/>
            <a:t>Tomar las acciones</a:t>
          </a:r>
        </a:p>
      </dsp:txBody>
      <dsp:txXfrm>
        <a:off x="9267657" y="1702653"/>
        <a:ext cx="2116503" cy="1342206"/>
      </dsp:txXfrm>
    </dsp:sp>
    <dsp:sp modelId="{16B30115-7A97-4B14-B291-33BBE7D3B53E}">
      <dsp:nvSpPr>
        <dsp:cNvPr id="0" name=""/>
        <dsp:cNvSpPr/>
      </dsp:nvSpPr>
      <dsp:spPr>
        <a:xfrm>
          <a:off x="9714792" y="883228"/>
          <a:ext cx="1955573" cy="77766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a:t>Implementar</a:t>
          </a:r>
        </a:p>
      </dsp:txBody>
      <dsp:txXfrm>
        <a:off x="9737569" y="906005"/>
        <a:ext cx="1910019" cy="7321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2E1589-0C24-48A3-9499-B6370ED6BCFC}">
      <dsp:nvSpPr>
        <dsp:cNvPr id="0" name=""/>
        <dsp:cNvSpPr/>
      </dsp:nvSpPr>
      <dsp:spPr>
        <a:xfrm>
          <a:off x="130938" y="1393"/>
          <a:ext cx="4224635" cy="2682643"/>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49445FF9-A054-43D0-AD2A-A45EE9E5394F}">
      <dsp:nvSpPr>
        <dsp:cNvPr id="0" name=""/>
        <dsp:cNvSpPr/>
      </dsp:nvSpPr>
      <dsp:spPr>
        <a:xfrm>
          <a:off x="600342" y="447327"/>
          <a:ext cx="4224635" cy="2682643"/>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s-CO" sz="3200" kern="1200"/>
            <a:t>Es uno de los resultados del Análisis Exploratorio de Datos</a:t>
          </a:r>
          <a:endParaRPr lang="en-US" sz="3200" kern="1200"/>
        </a:p>
      </dsp:txBody>
      <dsp:txXfrm>
        <a:off x="678914" y="525899"/>
        <a:ext cx="4067491" cy="2525499"/>
      </dsp:txXfrm>
    </dsp:sp>
    <dsp:sp modelId="{09249D34-C973-4EB5-829A-B4FA7237AFBE}">
      <dsp:nvSpPr>
        <dsp:cNvPr id="0" name=""/>
        <dsp:cNvSpPr/>
      </dsp:nvSpPr>
      <dsp:spPr>
        <a:xfrm>
          <a:off x="5294381" y="1393"/>
          <a:ext cx="4224635" cy="2682643"/>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913B9C0B-2A7C-42D9-B7E2-EE03A3D49AAC}">
      <dsp:nvSpPr>
        <dsp:cNvPr id="0" name=""/>
        <dsp:cNvSpPr/>
      </dsp:nvSpPr>
      <dsp:spPr>
        <a:xfrm>
          <a:off x="5763785" y="447327"/>
          <a:ext cx="4224635" cy="2682643"/>
        </a:xfrm>
        <a:prstGeom prst="roundRect">
          <a:avLst>
            <a:gd name="adj" fmla="val 10000"/>
          </a:avLst>
        </a:prstGeom>
        <a:solidFill>
          <a:schemeClr val="lt2">
            <a:alpha val="9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s-CO" sz="3200" kern="1200"/>
            <a:t>También se podría realizar como un proceso independiente de la Gestión de Datos</a:t>
          </a:r>
          <a:endParaRPr lang="en-US" sz="3200" kern="1200"/>
        </a:p>
      </dsp:txBody>
      <dsp:txXfrm>
        <a:off x="5842357" y="525899"/>
        <a:ext cx="4067491" cy="25254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BCD119-4390-4A31-B3E9-B710D39C324B}">
      <dsp:nvSpPr>
        <dsp:cNvPr id="0" name=""/>
        <dsp:cNvSpPr/>
      </dsp:nvSpPr>
      <dsp:spPr>
        <a:xfrm>
          <a:off x="0" y="321057"/>
          <a:ext cx="6513603" cy="155295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05528" tIns="354076" rIns="505528" bIns="120904" numCol="1" spcCol="1270" anchor="t" anchorCtr="0">
          <a:noAutofit/>
        </a:bodyPr>
        <a:lstStyle/>
        <a:p>
          <a:pPr marL="171450" lvl="1" indent="-171450" algn="l" defTabSz="755650">
            <a:lnSpc>
              <a:spcPct val="90000"/>
            </a:lnSpc>
            <a:spcBef>
              <a:spcPct val="0"/>
            </a:spcBef>
            <a:spcAft>
              <a:spcPct val="15000"/>
            </a:spcAft>
            <a:buChar char="•"/>
          </a:pPr>
          <a:r>
            <a:rPr lang="es-CO" sz="1700" kern="1200"/>
            <a:t>Compruebe si hay NAN	</a:t>
          </a:r>
          <a:endParaRPr lang="en-US" sz="1700" kern="1200"/>
        </a:p>
        <a:p>
          <a:pPr marL="171450" lvl="1" indent="-171450" algn="l" defTabSz="755650">
            <a:lnSpc>
              <a:spcPct val="90000"/>
            </a:lnSpc>
            <a:spcBef>
              <a:spcPct val="0"/>
            </a:spcBef>
            <a:spcAft>
              <a:spcPct val="15000"/>
            </a:spcAft>
            <a:buChar char="•"/>
          </a:pPr>
          <a:r>
            <a:rPr lang="es-CO" sz="1700" kern="1200"/>
            <a:t>Eliminar datos faltantes	</a:t>
          </a:r>
          <a:endParaRPr lang="en-US" sz="1700" kern="1200"/>
        </a:p>
        <a:p>
          <a:pPr marL="171450" lvl="1" indent="-171450" algn="l" defTabSz="755650">
            <a:lnSpc>
              <a:spcPct val="90000"/>
            </a:lnSpc>
            <a:spcBef>
              <a:spcPct val="0"/>
            </a:spcBef>
            <a:spcAft>
              <a:spcPct val="15000"/>
            </a:spcAft>
            <a:buChar char="•"/>
          </a:pPr>
          <a:r>
            <a:rPr lang="es-CO" sz="1700" kern="1200"/>
            <a:t>Reemplace los datos faltantes	</a:t>
          </a:r>
          <a:endParaRPr lang="en-US" sz="1700" kern="1200"/>
        </a:p>
        <a:p>
          <a:pPr marL="171450" lvl="1" indent="-171450" algn="l" defTabSz="755650">
            <a:lnSpc>
              <a:spcPct val="90000"/>
            </a:lnSpc>
            <a:spcBef>
              <a:spcPct val="0"/>
            </a:spcBef>
            <a:spcAft>
              <a:spcPct val="15000"/>
            </a:spcAft>
            <a:buChar char="•"/>
          </a:pPr>
          <a:r>
            <a:rPr lang="es-CO" sz="1700" kern="1200"/>
            <a:t>Descarte una característica</a:t>
          </a:r>
          <a:endParaRPr lang="en-US" sz="1700" kern="1200"/>
        </a:p>
      </dsp:txBody>
      <dsp:txXfrm>
        <a:off x="0" y="321057"/>
        <a:ext cx="6513603" cy="1552950"/>
      </dsp:txXfrm>
    </dsp:sp>
    <dsp:sp modelId="{48D7F62B-48AF-45DD-9800-6BBD68473FBC}">
      <dsp:nvSpPr>
        <dsp:cNvPr id="0" name=""/>
        <dsp:cNvSpPr/>
      </dsp:nvSpPr>
      <dsp:spPr>
        <a:xfrm>
          <a:off x="325680" y="70137"/>
          <a:ext cx="4559522" cy="501840"/>
        </a:xfrm>
        <a:prstGeom prst="roundRect">
          <a:avLst/>
        </a:prstGeom>
        <a:solidFill>
          <a:schemeClr val="dk1"/>
        </a:solidFill>
        <a:ln w="12700" cap="flat" cmpd="sng" algn="ctr">
          <a:solidFill>
            <a:schemeClr val="dk1">
              <a:shade val="50000"/>
            </a:schemeClr>
          </a:solidFill>
          <a:prstDash val="solid"/>
          <a:miter lim="800000"/>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172339" tIns="0" rIns="172339" bIns="0" numCol="1" spcCol="1270" anchor="ctr" anchorCtr="0">
          <a:noAutofit/>
        </a:bodyPr>
        <a:lstStyle/>
        <a:p>
          <a:pPr marL="0" lvl="0" indent="0" algn="l" defTabSz="755650">
            <a:lnSpc>
              <a:spcPct val="90000"/>
            </a:lnSpc>
            <a:spcBef>
              <a:spcPct val="0"/>
            </a:spcBef>
            <a:spcAft>
              <a:spcPct val="35000"/>
            </a:spcAft>
            <a:buNone/>
          </a:pPr>
          <a:r>
            <a:rPr lang="es-CO" sz="1700" kern="1200"/>
            <a:t>Datos perdidos (Los </a:t>
          </a:r>
          <a:r>
            <a:rPr lang="es-CO" sz="1700" kern="1200" err="1"/>
            <a:t>NaN</a:t>
          </a:r>
          <a:r>
            <a:rPr lang="es-CO" sz="1700" kern="1200"/>
            <a:t> o NA)</a:t>
          </a:r>
          <a:endParaRPr lang="en-US" sz="1700" kern="1200"/>
        </a:p>
      </dsp:txBody>
      <dsp:txXfrm>
        <a:off x="350178" y="94635"/>
        <a:ext cx="4510526" cy="452844"/>
      </dsp:txXfrm>
    </dsp:sp>
    <dsp:sp modelId="{25D14FFF-7C09-4DF1-B61D-A36C1E45E496}">
      <dsp:nvSpPr>
        <dsp:cNvPr id="0" name=""/>
        <dsp:cNvSpPr/>
      </dsp:nvSpPr>
      <dsp:spPr>
        <a:xfrm>
          <a:off x="0" y="2216728"/>
          <a:ext cx="6513603" cy="722925"/>
        </a:xfrm>
        <a:prstGeom prst="rect">
          <a:avLst/>
        </a:prstGeom>
        <a:solidFill>
          <a:schemeClr val="lt1">
            <a:alpha val="90000"/>
            <a:hueOff val="0"/>
            <a:satOff val="0"/>
            <a:lumOff val="0"/>
            <a:alphaOff val="0"/>
          </a:schemeClr>
        </a:solidFill>
        <a:ln w="6350" cap="flat" cmpd="sng" algn="ctr">
          <a:solidFill>
            <a:schemeClr val="accent5">
              <a:hueOff val="-1689636"/>
              <a:satOff val="-4355"/>
              <a:lumOff val="-294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05528" tIns="354076" rIns="505528" bIns="120904" numCol="1" spcCol="1270" anchor="t" anchorCtr="0">
          <a:noAutofit/>
        </a:bodyPr>
        <a:lstStyle/>
        <a:p>
          <a:pPr marL="171450" lvl="1" indent="-171450" algn="l" defTabSz="755650">
            <a:lnSpc>
              <a:spcPct val="90000"/>
            </a:lnSpc>
            <a:spcBef>
              <a:spcPct val="0"/>
            </a:spcBef>
            <a:spcAft>
              <a:spcPct val="15000"/>
            </a:spcAft>
            <a:buChar char="•"/>
          </a:pPr>
          <a:r>
            <a:rPr lang="es-CO" sz="1700" kern="1200"/>
            <a:t>Use gráficos para identificarlos: Boxplot, Histograma, etc.</a:t>
          </a:r>
          <a:endParaRPr lang="en-US" sz="1700" kern="1200"/>
        </a:p>
      </dsp:txBody>
      <dsp:txXfrm>
        <a:off x="0" y="2216728"/>
        <a:ext cx="6513603" cy="722925"/>
      </dsp:txXfrm>
    </dsp:sp>
    <dsp:sp modelId="{00C4CAF2-F3A0-4A13-83F6-064CE67322BF}">
      <dsp:nvSpPr>
        <dsp:cNvPr id="0" name=""/>
        <dsp:cNvSpPr/>
      </dsp:nvSpPr>
      <dsp:spPr>
        <a:xfrm>
          <a:off x="325680" y="1965807"/>
          <a:ext cx="4559522" cy="501840"/>
        </a:xfrm>
        <a:prstGeom prst="roundRect">
          <a:avLst/>
        </a:prstGeom>
        <a:solidFill>
          <a:schemeClr val="dk1"/>
        </a:solidFill>
        <a:ln w="12700" cap="flat" cmpd="sng" algn="ctr">
          <a:solidFill>
            <a:schemeClr val="dk1">
              <a:shade val="50000"/>
            </a:schemeClr>
          </a:solidFill>
          <a:prstDash val="solid"/>
          <a:miter lim="800000"/>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172339" tIns="0" rIns="172339" bIns="0" numCol="1" spcCol="1270" anchor="ctr" anchorCtr="0">
          <a:noAutofit/>
        </a:bodyPr>
        <a:lstStyle/>
        <a:p>
          <a:pPr marL="0" lvl="0" indent="0" algn="l" defTabSz="755650">
            <a:lnSpc>
              <a:spcPct val="90000"/>
            </a:lnSpc>
            <a:spcBef>
              <a:spcPct val="0"/>
            </a:spcBef>
            <a:spcAft>
              <a:spcPct val="35000"/>
            </a:spcAft>
            <a:buNone/>
          </a:pPr>
          <a:r>
            <a:rPr lang="en-US" sz="1700" kern="1200"/>
            <a:t>Outliers</a:t>
          </a:r>
          <a:r>
            <a:rPr lang="es-CO" sz="1700" kern="1200"/>
            <a:t> o valores atípicos</a:t>
          </a:r>
          <a:endParaRPr lang="en-US" sz="1700" kern="1200"/>
        </a:p>
      </dsp:txBody>
      <dsp:txXfrm>
        <a:off x="350178" y="1990305"/>
        <a:ext cx="4510526" cy="452844"/>
      </dsp:txXfrm>
    </dsp:sp>
    <dsp:sp modelId="{6265B0A2-212E-44D2-BF13-6D4864BF55E3}">
      <dsp:nvSpPr>
        <dsp:cNvPr id="0" name=""/>
        <dsp:cNvSpPr/>
      </dsp:nvSpPr>
      <dsp:spPr>
        <a:xfrm>
          <a:off x="0" y="3282372"/>
          <a:ext cx="6513603" cy="990675"/>
        </a:xfrm>
        <a:prstGeom prst="rect">
          <a:avLst/>
        </a:prstGeom>
        <a:solidFill>
          <a:schemeClr val="lt1">
            <a:alpha val="90000"/>
            <a:hueOff val="0"/>
            <a:satOff val="0"/>
            <a:lumOff val="0"/>
            <a:alphaOff val="0"/>
          </a:schemeClr>
        </a:solidFill>
        <a:ln w="6350" cap="flat" cmpd="sng" algn="ctr">
          <a:solidFill>
            <a:schemeClr val="accent5">
              <a:hueOff val="-3379271"/>
              <a:satOff val="-8710"/>
              <a:lumOff val="-588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05528" tIns="354076" rIns="505528" bIns="120904" numCol="1" spcCol="1270" anchor="t" anchorCtr="0">
          <a:noAutofit/>
        </a:bodyPr>
        <a:lstStyle/>
        <a:p>
          <a:pPr marL="171450" lvl="1" indent="-171450" algn="l" defTabSz="755650">
            <a:lnSpc>
              <a:spcPct val="90000"/>
            </a:lnSpc>
            <a:spcBef>
              <a:spcPct val="0"/>
            </a:spcBef>
            <a:spcAft>
              <a:spcPct val="15000"/>
            </a:spcAft>
            <a:buChar char="•"/>
          </a:pPr>
          <a:r>
            <a:rPr lang="es-CO" sz="1700" kern="1200"/>
            <a:t>Elimínelos los duplicados</a:t>
          </a:r>
          <a:endParaRPr lang="en-US" sz="1700" kern="1200"/>
        </a:p>
        <a:p>
          <a:pPr marL="171450" lvl="1" indent="-171450" algn="l" defTabSz="755650">
            <a:lnSpc>
              <a:spcPct val="90000"/>
            </a:lnSpc>
            <a:spcBef>
              <a:spcPct val="0"/>
            </a:spcBef>
            <a:spcAft>
              <a:spcPct val="15000"/>
            </a:spcAft>
            <a:buChar char="•"/>
          </a:pPr>
          <a:r>
            <a:rPr lang="es-CO" sz="1700" kern="1200"/>
            <a:t>Malos busque reemplazarlos </a:t>
          </a:r>
          <a:endParaRPr lang="en-US" sz="1700" kern="1200"/>
        </a:p>
      </dsp:txBody>
      <dsp:txXfrm>
        <a:off x="0" y="3282372"/>
        <a:ext cx="6513603" cy="990675"/>
      </dsp:txXfrm>
    </dsp:sp>
    <dsp:sp modelId="{1B57EA76-9AD2-4D95-B965-60414F8022DD}">
      <dsp:nvSpPr>
        <dsp:cNvPr id="0" name=""/>
        <dsp:cNvSpPr/>
      </dsp:nvSpPr>
      <dsp:spPr>
        <a:xfrm>
          <a:off x="325680" y="3031452"/>
          <a:ext cx="4559522" cy="501840"/>
        </a:xfrm>
        <a:prstGeom prst="roundRect">
          <a:avLst/>
        </a:prstGeom>
        <a:solidFill>
          <a:schemeClr val="dk1"/>
        </a:solidFill>
        <a:ln w="12700" cap="flat" cmpd="sng" algn="ctr">
          <a:solidFill>
            <a:schemeClr val="dk1">
              <a:shade val="50000"/>
            </a:schemeClr>
          </a:solidFill>
          <a:prstDash val="solid"/>
          <a:miter lim="800000"/>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172339" tIns="0" rIns="172339" bIns="0" numCol="1" spcCol="1270" anchor="ctr" anchorCtr="0">
          <a:noAutofit/>
        </a:bodyPr>
        <a:lstStyle/>
        <a:p>
          <a:pPr marL="0" lvl="0" indent="0" algn="l" defTabSz="755650">
            <a:lnSpc>
              <a:spcPct val="90000"/>
            </a:lnSpc>
            <a:spcBef>
              <a:spcPct val="0"/>
            </a:spcBef>
            <a:spcAft>
              <a:spcPct val="35000"/>
            </a:spcAft>
            <a:buNone/>
          </a:pPr>
          <a:r>
            <a:rPr lang="es-CO" sz="1700" kern="1200"/>
            <a:t>Malos datos y duplicados</a:t>
          </a:r>
          <a:endParaRPr lang="en-US" sz="1700" kern="1200"/>
        </a:p>
      </dsp:txBody>
      <dsp:txXfrm>
        <a:off x="350178" y="3055950"/>
        <a:ext cx="4510526" cy="452844"/>
      </dsp:txXfrm>
    </dsp:sp>
    <dsp:sp modelId="{FC88632B-2AF8-4A28-93EC-87E9D8FEAA27}">
      <dsp:nvSpPr>
        <dsp:cNvPr id="0" name=""/>
        <dsp:cNvSpPr/>
      </dsp:nvSpPr>
      <dsp:spPr>
        <a:xfrm>
          <a:off x="0" y="4615767"/>
          <a:ext cx="6513603" cy="428400"/>
        </a:xfrm>
        <a:prstGeom prst="rect">
          <a:avLst/>
        </a:prstGeom>
        <a:solidFill>
          <a:schemeClr val="lt1">
            <a:alpha val="90000"/>
            <a:hueOff val="0"/>
            <a:satOff val="0"/>
            <a:lumOff val="0"/>
            <a:alphaOff val="0"/>
          </a:schemeClr>
        </a:solidFill>
        <a:ln w="6350" cap="flat" cmpd="sng" algn="ctr">
          <a:solidFill>
            <a:schemeClr val="accent5">
              <a:hueOff val="-5068907"/>
              <a:satOff val="-13064"/>
              <a:lumOff val="-8824"/>
              <a:alphaOff val="0"/>
            </a:schemeClr>
          </a:solidFill>
          <a:prstDash val="solid"/>
          <a:miter lim="800000"/>
        </a:ln>
        <a:effectLst/>
      </dsp:spPr>
      <dsp:style>
        <a:lnRef idx="1">
          <a:scrgbClr r="0" g="0" b="0"/>
        </a:lnRef>
        <a:fillRef idx="1">
          <a:scrgbClr r="0" g="0" b="0"/>
        </a:fillRef>
        <a:effectRef idx="0">
          <a:scrgbClr r="0" g="0" b="0"/>
        </a:effectRef>
        <a:fontRef idx="minor"/>
      </dsp:style>
    </dsp:sp>
    <dsp:sp modelId="{05008C3C-B675-4E62-9002-A2A96EB6CF82}">
      <dsp:nvSpPr>
        <dsp:cNvPr id="0" name=""/>
        <dsp:cNvSpPr/>
      </dsp:nvSpPr>
      <dsp:spPr>
        <a:xfrm>
          <a:off x="325680" y="4364847"/>
          <a:ext cx="4559522" cy="501840"/>
        </a:xfrm>
        <a:prstGeom prst="roundRect">
          <a:avLst/>
        </a:prstGeom>
        <a:solidFill>
          <a:schemeClr val="dk1"/>
        </a:solidFill>
        <a:ln w="12700" cap="flat" cmpd="sng" algn="ctr">
          <a:solidFill>
            <a:schemeClr val="dk1">
              <a:shade val="50000"/>
            </a:schemeClr>
          </a:solidFill>
          <a:prstDash val="solid"/>
          <a:miter lim="800000"/>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172339" tIns="0" rIns="172339" bIns="0" numCol="1" spcCol="1270" anchor="ctr" anchorCtr="0">
          <a:noAutofit/>
        </a:bodyPr>
        <a:lstStyle/>
        <a:p>
          <a:pPr marL="0" lvl="0" indent="0" algn="l" defTabSz="755650">
            <a:lnSpc>
              <a:spcPct val="90000"/>
            </a:lnSpc>
            <a:spcBef>
              <a:spcPct val="0"/>
            </a:spcBef>
            <a:spcAft>
              <a:spcPct val="35000"/>
            </a:spcAft>
            <a:buNone/>
          </a:pPr>
          <a:r>
            <a:rPr lang="es-CO" sz="1700" kern="1200"/>
            <a:t>Características irrelevantes</a:t>
          </a:r>
          <a:endParaRPr lang="en-US" sz="1700" kern="1200"/>
        </a:p>
      </dsp:txBody>
      <dsp:txXfrm>
        <a:off x="350178" y="4389345"/>
        <a:ext cx="4510526" cy="452844"/>
      </dsp:txXfrm>
    </dsp:sp>
    <dsp:sp modelId="{78C42D8A-4E77-4259-94BF-D6239E804C7B}">
      <dsp:nvSpPr>
        <dsp:cNvPr id="0" name=""/>
        <dsp:cNvSpPr/>
      </dsp:nvSpPr>
      <dsp:spPr>
        <a:xfrm>
          <a:off x="0" y="5386888"/>
          <a:ext cx="6513603" cy="428400"/>
        </a:xfrm>
        <a:prstGeom prst="rect">
          <a:avLst/>
        </a:prstGeom>
        <a:solidFill>
          <a:schemeClr val="lt1">
            <a:alpha val="90000"/>
            <a:hueOff val="0"/>
            <a:satOff val="0"/>
            <a:lumOff val="0"/>
            <a:alphaOff val="0"/>
          </a:schemeClr>
        </a:soli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1">
          <a:scrgbClr r="0" g="0" b="0"/>
        </a:fillRef>
        <a:effectRef idx="0">
          <a:scrgbClr r="0" g="0" b="0"/>
        </a:effectRef>
        <a:fontRef idx="minor"/>
      </dsp:style>
    </dsp:sp>
    <dsp:sp modelId="{36954C01-8FC0-49A4-90EE-6D49D5B30990}">
      <dsp:nvSpPr>
        <dsp:cNvPr id="0" name=""/>
        <dsp:cNvSpPr/>
      </dsp:nvSpPr>
      <dsp:spPr>
        <a:xfrm>
          <a:off x="325680" y="5135968"/>
          <a:ext cx="4559522" cy="501840"/>
        </a:xfrm>
        <a:prstGeom prst="roundRect">
          <a:avLst/>
        </a:prstGeom>
        <a:solidFill>
          <a:schemeClr val="dk1"/>
        </a:solidFill>
        <a:ln w="12700" cap="flat" cmpd="sng" algn="ctr">
          <a:solidFill>
            <a:schemeClr val="dk1">
              <a:shade val="50000"/>
            </a:schemeClr>
          </a:solidFill>
          <a:prstDash val="solid"/>
          <a:miter lim="800000"/>
        </a:ln>
        <a:effectLst/>
      </dsp:spPr>
      <dsp:style>
        <a:lnRef idx="2">
          <a:schemeClr val="dk1">
            <a:shade val="50000"/>
          </a:schemeClr>
        </a:lnRef>
        <a:fillRef idx="1">
          <a:schemeClr val="dk1"/>
        </a:fillRef>
        <a:effectRef idx="0">
          <a:schemeClr val="dk1"/>
        </a:effectRef>
        <a:fontRef idx="minor">
          <a:schemeClr val="lt1"/>
        </a:fontRef>
      </dsp:style>
      <dsp:txBody>
        <a:bodyPr spcFirstLastPara="0" vert="horz" wrap="square" lIns="172339" tIns="0" rIns="172339" bIns="0" numCol="1" spcCol="1270" anchor="ctr" anchorCtr="0">
          <a:noAutofit/>
        </a:bodyPr>
        <a:lstStyle/>
        <a:p>
          <a:pPr marL="0" lvl="0" indent="0" algn="l" defTabSz="755650">
            <a:lnSpc>
              <a:spcPct val="90000"/>
            </a:lnSpc>
            <a:spcBef>
              <a:spcPct val="0"/>
            </a:spcBef>
            <a:spcAft>
              <a:spcPct val="35000"/>
            </a:spcAft>
            <a:buNone/>
          </a:pPr>
          <a:r>
            <a:rPr lang="es-CO" sz="1700" kern="1200"/>
            <a:t>Normalización</a:t>
          </a:r>
          <a:endParaRPr lang="en-US" sz="1700" kern="1200"/>
        </a:p>
      </dsp:txBody>
      <dsp:txXfrm>
        <a:off x="350178" y="5160466"/>
        <a:ext cx="4510526"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A576B-49CD-4ADB-9571-2D5555F9D383}">
      <dsp:nvSpPr>
        <dsp:cNvPr id="0" name=""/>
        <dsp:cNvSpPr/>
      </dsp:nvSpPr>
      <dsp:spPr>
        <a:xfrm>
          <a:off x="3474" y="960341"/>
          <a:ext cx="2567071" cy="2442483"/>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s-CO" sz="1600" kern="1200"/>
            <a:t>Identificar los interesados y sus preocupaciones</a:t>
          </a:r>
        </a:p>
        <a:p>
          <a:pPr marL="171450" lvl="1" indent="-171450" algn="l" defTabSz="711200">
            <a:lnSpc>
              <a:spcPct val="90000"/>
            </a:lnSpc>
            <a:spcBef>
              <a:spcPct val="0"/>
            </a:spcBef>
            <a:spcAft>
              <a:spcPct val="15000"/>
            </a:spcAft>
            <a:buChar char="•"/>
          </a:pPr>
          <a:r>
            <a:rPr lang="es-CO" sz="1600" kern="1200"/>
            <a:t>Decisiones que toma</a:t>
          </a:r>
        </a:p>
        <a:p>
          <a:pPr marL="171450" lvl="1" indent="-171450" algn="l" defTabSz="711200">
            <a:lnSpc>
              <a:spcPct val="90000"/>
            </a:lnSpc>
            <a:spcBef>
              <a:spcPct val="0"/>
            </a:spcBef>
            <a:spcAft>
              <a:spcPct val="15000"/>
            </a:spcAft>
            <a:buChar char="•"/>
          </a:pPr>
          <a:r>
            <a:rPr lang="es-CO" sz="1600" kern="1200"/>
            <a:t>Definir los objetivos y preguntas iniciales de análisis</a:t>
          </a:r>
        </a:p>
      </dsp:txBody>
      <dsp:txXfrm>
        <a:off x="59682" y="1016549"/>
        <a:ext cx="2454655" cy="1806678"/>
      </dsp:txXfrm>
    </dsp:sp>
    <dsp:sp modelId="{FEC3521D-C948-4B84-8408-68633D9B1575}">
      <dsp:nvSpPr>
        <dsp:cNvPr id="0" name=""/>
        <dsp:cNvSpPr/>
      </dsp:nvSpPr>
      <dsp:spPr>
        <a:xfrm>
          <a:off x="800779" y="1087015"/>
          <a:ext cx="3429549" cy="3429549"/>
        </a:xfrm>
        <a:prstGeom prst="leftCircularArrow">
          <a:avLst>
            <a:gd name="adj1" fmla="val 3037"/>
            <a:gd name="adj2" fmla="val 372655"/>
            <a:gd name="adj3" fmla="val 1867234"/>
            <a:gd name="adj4" fmla="val 8743557"/>
            <a:gd name="adj5" fmla="val 3543"/>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B184F43-5FCC-45A2-B0CB-9F026FCC8DF0}">
      <dsp:nvSpPr>
        <dsp:cNvPr id="0" name=""/>
        <dsp:cNvSpPr/>
      </dsp:nvSpPr>
      <dsp:spPr>
        <a:xfrm>
          <a:off x="213986" y="2926266"/>
          <a:ext cx="1955573" cy="77766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a:t>Entender el negocio y la preocupación</a:t>
          </a:r>
        </a:p>
      </dsp:txBody>
      <dsp:txXfrm>
        <a:off x="236763" y="2949043"/>
        <a:ext cx="1910019" cy="732113"/>
      </dsp:txXfrm>
    </dsp:sp>
    <dsp:sp modelId="{9AA55983-150B-4086-85AF-DABC33479B06}">
      <dsp:nvSpPr>
        <dsp:cNvPr id="0" name=""/>
        <dsp:cNvSpPr/>
      </dsp:nvSpPr>
      <dsp:spPr>
        <a:xfrm>
          <a:off x="3127376" y="1122260"/>
          <a:ext cx="2635557" cy="2112034"/>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s-CO" sz="1600" kern="1200"/>
            <a:t>Definir variables y conjuntos de datos</a:t>
          </a:r>
        </a:p>
        <a:p>
          <a:pPr marL="171450" lvl="1" indent="-171450" algn="l" defTabSz="711200">
            <a:lnSpc>
              <a:spcPct val="90000"/>
            </a:lnSpc>
            <a:spcBef>
              <a:spcPct val="0"/>
            </a:spcBef>
            <a:spcAft>
              <a:spcPct val="15000"/>
            </a:spcAft>
            <a:buChar char="•"/>
          </a:pPr>
          <a:r>
            <a:rPr lang="es-CO" sz="1600" kern="1200"/>
            <a:t>Identificar fuentes</a:t>
          </a:r>
        </a:p>
        <a:p>
          <a:pPr marL="171450" lvl="1" indent="-171450" algn="l" defTabSz="711200">
            <a:lnSpc>
              <a:spcPct val="90000"/>
            </a:lnSpc>
            <a:spcBef>
              <a:spcPct val="0"/>
            </a:spcBef>
            <a:spcAft>
              <a:spcPct val="15000"/>
            </a:spcAft>
            <a:buChar char="•"/>
          </a:pPr>
          <a:r>
            <a:rPr lang="es-CO" sz="1600" kern="1200"/>
            <a:t>Cargue y preparación de datos</a:t>
          </a:r>
        </a:p>
      </dsp:txBody>
      <dsp:txXfrm>
        <a:off x="3175980" y="1623443"/>
        <a:ext cx="2538349" cy="1562247"/>
      </dsp:txXfrm>
    </dsp:sp>
    <dsp:sp modelId="{E34D8FFF-D2CE-407A-847D-C4DB022F7712}">
      <dsp:nvSpPr>
        <dsp:cNvPr id="0" name=""/>
        <dsp:cNvSpPr/>
      </dsp:nvSpPr>
      <dsp:spPr>
        <a:xfrm>
          <a:off x="4523093" y="88378"/>
          <a:ext cx="2918344" cy="2918344"/>
        </a:xfrm>
        <a:prstGeom prst="circularArrow">
          <a:avLst>
            <a:gd name="adj1" fmla="val 3569"/>
            <a:gd name="adj2" fmla="val 443494"/>
            <a:gd name="adj3" fmla="val 19382555"/>
            <a:gd name="adj4" fmla="val 12577071"/>
            <a:gd name="adj5" fmla="val 4163"/>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6E84FAA-B646-47F8-931D-28EFD271F3DB}">
      <dsp:nvSpPr>
        <dsp:cNvPr id="0" name=""/>
        <dsp:cNvSpPr/>
      </dsp:nvSpPr>
      <dsp:spPr>
        <a:xfrm>
          <a:off x="3834038" y="882166"/>
          <a:ext cx="1955573" cy="77766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a:t>Curar los datos</a:t>
          </a:r>
        </a:p>
      </dsp:txBody>
      <dsp:txXfrm>
        <a:off x="3856815" y="904943"/>
        <a:ext cx="1910019" cy="732113"/>
      </dsp:txXfrm>
    </dsp:sp>
    <dsp:sp modelId="{C727B6A1-03E8-44A3-AFCC-B4BF85BCF064}">
      <dsp:nvSpPr>
        <dsp:cNvPr id="0" name=""/>
        <dsp:cNvSpPr/>
      </dsp:nvSpPr>
      <dsp:spPr>
        <a:xfrm>
          <a:off x="6285522" y="1272062"/>
          <a:ext cx="2200019" cy="1814556"/>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s-CO" sz="1600" kern="1200"/>
            <a:t>Descriptivos</a:t>
          </a:r>
        </a:p>
        <a:p>
          <a:pPr marL="171450" lvl="1" indent="-171450" algn="l" defTabSz="711200">
            <a:lnSpc>
              <a:spcPct val="90000"/>
            </a:lnSpc>
            <a:spcBef>
              <a:spcPct val="0"/>
            </a:spcBef>
            <a:spcAft>
              <a:spcPct val="15000"/>
            </a:spcAft>
            <a:buChar char="•"/>
          </a:pPr>
          <a:r>
            <a:rPr lang="es-CO" sz="1600" kern="1200"/>
            <a:t>Diagnósticos</a:t>
          </a:r>
        </a:p>
        <a:p>
          <a:pPr marL="171450" lvl="1" indent="-171450" algn="l" defTabSz="711200">
            <a:lnSpc>
              <a:spcPct val="90000"/>
            </a:lnSpc>
            <a:spcBef>
              <a:spcPct val="0"/>
            </a:spcBef>
            <a:spcAft>
              <a:spcPct val="15000"/>
            </a:spcAft>
            <a:buChar char="•"/>
          </a:pPr>
          <a:r>
            <a:rPr lang="es-CO" sz="1600" kern="1200"/>
            <a:t>Predictivos</a:t>
          </a:r>
        </a:p>
      </dsp:txBody>
      <dsp:txXfrm>
        <a:off x="6327280" y="1313820"/>
        <a:ext cx="2116503" cy="1342206"/>
      </dsp:txXfrm>
    </dsp:sp>
    <dsp:sp modelId="{5998D767-CCB7-4BEB-9AAA-94729426F7CA}">
      <dsp:nvSpPr>
        <dsp:cNvPr id="0" name=""/>
        <dsp:cNvSpPr/>
      </dsp:nvSpPr>
      <dsp:spPr>
        <a:xfrm>
          <a:off x="7482105" y="1561393"/>
          <a:ext cx="2637230" cy="2637230"/>
        </a:xfrm>
        <a:prstGeom prst="leftCircularArrow">
          <a:avLst>
            <a:gd name="adj1" fmla="val 3949"/>
            <a:gd name="adj2" fmla="val 495276"/>
            <a:gd name="adj3" fmla="val 2270786"/>
            <a:gd name="adj4" fmla="val 9024489"/>
            <a:gd name="adj5" fmla="val 4607"/>
          </a:avLst>
        </a:prstGeom>
        <a:solidFill>
          <a:schemeClr val="accent6">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24D3251-EA37-446F-9EB1-E33C6B0C42D4}">
      <dsp:nvSpPr>
        <dsp:cNvPr id="0" name=""/>
        <dsp:cNvSpPr/>
      </dsp:nvSpPr>
      <dsp:spPr>
        <a:xfrm>
          <a:off x="6774415" y="2697785"/>
          <a:ext cx="1955573" cy="77766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a:t>Construir los modelos de análisis</a:t>
          </a:r>
        </a:p>
      </dsp:txBody>
      <dsp:txXfrm>
        <a:off x="6797192" y="2720562"/>
        <a:ext cx="1910019" cy="732113"/>
      </dsp:txXfrm>
    </dsp:sp>
    <dsp:sp modelId="{6B538D61-3A55-4488-BBFD-C6B9C908B8CB}">
      <dsp:nvSpPr>
        <dsp:cNvPr id="0" name=""/>
        <dsp:cNvSpPr/>
      </dsp:nvSpPr>
      <dsp:spPr>
        <a:xfrm>
          <a:off x="9225899" y="1272062"/>
          <a:ext cx="2200019" cy="1814556"/>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711200">
            <a:lnSpc>
              <a:spcPct val="90000"/>
            </a:lnSpc>
            <a:spcBef>
              <a:spcPct val="0"/>
            </a:spcBef>
            <a:spcAft>
              <a:spcPct val="15000"/>
            </a:spcAft>
            <a:buChar char="•"/>
          </a:pPr>
          <a:r>
            <a:rPr lang="es-CO" sz="1600" kern="1200"/>
            <a:t>Comunicar los resultados</a:t>
          </a:r>
        </a:p>
        <a:p>
          <a:pPr marL="171450" lvl="1" indent="-171450" algn="l" defTabSz="711200">
            <a:lnSpc>
              <a:spcPct val="90000"/>
            </a:lnSpc>
            <a:spcBef>
              <a:spcPct val="0"/>
            </a:spcBef>
            <a:spcAft>
              <a:spcPct val="15000"/>
            </a:spcAft>
            <a:buChar char="•"/>
          </a:pPr>
          <a:r>
            <a:rPr lang="es-CO" sz="1600" kern="1200"/>
            <a:t>Construir los productos de datos</a:t>
          </a:r>
        </a:p>
        <a:p>
          <a:pPr marL="171450" lvl="1" indent="-171450" algn="l" defTabSz="711200">
            <a:lnSpc>
              <a:spcPct val="90000"/>
            </a:lnSpc>
            <a:spcBef>
              <a:spcPct val="0"/>
            </a:spcBef>
            <a:spcAft>
              <a:spcPct val="15000"/>
            </a:spcAft>
            <a:buChar char="•"/>
          </a:pPr>
          <a:r>
            <a:rPr lang="es-CO" sz="1600" kern="1200"/>
            <a:t>Tomar las acciones</a:t>
          </a:r>
        </a:p>
      </dsp:txBody>
      <dsp:txXfrm>
        <a:off x="9267657" y="1702653"/>
        <a:ext cx="2116503" cy="1342206"/>
      </dsp:txXfrm>
    </dsp:sp>
    <dsp:sp modelId="{16B30115-7A97-4B14-B291-33BBE7D3B53E}">
      <dsp:nvSpPr>
        <dsp:cNvPr id="0" name=""/>
        <dsp:cNvSpPr/>
      </dsp:nvSpPr>
      <dsp:spPr>
        <a:xfrm>
          <a:off x="9714792" y="883228"/>
          <a:ext cx="1955573" cy="777667"/>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a:t>Implementar</a:t>
          </a:r>
        </a:p>
      </dsp:txBody>
      <dsp:txXfrm>
        <a:off x="9737569" y="906005"/>
        <a:ext cx="1910019" cy="7321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917A51-037C-412A-ADD8-57689D964CCF}">
      <dsp:nvSpPr>
        <dsp:cNvPr id="0" name=""/>
        <dsp:cNvSpPr/>
      </dsp:nvSpPr>
      <dsp:spPr>
        <a:xfrm>
          <a:off x="837437" y="0"/>
          <a:ext cx="9490964" cy="4094480"/>
        </a:xfrm>
        <a:prstGeom prst="rightArrow">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2E9C42-DB2F-4637-8852-C318AB27E018}">
      <dsp:nvSpPr>
        <dsp:cNvPr id="0" name=""/>
        <dsp:cNvSpPr/>
      </dsp:nvSpPr>
      <dsp:spPr>
        <a:xfrm>
          <a:off x="5383" y="1228344"/>
          <a:ext cx="5377445" cy="163779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s-CO" sz="3600" kern="1200"/>
            <a:t>Análisis exploratorio</a:t>
          </a:r>
        </a:p>
        <a:p>
          <a:pPr marL="0" lvl="0" indent="0" algn="ctr" defTabSz="1600200">
            <a:lnSpc>
              <a:spcPct val="90000"/>
            </a:lnSpc>
            <a:spcBef>
              <a:spcPct val="0"/>
            </a:spcBef>
            <a:spcAft>
              <a:spcPct val="35000"/>
            </a:spcAft>
            <a:buNone/>
          </a:pPr>
          <a:r>
            <a:rPr lang="es-CO" sz="3600" kern="1200"/>
            <a:t>EDA</a:t>
          </a:r>
          <a:endParaRPr lang="en-US" sz="3600" kern="1200"/>
        </a:p>
      </dsp:txBody>
      <dsp:txXfrm>
        <a:off x="85333" y="1308294"/>
        <a:ext cx="5217545" cy="1477892"/>
      </dsp:txXfrm>
    </dsp:sp>
    <dsp:sp modelId="{2D10D812-3829-455F-BCFD-E3A50E32F42B}">
      <dsp:nvSpPr>
        <dsp:cNvPr id="0" name=""/>
        <dsp:cNvSpPr/>
      </dsp:nvSpPr>
      <dsp:spPr>
        <a:xfrm>
          <a:off x="5783010" y="1228344"/>
          <a:ext cx="5377445" cy="163779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s-CO" sz="3600" kern="1200"/>
            <a:t>Construcción de modelos diagnósticos y predictivos</a:t>
          </a:r>
          <a:endParaRPr lang="en-US" sz="3600" kern="1200"/>
        </a:p>
      </dsp:txBody>
      <dsp:txXfrm>
        <a:off x="5862960" y="1308294"/>
        <a:ext cx="5217545" cy="14778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994ECB-0FC1-49A1-9D17-1DDE1DE12EB9}">
      <dsp:nvSpPr>
        <dsp:cNvPr id="0" name=""/>
        <dsp:cNvSpPr/>
      </dsp:nvSpPr>
      <dsp:spPr>
        <a:xfrm>
          <a:off x="5468318" y="1669043"/>
          <a:ext cx="2159425" cy="962996"/>
        </a:xfrm>
        <a:custGeom>
          <a:avLst/>
          <a:gdLst/>
          <a:ahLst/>
          <a:cxnLst/>
          <a:rect l="0" t="0" r="0" b="0"/>
          <a:pathLst>
            <a:path>
              <a:moveTo>
                <a:pt x="0" y="0"/>
              </a:moveTo>
              <a:lnTo>
                <a:pt x="0" y="574093"/>
              </a:lnTo>
              <a:lnTo>
                <a:pt x="2159425" y="574093"/>
              </a:lnTo>
              <a:lnTo>
                <a:pt x="2159425" y="9629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3FF899-90E0-4B85-A71D-172E1D40533A}">
      <dsp:nvSpPr>
        <dsp:cNvPr id="0" name=""/>
        <dsp:cNvSpPr/>
      </dsp:nvSpPr>
      <dsp:spPr>
        <a:xfrm>
          <a:off x="3308892" y="1669043"/>
          <a:ext cx="2159425" cy="962996"/>
        </a:xfrm>
        <a:custGeom>
          <a:avLst/>
          <a:gdLst/>
          <a:ahLst/>
          <a:cxnLst/>
          <a:rect l="0" t="0" r="0" b="0"/>
          <a:pathLst>
            <a:path>
              <a:moveTo>
                <a:pt x="2159425" y="0"/>
              </a:moveTo>
              <a:lnTo>
                <a:pt x="2159425" y="574093"/>
              </a:lnTo>
              <a:lnTo>
                <a:pt x="0" y="574093"/>
              </a:lnTo>
              <a:lnTo>
                <a:pt x="0" y="9629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4FACD3-EF11-42CF-96BA-070686279D70}">
      <dsp:nvSpPr>
        <dsp:cNvPr id="0" name=""/>
        <dsp:cNvSpPr/>
      </dsp:nvSpPr>
      <dsp:spPr>
        <a:xfrm>
          <a:off x="3858751" y="2319"/>
          <a:ext cx="3219133" cy="166672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925" tIns="34925" rIns="34925" bIns="235193" numCol="1" spcCol="1270" anchor="ctr" anchorCtr="0">
          <a:noAutofit/>
        </a:bodyPr>
        <a:lstStyle/>
        <a:p>
          <a:pPr marL="0" lvl="0" indent="0" algn="ctr" defTabSz="2444750">
            <a:lnSpc>
              <a:spcPct val="90000"/>
            </a:lnSpc>
            <a:spcBef>
              <a:spcPct val="0"/>
            </a:spcBef>
            <a:spcAft>
              <a:spcPct val="35000"/>
            </a:spcAft>
            <a:buNone/>
          </a:pPr>
          <a:r>
            <a:rPr lang="es-CO" sz="5500" kern="1200"/>
            <a:t>Estadística</a:t>
          </a:r>
        </a:p>
      </dsp:txBody>
      <dsp:txXfrm>
        <a:off x="3858751" y="2319"/>
        <a:ext cx="3219133" cy="1666724"/>
      </dsp:txXfrm>
    </dsp:sp>
    <dsp:sp modelId="{EAD9CA1A-786A-43D6-93F5-95F28432FB67}">
      <dsp:nvSpPr>
        <dsp:cNvPr id="0" name=""/>
        <dsp:cNvSpPr/>
      </dsp:nvSpPr>
      <dsp:spPr>
        <a:xfrm>
          <a:off x="4502578" y="1298660"/>
          <a:ext cx="2897219" cy="55557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9525" rIns="38100" bIns="9525" numCol="1" spcCol="1270" anchor="ctr" anchorCtr="0">
          <a:noAutofit/>
        </a:bodyPr>
        <a:lstStyle/>
        <a:p>
          <a:pPr marL="0" lvl="0" indent="0" algn="r" defTabSz="666750">
            <a:lnSpc>
              <a:spcPct val="90000"/>
            </a:lnSpc>
            <a:spcBef>
              <a:spcPct val="0"/>
            </a:spcBef>
            <a:spcAft>
              <a:spcPct val="35000"/>
            </a:spcAft>
            <a:buNone/>
          </a:pPr>
          <a:r>
            <a:rPr lang="es-CO" sz="1500" kern="1200"/>
            <a:t>Es la ciencia de recopilar, organizar, resumir, analizar e interpretar datos.</a:t>
          </a:r>
        </a:p>
      </dsp:txBody>
      <dsp:txXfrm>
        <a:off x="4502578" y="1298660"/>
        <a:ext cx="2897219" cy="555574"/>
      </dsp:txXfrm>
    </dsp:sp>
    <dsp:sp modelId="{AC068729-2071-4EE1-92D3-1349167BD797}">
      <dsp:nvSpPr>
        <dsp:cNvPr id="0" name=""/>
        <dsp:cNvSpPr/>
      </dsp:nvSpPr>
      <dsp:spPr>
        <a:xfrm>
          <a:off x="1699326" y="2632039"/>
          <a:ext cx="3219133" cy="166672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925" tIns="34925" rIns="34925" bIns="235193" numCol="1" spcCol="1270" anchor="ctr" anchorCtr="0">
          <a:noAutofit/>
        </a:bodyPr>
        <a:lstStyle/>
        <a:p>
          <a:pPr marL="0" lvl="0" indent="0" algn="ctr" defTabSz="2444750">
            <a:lnSpc>
              <a:spcPct val="90000"/>
            </a:lnSpc>
            <a:spcBef>
              <a:spcPct val="0"/>
            </a:spcBef>
            <a:spcAft>
              <a:spcPct val="35000"/>
            </a:spcAft>
            <a:buNone/>
          </a:pPr>
          <a:r>
            <a:rPr lang="es-CO" sz="5500" kern="1200"/>
            <a:t>Descriptiva</a:t>
          </a:r>
        </a:p>
      </dsp:txBody>
      <dsp:txXfrm>
        <a:off x="1699326" y="2632039"/>
        <a:ext cx="3219133" cy="1666724"/>
      </dsp:txXfrm>
    </dsp:sp>
    <dsp:sp modelId="{7F59901C-BB2E-4219-AA3A-9EC61CC56832}">
      <dsp:nvSpPr>
        <dsp:cNvPr id="0" name=""/>
        <dsp:cNvSpPr/>
      </dsp:nvSpPr>
      <dsp:spPr>
        <a:xfrm>
          <a:off x="2343152" y="3928381"/>
          <a:ext cx="2897219" cy="55557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17145" rIns="68580" bIns="17145" numCol="1" spcCol="1270" anchor="ctr" anchorCtr="0">
          <a:noAutofit/>
        </a:bodyPr>
        <a:lstStyle/>
        <a:p>
          <a:pPr marL="0" lvl="0" indent="0" algn="r" defTabSz="1200150">
            <a:lnSpc>
              <a:spcPct val="90000"/>
            </a:lnSpc>
            <a:spcBef>
              <a:spcPct val="0"/>
            </a:spcBef>
            <a:spcAft>
              <a:spcPct val="35000"/>
            </a:spcAft>
            <a:buNone/>
          </a:pPr>
          <a:r>
            <a:rPr lang="es-CO" sz="2700" kern="1200"/>
            <a:t>Análisis Descriptivo</a:t>
          </a:r>
        </a:p>
      </dsp:txBody>
      <dsp:txXfrm>
        <a:off x="2343152" y="3928381"/>
        <a:ext cx="2897219" cy="555574"/>
      </dsp:txXfrm>
    </dsp:sp>
    <dsp:sp modelId="{7D57F046-5EA3-49AB-A437-14D3BFA70057}">
      <dsp:nvSpPr>
        <dsp:cNvPr id="0" name=""/>
        <dsp:cNvSpPr/>
      </dsp:nvSpPr>
      <dsp:spPr>
        <a:xfrm>
          <a:off x="6018177" y="2632039"/>
          <a:ext cx="3219133" cy="166672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925" tIns="34925" rIns="34925" bIns="235193" numCol="1" spcCol="1270" anchor="ctr" anchorCtr="0">
          <a:noAutofit/>
        </a:bodyPr>
        <a:lstStyle/>
        <a:p>
          <a:pPr marL="0" lvl="0" indent="0" algn="ctr" defTabSz="2444750">
            <a:lnSpc>
              <a:spcPct val="90000"/>
            </a:lnSpc>
            <a:spcBef>
              <a:spcPct val="0"/>
            </a:spcBef>
            <a:spcAft>
              <a:spcPct val="35000"/>
            </a:spcAft>
            <a:buNone/>
          </a:pPr>
          <a:r>
            <a:rPr lang="es-CO" sz="5500" kern="1200"/>
            <a:t>Inferencial</a:t>
          </a:r>
        </a:p>
      </dsp:txBody>
      <dsp:txXfrm>
        <a:off x="6018177" y="2632039"/>
        <a:ext cx="3219133" cy="1666724"/>
      </dsp:txXfrm>
    </dsp:sp>
    <dsp:sp modelId="{A594C763-DA5C-45D7-A5B8-664F9B18845A}">
      <dsp:nvSpPr>
        <dsp:cNvPr id="0" name=""/>
        <dsp:cNvSpPr/>
      </dsp:nvSpPr>
      <dsp:spPr>
        <a:xfrm>
          <a:off x="6662003" y="3928381"/>
          <a:ext cx="2897219" cy="55557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17145" rIns="68580" bIns="17145" numCol="1" spcCol="1270" anchor="ctr" anchorCtr="0">
          <a:noAutofit/>
        </a:bodyPr>
        <a:lstStyle/>
        <a:p>
          <a:pPr marL="0" lvl="0" indent="0" algn="r" defTabSz="1200150">
            <a:lnSpc>
              <a:spcPct val="90000"/>
            </a:lnSpc>
            <a:spcBef>
              <a:spcPct val="0"/>
            </a:spcBef>
            <a:spcAft>
              <a:spcPct val="35000"/>
            </a:spcAft>
            <a:buNone/>
          </a:pPr>
          <a:r>
            <a:rPr lang="es-CO" sz="2700" kern="1200"/>
            <a:t>Análisis Diagnóstico</a:t>
          </a:r>
        </a:p>
      </dsp:txBody>
      <dsp:txXfrm>
        <a:off x="6662003" y="3928381"/>
        <a:ext cx="2897219" cy="55557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D233BF-A653-49EF-AD8A-0F8FC95625A9}">
      <dsp:nvSpPr>
        <dsp:cNvPr id="0" name=""/>
        <dsp:cNvSpPr/>
      </dsp:nvSpPr>
      <dsp:spPr>
        <a:xfrm>
          <a:off x="0" y="510668"/>
          <a:ext cx="5257800" cy="28066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8064" tIns="562356" rIns="408064" bIns="192024" numCol="1" spcCol="1270" anchor="t" anchorCtr="0">
          <a:noAutofit/>
        </a:bodyPr>
        <a:lstStyle/>
        <a:p>
          <a:pPr marL="228600" lvl="1" indent="-228600" algn="l" defTabSz="1200150">
            <a:lnSpc>
              <a:spcPct val="90000"/>
            </a:lnSpc>
            <a:spcBef>
              <a:spcPct val="0"/>
            </a:spcBef>
            <a:spcAft>
              <a:spcPct val="15000"/>
            </a:spcAft>
            <a:buChar char="•"/>
          </a:pPr>
          <a:r>
            <a:rPr lang="es-ES" sz="2700" kern="1200"/>
            <a:t>De la mitad (Media o Promedio, Mediana y Moda)</a:t>
          </a:r>
          <a:endParaRPr lang="en-US" sz="2700" kern="1200"/>
        </a:p>
        <a:p>
          <a:pPr marL="228600" lvl="1" indent="-228600" algn="l" defTabSz="1200150">
            <a:lnSpc>
              <a:spcPct val="90000"/>
            </a:lnSpc>
            <a:spcBef>
              <a:spcPct val="0"/>
            </a:spcBef>
            <a:spcAft>
              <a:spcPct val="15000"/>
            </a:spcAft>
            <a:buChar char="•"/>
          </a:pPr>
          <a:r>
            <a:rPr lang="es-ES" sz="2700" kern="1200"/>
            <a:t>Rangos: Máximo y Mínimo, Inter cuartiles, percentiles</a:t>
          </a:r>
          <a:endParaRPr lang="en-US" sz="2700" kern="1200"/>
        </a:p>
        <a:p>
          <a:pPr marL="228600" lvl="1" indent="-228600" algn="l" defTabSz="1200150">
            <a:lnSpc>
              <a:spcPct val="90000"/>
            </a:lnSpc>
            <a:spcBef>
              <a:spcPct val="0"/>
            </a:spcBef>
            <a:spcAft>
              <a:spcPct val="15000"/>
            </a:spcAft>
            <a:buChar char="•"/>
          </a:pPr>
          <a:r>
            <a:rPr lang="es-ES" sz="2700" kern="1200"/>
            <a:t>Desviaciones Estándar</a:t>
          </a:r>
          <a:endParaRPr lang="en-US" sz="2700" kern="1200"/>
        </a:p>
      </dsp:txBody>
      <dsp:txXfrm>
        <a:off x="0" y="510668"/>
        <a:ext cx="5257800" cy="2806650"/>
      </dsp:txXfrm>
    </dsp:sp>
    <dsp:sp modelId="{0EE0EF70-2102-4632-97FF-B36288B829ED}">
      <dsp:nvSpPr>
        <dsp:cNvPr id="0" name=""/>
        <dsp:cNvSpPr/>
      </dsp:nvSpPr>
      <dsp:spPr>
        <a:xfrm>
          <a:off x="262890" y="112148"/>
          <a:ext cx="3680460" cy="7970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113" tIns="0" rIns="139113" bIns="0" numCol="1" spcCol="1270" anchor="ctr" anchorCtr="0">
          <a:noAutofit/>
        </a:bodyPr>
        <a:lstStyle/>
        <a:p>
          <a:pPr marL="0" lvl="0" indent="0" algn="l" defTabSz="1200150">
            <a:lnSpc>
              <a:spcPct val="90000"/>
            </a:lnSpc>
            <a:spcBef>
              <a:spcPct val="0"/>
            </a:spcBef>
            <a:spcAft>
              <a:spcPct val="35000"/>
            </a:spcAft>
            <a:buNone/>
          </a:pPr>
          <a:r>
            <a:rPr lang="es-ES" sz="2700" kern="1200"/>
            <a:t>Variables Numéricas</a:t>
          </a:r>
          <a:endParaRPr lang="en-US" sz="2700" kern="1200"/>
        </a:p>
      </dsp:txBody>
      <dsp:txXfrm>
        <a:off x="301798" y="151056"/>
        <a:ext cx="3602644" cy="719224"/>
      </dsp:txXfrm>
    </dsp:sp>
    <dsp:sp modelId="{890CBB62-61D2-4695-9BC2-0E98CFF4FFB5}">
      <dsp:nvSpPr>
        <dsp:cNvPr id="0" name=""/>
        <dsp:cNvSpPr/>
      </dsp:nvSpPr>
      <dsp:spPr>
        <a:xfrm>
          <a:off x="0" y="3861639"/>
          <a:ext cx="5257800" cy="1530900"/>
        </a:xfrm>
        <a:prstGeom prst="rect">
          <a:avLst/>
        </a:prstGeom>
        <a:solidFill>
          <a:schemeClr val="lt1">
            <a:alpha val="90000"/>
            <a:hueOff val="0"/>
            <a:satOff val="0"/>
            <a:lumOff val="0"/>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8064" tIns="562356" rIns="408064" bIns="192024" numCol="1" spcCol="1270" anchor="t" anchorCtr="0">
          <a:noAutofit/>
        </a:bodyPr>
        <a:lstStyle/>
        <a:p>
          <a:pPr marL="228600" lvl="1" indent="-228600" algn="l" defTabSz="1200150">
            <a:lnSpc>
              <a:spcPct val="90000"/>
            </a:lnSpc>
            <a:spcBef>
              <a:spcPct val="0"/>
            </a:spcBef>
            <a:spcAft>
              <a:spcPct val="15000"/>
            </a:spcAft>
            <a:buChar char="•"/>
          </a:pPr>
          <a:r>
            <a:rPr lang="es-ES" sz="2700" kern="1200"/>
            <a:t>Frecuencias Relativas (Probabilidades frecuentistas)</a:t>
          </a:r>
          <a:endParaRPr lang="en-US" sz="2700" kern="1200"/>
        </a:p>
      </dsp:txBody>
      <dsp:txXfrm>
        <a:off x="0" y="3861639"/>
        <a:ext cx="5257800" cy="1530900"/>
      </dsp:txXfrm>
    </dsp:sp>
    <dsp:sp modelId="{0551D5C4-95C4-47E5-91B4-81D1078E2392}">
      <dsp:nvSpPr>
        <dsp:cNvPr id="0" name=""/>
        <dsp:cNvSpPr/>
      </dsp:nvSpPr>
      <dsp:spPr>
        <a:xfrm>
          <a:off x="262890" y="3463118"/>
          <a:ext cx="3680460" cy="79704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113" tIns="0" rIns="139113" bIns="0" numCol="1" spcCol="1270" anchor="ctr" anchorCtr="0">
          <a:noAutofit/>
        </a:bodyPr>
        <a:lstStyle/>
        <a:p>
          <a:pPr marL="0" lvl="0" indent="0" algn="l" defTabSz="1200150">
            <a:lnSpc>
              <a:spcPct val="90000"/>
            </a:lnSpc>
            <a:spcBef>
              <a:spcPct val="0"/>
            </a:spcBef>
            <a:spcAft>
              <a:spcPct val="35000"/>
            </a:spcAft>
            <a:buNone/>
          </a:pPr>
          <a:r>
            <a:rPr lang="es-ES" sz="2700" kern="1200"/>
            <a:t>Variables Categorías</a:t>
          </a:r>
          <a:endParaRPr lang="en-US" sz="2700" kern="1200"/>
        </a:p>
      </dsp:txBody>
      <dsp:txXfrm>
        <a:off x="301798" y="3502026"/>
        <a:ext cx="3602644" cy="71922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5BF8FD-3D06-467C-BC0B-659F7F30E5E0}">
      <dsp:nvSpPr>
        <dsp:cNvPr id="0" name=""/>
        <dsp:cNvSpPr/>
      </dsp:nvSpPr>
      <dsp:spPr>
        <a:xfrm>
          <a:off x="0" y="0"/>
          <a:ext cx="658648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4D33FF-992B-464A-9F33-083F5A30BFC3}">
      <dsp:nvSpPr>
        <dsp:cNvPr id="0" name=""/>
        <dsp:cNvSpPr/>
      </dsp:nvSpPr>
      <dsp:spPr>
        <a:xfrm>
          <a:off x="0" y="0"/>
          <a:ext cx="6586489" cy="18927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kern="1200"/>
            <a:t>En el mundo de los datos, las herramientas y tecnologías de visualización de datos son esenciales para analizar cantidades masivas de información y tomar decisiones basadas en datos.</a:t>
          </a:r>
          <a:endParaRPr lang="en-US" sz="2400" kern="1200"/>
        </a:p>
      </dsp:txBody>
      <dsp:txXfrm>
        <a:off x="0" y="0"/>
        <a:ext cx="6586489" cy="1892709"/>
      </dsp:txXfrm>
    </dsp:sp>
    <dsp:sp modelId="{BAFC1534-41F3-4068-9E3E-BCB44ACBA6E9}">
      <dsp:nvSpPr>
        <dsp:cNvPr id="0" name=""/>
        <dsp:cNvSpPr/>
      </dsp:nvSpPr>
      <dsp:spPr>
        <a:xfrm>
          <a:off x="0" y="1892709"/>
          <a:ext cx="658648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EF79C9-4437-4D51-971D-543CBCFA80FC}">
      <dsp:nvSpPr>
        <dsp:cNvPr id="0" name=""/>
        <dsp:cNvSpPr/>
      </dsp:nvSpPr>
      <dsp:spPr>
        <a:xfrm>
          <a:off x="0" y="1892709"/>
          <a:ext cx="6586489" cy="18927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s-ES" sz="2400" kern="1200"/>
            <a:t>Nuestros ojos se sienten atraídos por los colores y los patrones. Podemos identificar rápidamente el rojo del azul, el cuadrado del círculo. Nuestra cultura es visual, que incluye todo, desde arte y publicidad hasta películas.</a:t>
          </a:r>
          <a:endParaRPr lang="en-US" sz="2400" kern="1200"/>
        </a:p>
      </dsp:txBody>
      <dsp:txXfrm>
        <a:off x="0" y="1892709"/>
        <a:ext cx="6586489" cy="189270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D233BF-A653-49EF-AD8A-0F8FC95625A9}">
      <dsp:nvSpPr>
        <dsp:cNvPr id="0" name=""/>
        <dsp:cNvSpPr/>
      </dsp:nvSpPr>
      <dsp:spPr>
        <a:xfrm>
          <a:off x="0" y="381743"/>
          <a:ext cx="5257800" cy="3250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8064" tIns="499872" rIns="408064" bIns="170688" numCol="1" spcCol="1270" anchor="t" anchorCtr="0">
          <a:noAutofit/>
        </a:bodyPr>
        <a:lstStyle/>
        <a:p>
          <a:pPr marL="228600" lvl="1" indent="-228600" algn="l" defTabSz="1066800">
            <a:lnSpc>
              <a:spcPct val="90000"/>
            </a:lnSpc>
            <a:spcBef>
              <a:spcPct val="0"/>
            </a:spcBef>
            <a:spcAft>
              <a:spcPct val="15000"/>
            </a:spcAft>
            <a:buChar char="•"/>
          </a:pPr>
          <a:r>
            <a:rPr lang="es-ES" sz="2400" kern="1200"/>
            <a:t>Correlación (-1, 0, 1)</a:t>
          </a:r>
          <a:endParaRPr lang="en-US" sz="2400" kern="1200"/>
        </a:p>
        <a:p>
          <a:pPr marL="457200" lvl="2" indent="-228600" algn="l" defTabSz="1066800">
            <a:lnSpc>
              <a:spcPct val="90000"/>
            </a:lnSpc>
            <a:spcBef>
              <a:spcPct val="0"/>
            </a:spcBef>
            <a:spcAft>
              <a:spcPct val="15000"/>
            </a:spcAft>
            <a:buChar char="•"/>
          </a:pPr>
          <a:r>
            <a:rPr lang="es-CO" sz="2400" kern="1200" noProof="0"/>
            <a:t>Correlación no significa causalidad</a:t>
          </a:r>
        </a:p>
        <a:p>
          <a:pPr marL="685800" lvl="3" indent="-228600" algn="l" defTabSz="1066800">
            <a:lnSpc>
              <a:spcPct val="90000"/>
            </a:lnSpc>
            <a:spcBef>
              <a:spcPct val="0"/>
            </a:spcBef>
            <a:spcAft>
              <a:spcPct val="15000"/>
            </a:spcAft>
            <a:buChar char="•"/>
          </a:pPr>
          <a:r>
            <a:rPr lang="en-US" sz="2400" kern="1200" noProof="0"/>
            <a:t>Spurious correlation</a:t>
          </a:r>
        </a:p>
        <a:p>
          <a:pPr marL="685800" lvl="3" indent="-228600" algn="l" defTabSz="1066800">
            <a:lnSpc>
              <a:spcPct val="90000"/>
            </a:lnSpc>
            <a:spcBef>
              <a:spcPct val="0"/>
            </a:spcBef>
            <a:spcAft>
              <a:spcPct val="15000"/>
            </a:spcAft>
            <a:buChar char="•"/>
          </a:pPr>
          <a:r>
            <a:rPr lang="es-CO" sz="2400" kern="1200" noProof="0"/>
            <a:t>Ejemplo:</a:t>
          </a:r>
        </a:p>
        <a:p>
          <a:pPr marL="914400" lvl="4" indent="-228600" algn="l" defTabSz="1066800">
            <a:lnSpc>
              <a:spcPct val="90000"/>
            </a:lnSpc>
            <a:spcBef>
              <a:spcPct val="0"/>
            </a:spcBef>
            <a:spcAft>
              <a:spcPct val="15000"/>
            </a:spcAft>
            <a:buChar char="•"/>
          </a:pPr>
          <a:r>
            <a:rPr lang="en-US" sz="2400" kern="1200" noProof="0"/>
            <a:t>(</a:t>
          </a:r>
          <a:r>
            <a:rPr lang="es-CO" sz="2400" kern="1200" noProof="0"/>
            <a:t>Precio de venta</a:t>
          </a:r>
          <a:r>
            <a:rPr lang="en-US" sz="2400" kern="1200" noProof="0"/>
            <a:t>, </a:t>
          </a:r>
          <a:r>
            <a:rPr lang="es-CO" sz="2400" kern="1200" noProof="0" err="1"/>
            <a:t>area</a:t>
          </a:r>
          <a:r>
            <a:rPr lang="es-CO" sz="2400" kern="1200" noProof="0"/>
            <a:t> construida</a:t>
          </a:r>
          <a:r>
            <a:rPr lang="en-US" sz="2400" kern="1200" noProof="0"/>
            <a:t>)</a:t>
          </a:r>
        </a:p>
      </dsp:txBody>
      <dsp:txXfrm>
        <a:off x="0" y="381743"/>
        <a:ext cx="5257800" cy="3250800"/>
      </dsp:txXfrm>
    </dsp:sp>
    <dsp:sp modelId="{0EE0EF70-2102-4632-97FF-B36288B829ED}">
      <dsp:nvSpPr>
        <dsp:cNvPr id="0" name=""/>
        <dsp:cNvSpPr/>
      </dsp:nvSpPr>
      <dsp:spPr>
        <a:xfrm>
          <a:off x="262890" y="27503"/>
          <a:ext cx="3680460" cy="7084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113" tIns="0" rIns="139113" bIns="0" numCol="1" spcCol="1270" anchor="ctr" anchorCtr="0">
          <a:noAutofit/>
        </a:bodyPr>
        <a:lstStyle/>
        <a:p>
          <a:pPr marL="0" lvl="0" indent="0" algn="l" defTabSz="1066800">
            <a:lnSpc>
              <a:spcPct val="90000"/>
            </a:lnSpc>
            <a:spcBef>
              <a:spcPct val="0"/>
            </a:spcBef>
            <a:spcAft>
              <a:spcPct val="35000"/>
            </a:spcAft>
            <a:buNone/>
          </a:pPr>
          <a:r>
            <a:rPr lang="es-ES" sz="2400" kern="1200"/>
            <a:t>Variables Numéricas</a:t>
          </a:r>
          <a:endParaRPr lang="en-US" sz="2400" kern="1200"/>
        </a:p>
      </dsp:txBody>
      <dsp:txXfrm>
        <a:off x="297475" y="62088"/>
        <a:ext cx="3611290" cy="639310"/>
      </dsp:txXfrm>
    </dsp:sp>
    <dsp:sp modelId="{890CBB62-61D2-4695-9BC2-0E98CFF4FFB5}">
      <dsp:nvSpPr>
        <dsp:cNvPr id="0" name=""/>
        <dsp:cNvSpPr/>
      </dsp:nvSpPr>
      <dsp:spPr>
        <a:xfrm>
          <a:off x="0" y="4116384"/>
          <a:ext cx="5257800" cy="1360800"/>
        </a:xfrm>
        <a:prstGeom prst="rect">
          <a:avLst/>
        </a:prstGeom>
        <a:solidFill>
          <a:schemeClr val="lt1">
            <a:alpha val="90000"/>
            <a:hueOff val="0"/>
            <a:satOff val="0"/>
            <a:lumOff val="0"/>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8064" tIns="499872" rIns="408064" bIns="170688" numCol="1" spcCol="1270" anchor="t" anchorCtr="0">
          <a:noAutofit/>
        </a:bodyPr>
        <a:lstStyle/>
        <a:p>
          <a:pPr marL="228600" lvl="1" indent="-228600" algn="l" defTabSz="1066800">
            <a:lnSpc>
              <a:spcPct val="90000"/>
            </a:lnSpc>
            <a:spcBef>
              <a:spcPct val="0"/>
            </a:spcBef>
            <a:spcAft>
              <a:spcPct val="15000"/>
            </a:spcAft>
            <a:buChar char="•"/>
          </a:pPr>
          <a:r>
            <a:rPr lang="es-ES" sz="2400" kern="1200"/>
            <a:t>Tabla de distribución de frecuencias. </a:t>
          </a:r>
          <a:endParaRPr lang="en-US" sz="2400" kern="1200"/>
        </a:p>
      </dsp:txBody>
      <dsp:txXfrm>
        <a:off x="0" y="4116384"/>
        <a:ext cx="5257800" cy="1360800"/>
      </dsp:txXfrm>
    </dsp:sp>
    <dsp:sp modelId="{0551D5C4-95C4-47E5-91B4-81D1078E2392}">
      <dsp:nvSpPr>
        <dsp:cNvPr id="0" name=""/>
        <dsp:cNvSpPr/>
      </dsp:nvSpPr>
      <dsp:spPr>
        <a:xfrm>
          <a:off x="262890" y="3762144"/>
          <a:ext cx="3680460" cy="70848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113" tIns="0" rIns="139113" bIns="0" numCol="1" spcCol="1270" anchor="ctr" anchorCtr="0">
          <a:noAutofit/>
        </a:bodyPr>
        <a:lstStyle/>
        <a:p>
          <a:pPr marL="0" lvl="0" indent="0" algn="l" defTabSz="1066800">
            <a:lnSpc>
              <a:spcPct val="90000"/>
            </a:lnSpc>
            <a:spcBef>
              <a:spcPct val="0"/>
            </a:spcBef>
            <a:spcAft>
              <a:spcPct val="35000"/>
            </a:spcAft>
            <a:buNone/>
          </a:pPr>
          <a:r>
            <a:rPr lang="es-ES" sz="2400" kern="1200"/>
            <a:t>Variables Categorías</a:t>
          </a:r>
          <a:endParaRPr lang="en-US" sz="2400" kern="1200"/>
        </a:p>
      </dsp:txBody>
      <dsp:txXfrm>
        <a:off x="297475" y="3796729"/>
        <a:ext cx="3611290" cy="6393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8D0422-3004-4FAC-A310-BC222F3F3A47}">
      <dsp:nvSpPr>
        <dsp:cNvPr id="0" name=""/>
        <dsp:cNvSpPr/>
      </dsp:nvSpPr>
      <dsp:spPr>
        <a:xfrm>
          <a:off x="0" y="0"/>
          <a:ext cx="6291714"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67BAAE-46D3-4897-9C21-1D5E35DC7A5C}">
      <dsp:nvSpPr>
        <dsp:cNvPr id="0" name=""/>
        <dsp:cNvSpPr/>
      </dsp:nvSpPr>
      <dsp:spPr>
        <a:xfrm>
          <a:off x="0" y="0"/>
          <a:ext cx="6291714" cy="2765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80" tIns="182880" rIns="182880" bIns="182880" numCol="1" spcCol="1270" anchor="t" anchorCtr="0">
          <a:noAutofit/>
        </a:bodyPr>
        <a:lstStyle/>
        <a:p>
          <a:pPr marL="0" lvl="0" indent="0" algn="l" defTabSz="2133600">
            <a:lnSpc>
              <a:spcPct val="90000"/>
            </a:lnSpc>
            <a:spcBef>
              <a:spcPct val="0"/>
            </a:spcBef>
            <a:spcAft>
              <a:spcPct val="35000"/>
            </a:spcAft>
            <a:buNone/>
          </a:pPr>
          <a:r>
            <a:rPr lang="es-ES" sz="4800" kern="1200"/>
            <a:t>Extraer subconjuntos</a:t>
          </a:r>
          <a:endParaRPr lang="es-CO" sz="4800" kern="1200"/>
        </a:p>
      </dsp:txBody>
      <dsp:txXfrm>
        <a:off x="0" y="0"/>
        <a:ext cx="6291714" cy="2765367"/>
      </dsp:txXfrm>
    </dsp:sp>
    <dsp:sp modelId="{D7717DAA-0905-4BEE-B266-FFA3F48BE1C7}">
      <dsp:nvSpPr>
        <dsp:cNvPr id="0" name=""/>
        <dsp:cNvSpPr/>
      </dsp:nvSpPr>
      <dsp:spPr>
        <a:xfrm>
          <a:off x="0" y="2765367"/>
          <a:ext cx="6291714"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047729-DB27-448E-8F6D-E4C113F5987F}">
      <dsp:nvSpPr>
        <dsp:cNvPr id="0" name=""/>
        <dsp:cNvSpPr/>
      </dsp:nvSpPr>
      <dsp:spPr>
        <a:xfrm>
          <a:off x="0" y="2765367"/>
          <a:ext cx="6291714" cy="2765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80" tIns="182880" rIns="182880" bIns="182880" numCol="1" spcCol="1270" anchor="t" anchorCtr="0">
          <a:noAutofit/>
        </a:bodyPr>
        <a:lstStyle/>
        <a:p>
          <a:pPr marL="0" lvl="0" indent="0" algn="l" defTabSz="2133600">
            <a:lnSpc>
              <a:spcPct val="90000"/>
            </a:lnSpc>
            <a:spcBef>
              <a:spcPct val="0"/>
            </a:spcBef>
            <a:spcAft>
              <a:spcPct val="35000"/>
            </a:spcAft>
            <a:buNone/>
          </a:pPr>
          <a:r>
            <a:rPr lang="es-ES" sz="4800" kern="1200"/>
            <a:t>Utilizando variables categóricas y usar gráficos como: </a:t>
          </a:r>
          <a:r>
            <a:rPr lang="es-ES" sz="4800" kern="1200" err="1"/>
            <a:t>Boxplots</a:t>
          </a:r>
          <a:endParaRPr lang="es-CO" sz="4800" kern="1200"/>
        </a:p>
      </dsp:txBody>
      <dsp:txXfrm>
        <a:off x="0" y="2765367"/>
        <a:ext cx="6291714" cy="276536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A62360-618F-4CBB-9075-A2EB6E24B7D2}" type="datetimeFigureOut">
              <a:rPr lang="es-CO" smtClean="0"/>
              <a:t>21/04/2024</a:t>
            </a:fld>
            <a:endParaRPr lang="es-C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0C15D3-B81C-4F2B-8986-10836A0EAC97}" type="slidenum">
              <a:rPr lang="es-CO" smtClean="0"/>
              <a:t>‹#›</a:t>
            </a:fld>
            <a:endParaRPr lang="es-CO"/>
          </a:p>
        </p:txBody>
      </p:sp>
    </p:spTree>
    <p:extLst>
      <p:ext uri="{BB962C8B-B14F-4D97-AF65-F5344CB8AC3E}">
        <p14:creationId xmlns:p14="http://schemas.microsoft.com/office/powerpoint/2010/main" val="2334202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820C15D3-B81C-4F2B-8986-10836A0EAC97}" type="slidenum">
              <a:rPr lang="es-CO" smtClean="0"/>
              <a:t>26</a:t>
            </a:fld>
            <a:endParaRPr lang="es-CO"/>
          </a:p>
        </p:txBody>
      </p:sp>
    </p:spTree>
    <p:extLst>
      <p:ext uri="{BB962C8B-B14F-4D97-AF65-F5344CB8AC3E}">
        <p14:creationId xmlns:p14="http://schemas.microsoft.com/office/powerpoint/2010/main" val="735328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C6C6B00-988E-4DF5-829B-D7C065CCB68F}" type="datetimeFigureOut">
              <a:rPr lang="es-CO" smtClean="0"/>
              <a:t>21/04/2024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1001423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6C6B00-988E-4DF5-829B-D7C065CCB68F}" type="datetimeFigureOut">
              <a:rPr lang="es-CO" smtClean="0"/>
              <a:t>21/04/2024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4139934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C6C6B00-988E-4DF5-829B-D7C065CCB68F}" type="datetimeFigureOut">
              <a:rPr lang="es-CO" smtClean="0"/>
              <a:t>21/04/2024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3386893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C6C6B00-988E-4DF5-829B-D7C065CCB68F}" type="datetimeFigureOut">
              <a:rPr lang="es-CO" smtClean="0"/>
              <a:t>21/04/2024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338422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C6C6B00-988E-4DF5-829B-D7C065CCB68F}" type="datetimeFigureOut">
              <a:rPr lang="es-CO" smtClean="0"/>
              <a:t>21/04/2024</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3267638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C6C6B00-988E-4DF5-829B-D7C065CCB68F}" type="datetimeFigureOut">
              <a:rPr lang="es-CO" smtClean="0"/>
              <a:t>21/04/2024</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148287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6C6B00-988E-4DF5-829B-D7C065CCB68F}" type="datetimeFigureOut">
              <a:rPr lang="es-CO" smtClean="0"/>
              <a:t>21/04/2024</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1477056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6C6B00-988E-4DF5-829B-D7C065CCB68F}" type="datetimeFigureOut">
              <a:rPr lang="es-CO" smtClean="0"/>
              <a:t>21/04/2024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2482551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6C6B00-988E-4DF5-829B-D7C065CCB68F}" type="datetimeFigureOut">
              <a:rPr lang="es-CO" smtClean="0"/>
              <a:t>21/04/2024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2723142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6C6B00-988E-4DF5-829B-D7C065CCB68F}" type="datetimeFigureOut">
              <a:rPr lang="es-CO" smtClean="0"/>
              <a:t>21/04/2024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44998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6C6B00-988E-4DF5-829B-D7C065CCB68F}" type="datetimeFigureOut">
              <a:rPr lang="es-CO" smtClean="0"/>
              <a:t>21/04/2024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D77832B-202C-4971-8420-52340F5A434F}" type="slidenum">
              <a:rPr lang="es-CO" smtClean="0"/>
              <a:t>‹#›</a:t>
            </a:fld>
            <a:endParaRPr lang="es-CO"/>
          </a:p>
        </p:txBody>
      </p:sp>
    </p:spTree>
    <p:extLst>
      <p:ext uri="{BB962C8B-B14F-4D97-AF65-F5344CB8AC3E}">
        <p14:creationId xmlns:p14="http://schemas.microsoft.com/office/powerpoint/2010/main" val="2941502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6C6B00-988E-4DF5-829B-D7C065CCB68F}" type="datetimeFigureOut">
              <a:rPr lang="es-CO" smtClean="0"/>
              <a:t>21/04/2024</a:t>
            </a:fld>
            <a:endParaRPr lang="es-CO"/>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77832B-202C-4971-8420-52340F5A434F}" type="slidenum">
              <a:rPr lang="es-CO" smtClean="0"/>
              <a:t>‹#›</a:t>
            </a:fld>
            <a:endParaRPr lang="es-CO"/>
          </a:p>
        </p:txBody>
      </p:sp>
    </p:spTree>
    <p:extLst>
      <p:ext uri="{BB962C8B-B14F-4D97-AF65-F5344CB8AC3E}">
        <p14:creationId xmlns:p14="http://schemas.microsoft.com/office/powerpoint/2010/main" val="27959836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9.xml.rels><?xml version="1.0" encoding="UTF-8" standalone="yes"?>
<Relationships xmlns="http://schemas.openxmlformats.org/package/2006/relationships"><Relationship Id="rId3" Type="http://schemas.openxmlformats.org/officeDocument/2006/relationships/hyperlink" Target="https://bootcamp.uxdesign.cc/design-a-data-visualization-dashboard-25f04b182dd5" TargetMode="External"/><Relationship Id="rId2" Type="http://schemas.openxmlformats.org/officeDocument/2006/relationships/hyperlink" Target="https://dzone.com/articles/data-visualization-software?edition=675394"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hyperlink" Target="https://towardsdatascience.com/improve-your-analytics-projects-w-these-data-distributions-visualizations-7ba3821f2092" TargetMode="External"/><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watch?v=jbkSRLYSojo&amp;t=4s" TargetMode="External"/><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86D8D5-DEBD-602F-B52B-E221D2DF99AF}"/>
              </a:ext>
            </a:extLst>
          </p:cNvPr>
          <p:cNvPicPr>
            <a:picLocks noChangeAspect="1"/>
          </p:cNvPicPr>
          <p:nvPr/>
        </p:nvPicPr>
        <p:blipFill>
          <a:blip r:embed="rId2"/>
          <a:stretch>
            <a:fillRect/>
          </a:stretch>
        </p:blipFill>
        <p:spPr>
          <a:xfrm>
            <a:off x="327168" y="0"/>
            <a:ext cx="11537665" cy="6858000"/>
          </a:xfrm>
          <a:prstGeom prst="rect">
            <a:avLst/>
          </a:prstGeom>
        </p:spPr>
      </p:pic>
    </p:spTree>
    <p:extLst>
      <p:ext uri="{BB962C8B-B14F-4D97-AF65-F5344CB8AC3E}">
        <p14:creationId xmlns:p14="http://schemas.microsoft.com/office/powerpoint/2010/main" val="148335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F360025-2B1D-4190-9C7B-0C3000C14ADB}"/>
              </a:ext>
            </a:extLst>
          </p:cNvPr>
          <p:cNvSpPr>
            <a:spLocks noGrp="1"/>
          </p:cNvSpPr>
          <p:nvPr>
            <p:ph type="title"/>
          </p:nvPr>
        </p:nvSpPr>
        <p:spPr>
          <a:xfrm>
            <a:off x="742950" y="742951"/>
            <a:ext cx="3476625" cy="4962524"/>
          </a:xfrm>
        </p:spPr>
        <p:txBody>
          <a:bodyPr>
            <a:normAutofit/>
          </a:bodyPr>
          <a:lstStyle/>
          <a:p>
            <a:pPr algn="ctr"/>
            <a:r>
              <a:rPr lang="es-CO" sz="4800">
                <a:solidFill>
                  <a:srgbClr val="FFFFFF"/>
                </a:solidFill>
              </a:rPr>
              <a:t>Cross Industry Standard Process for Data Mining</a:t>
            </a:r>
          </a:p>
        </p:txBody>
      </p:sp>
      <p:pic>
        <p:nvPicPr>
          <p:cNvPr id="4" name="Imagen 3">
            <a:extLst>
              <a:ext uri="{FF2B5EF4-FFF2-40B4-BE49-F238E27FC236}">
                <a16:creationId xmlns:a16="http://schemas.microsoft.com/office/drawing/2014/main" id="{EFBB56FB-751B-4C06-9BD7-2B5316E08CD1}"/>
              </a:ext>
            </a:extLst>
          </p:cNvPr>
          <p:cNvPicPr>
            <a:picLocks noChangeAspect="1"/>
          </p:cNvPicPr>
          <p:nvPr/>
        </p:nvPicPr>
        <p:blipFill>
          <a:blip r:embed="rId2"/>
          <a:stretch>
            <a:fillRect/>
          </a:stretch>
        </p:blipFill>
        <p:spPr>
          <a:xfrm>
            <a:off x="5497548" y="492573"/>
            <a:ext cx="5866092" cy="5880796"/>
          </a:xfrm>
          <a:prstGeom prst="rect">
            <a:avLst/>
          </a:prstGeom>
        </p:spPr>
      </p:pic>
    </p:spTree>
    <p:extLst>
      <p:ext uri="{BB962C8B-B14F-4D97-AF65-F5344CB8AC3E}">
        <p14:creationId xmlns:p14="http://schemas.microsoft.com/office/powerpoint/2010/main" val="2964526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E4505C23-674B-4195-81D6-0C127FEAE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908"/>
            <a:ext cx="9161029" cy="1490093"/>
          </a:xfrm>
          <a:custGeom>
            <a:avLst/>
            <a:gdLst>
              <a:gd name="connsiteX0" fmla="*/ 0 w 9161029"/>
              <a:gd name="connsiteY0" fmla="*/ 0 h 1490093"/>
              <a:gd name="connsiteX1" fmla="*/ 2046494 w 9161029"/>
              <a:gd name="connsiteY1" fmla="*/ 0 h 1490093"/>
              <a:gd name="connsiteX2" fmla="*/ 2496613 w 9161029"/>
              <a:gd name="connsiteY2" fmla="*/ 0 h 1490093"/>
              <a:gd name="connsiteX3" fmla="*/ 3235839 w 9161029"/>
              <a:gd name="connsiteY3" fmla="*/ 0 h 1490093"/>
              <a:gd name="connsiteX4" fmla="*/ 9161029 w 9161029"/>
              <a:gd name="connsiteY4" fmla="*/ 0 h 1490093"/>
              <a:gd name="connsiteX5" fmla="*/ 8470921 w 9161029"/>
              <a:gd name="connsiteY5" fmla="*/ 1490093 h 1490093"/>
              <a:gd name="connsiteX6" fmla="*/ 0 w 9161029"/>
              <a:gd name="connsiteY6" fmla="*/ 1490093 h 149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1029" h="1490093">
                <a:moveTo>
                  <a:pt x="0" y="0"/>
                </a:moveTo>
                <a:lnTo>
                  <a:pt x="2046494" y="0"/>
                </a:lnTo>
                <a:lnTo>
                  <a:pt x="2496613" y="0"/>
                </a:lnTo>
                <a:lnTo>
                  <a:pt x="3235839" y="0"/>
                </a:lnTo>
                <a:lnTo>
                  <a:pt x="9161029" y="0"/>
                </a:lnTo>
                <a:lnTo>
                  <a:pt x="8470921" y="1490093"/>
                </a:lnTo>
                <a:lnTo>
                  <a:pt x="0" y="1490093"/>
                </a:lnTo>
                <a:close/>
              </a:path>
            </a:pathLst>
          </a:cu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EE4266-2285-4114-8560-D202C6999AF3}"/>
              </a:ext>
            </a:extLst>
          </p:cNvPr>
          <p:cNvSpPr>
            <a:spLocks noGrp="1"/>
          </p:cNvSpPr>
          <p:nvPr>
            <p:ph type="title"/>
          </p:nvPr>
        </p:nvSpPr>
        <p:spPr>
          <a:xfrm>
            <a:off x="838200" y="5529884"/>
            <a:ext cx="7719381" cy="1096331"/>
          </a:xfrm>
        </p:spPr>
        <p:txBody>
          <a:bodyPr>
            <a:normAutofit/>
          </a:bodyPr>
          <a:lstStyle/>
          <a:p>
            <a:r>
              <a:rPr lang="es-CO"/>
              <a:t>Etapas del Análisis de Datos</a:t>
            </a:r>
          </a:p>
        </p:txBody>
      </p:sp>
      <p:sp>
        <p:nvSpPr>
          <p:cNvPr id="11" name="Freeform: Shape 10">
            <a:extLst>
              <a:ext uri="{FF2B5EF4-FFF2-40B4-BE49-F238E27FC236}">
                <a16:creationId xmlns:a16="http://schemas.microsoft.com/office/drawing/2014/main" id="{65C9B8F0-FF66-4C15-BD05-E86B87331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3037" y="5367908"/>
            <a:ext cx="3428963" cy="1490093"/>
          </a:xfrm>
          <a:custGeom>
            <a:avLst/>
            <a:gdLst>
              <a:gd name="connsiteX0" fmla="*/ 690108 w 3428963"/>
              <a:gd name="connsiteY0" fmla="*/ 0 h 1490093"/>
              <a:gd name="connsiteX1" fmla="*/ 3428963 w 3428963"/>
              <a:gd name="connsiteY1" fmla="*/ 0 h 1490093"/>
              <a:gd name="connsiteX2" fmla="*/ 3428963 w 3428963"/>
              <a:gd name="connsiteY2" fmla="*/ 1490093 h 1490093"/>
              <a:gd name="connsiteX3" fmla="*/ 0 w 3428963"/>
              <a:gd name="connsiteY3" fmla="*/ 1490093 h 1490093"/>
            </a:gdLst>
            <a:ahLst/>
            <a:cxnLst>
              <a:cxn ang="0">
                <a:pos x="connsiteX0" y="connsiteY0"/>
              </a:cxn>
              <a:cxn ang="0">
                <a:pos x="connsiteX1" y="connsiteY1"/>
              </a:cxn>
              <a:cxn ang="0">
                <a:pos x="connsiteX2" y="connsiteY2"/>
              </a:cxn>
              <a:cxn ang="0">
                <a:pos x="connsiteX3" y="connsiteY3"/>
              </a:cxn>
            </a:cxnLst>
            <a:rect l="l" t="t" r="r" b="b"/>
            <a:pathLst>
              <a:path w="3428963" h="1490093">
                <a:moveTo>
                  <a:pt x="690108" y="0"/>
                </a:moveTo>
                <a:lnTo>
                  <a:pt x="3428963" y="0"/>
                </a:lnTo>
                <a:lnTo>
                  <a:pt x="3428963" y="1490093"/>
                </a:lnTo>
                <a:lnTo>
                  <a:pt x="0" y="1490093"/>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Content Placeholder 3">
            <a:extLst>
              <a:ext uri="{FF2B5EF4-FFF2-40B4-BE49-F238E27FC236}">
                <a16:creationId xmlns:a16="http://schemas.microsoft.com/office/drawing/2014/main" id="{DEC25392-0F34-42C7-A033-64FD6E9BC4BA}"/>
              </a:ext>
            </a:extLst>
          </p:cNvPr>
          <p:cNvGraphicFramePr>
            <a:graphicFrameLocks noGrp="1"/>
          </p:cNvGraphicFramePr>
          <p:nvPr>
            <p:ph idx="1"/>
            <p:extLst>
              <p:ext uri="{D42A27DB-BD31-4B8C-83A1-F6EECF244321}">
                <p14:modId xmlns:p14="http://schemas.microsoft.com/office/powerpoint/2010/main" val="2201263321"/>
              </p:ext>
            </p:extLst>
          </p:nvPr>
        </p:nvGraphicFramePr>
        <p:xfrm>
          <a:off x="233680" y="365760"/>
          <a:ext cx="11673840" cy="43586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Arrow: Left 18">
            <a:extLst>
              <a:ext uri="{FF2B5EF4-FFF2-40B4-BE49-F238E27FC236}">
                <a16:creationId xmlns:a16="http://schemas.microsoft.com/office/drawing/2014/main" id="{57341D80-AE32-4EA3-BDF6-6CE09EF7F0E4}"/>
              </a:ext>
            </a:extLst>
          </p:cNvPr>
          <p:cNvSpPr/>
          <p:nvPr/>
        </p:nvSpPr>
        <p:spPr>
          <a:xfrm>
            <a:off x="2847975" y="2545100"/>
            <a:ext cx="466725" cy="209549"/>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a:p>
        </p:txBody>
      </p:sp>
      <p:sp>
        <p:nvSpPr>
          <p:cNvPr id="20" name="Arrow: Left 19">
            <a:extLst>
              <a:ext uri="{FF2B5EF4-FFF2-40B4-BE49-F238E27FC236}">
                <a16:creationId xmlns:a16="http://schemas.microsoft.com/office/drawing/2014/main" id="{189E2EA7-9AF7-4D83-9AA5-BF3A743AE8F2}"/>
              </a:ext>
            </a:extLst>
          </p:cNvPr>
          <p:cNvSpPr/>
          <p:nvPr/>
        </p:nvSpPr>
        <p:spPr>
          <a:xfrm>
            <a:off x="6003925" y="2545100"/>
            <a:ext cx="466725" cy="209549"/>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a:p>
        </p:txBody>
      </p:sp>
      <p:sp>
        <p:nvSpPr>
          <p:cNvPr id="21" name="Arrow: Left 20">
            <a:extLst>
              <a:ext uri="{FF2B5EF4-FFF2-40B4-BE49-F238E27FC236}">
                <a16:creationId xmlns:a16="http://schemas.microsoft.com/office/drawing/2014/main" id="{87C61D3D-6BBF-41BA-8DFD-AE4F0EED9DB8}"/>
              </a:ext>
            </a:extLst>
          </p:cNvPr>
          <p:cNvSpPr/>
          <p:nvPr/>
        </p:nvSpPr>
        <p:spPr>
          <a:xfrm>
            <a:off x="8763037" y="2545100"/>
            <a:ext cx="611857" cy="209549"/>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a:p>
        </p:txBody>
      </p:sp>
    </p:spTree>
    <p:extLst>
      <p:ext uri="{BB962C8B-B14F-4D97-AF65-F5344CB8AC3E}">
        <p14:creationId xmlns:p14="http://schemas.microsoft.com/office/powerpoint/2010/main" val="3352603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02DD2BC0-6F29-4B4F-8D61-2DCF6D2E8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AEF4A3D-5134-4F6B-AF19-63BCFF2FDFF7}"/>
              </a:ext>
            </a:extLst>
          </p:cNvPr>
          <p:cNvSpPr>
            <a:spLocks noGrp="1"/>
          </p:cNvSpPr>
          <p:nvPr>
            <p:ph type="title"/>
          </p:nvPr>
        </p:nvSpPr>
        <p:spPr>
          <a:xfrm>
            <a:off x="1179226" y="826680"/>
            <a:ext cx="9833548" cy="1325563"/>
          </a:xfrm>
        </p:spPr>
        <p:txBody>
          <a:bodyPr>
            <a:normAutofit/>
          </a:bodyPr>
          <a:lstStyle/>
          <a:p>
            <a:pPr algn="ctr"/>
            <a:r>
              <a:rPr lang="es-CO" sz="4000">
                <a:solidFill>
                  <a:srgbClr val="FFFFFF"/>
                </a:solidFill>
              </a:rPr>
              <a:t>Preparar los Datos para el análisis</a:t>
            </a:r>
          </a:p>
        </p:txBody>
      </p:sp>
      <p:graphicFrame>
        <p:nvGraphicFramePr>
          <p:cNvPr id="5" name="Content Placeholder 2">
            <a:extLst>
              <a:ext uri="{FF2B5EF4-FFF2-40B4-BE49-F238E27FC236}">
                <a16:creationId xmlns:a16="http://schemas.microsoft.com/office/drawing/2014/main" id="{D712D059-1D82-4344-9FE6-98B766D73308}"/>
              </a:ext>
            </a:extLst>
          </p:cNvPr>
          <p:cNvGraphicFramePr>
            <a:graphicFrameLocks noGrp="1"/>
          </p:cNvGraphicFramePr>
          <p:nvPr>
            <p:ph idx="1"/>
            <p:extLst>
              <p:ext uri="{D42A27DB-BD31-4B8C-83A1-F6EECF244321}">
                <p14:modId xmlns:p14="http://schemas.microsoft.com/office/powerpoint/2010/main" val="2122641438"/>
              </p:ext>
            </p:extLst>
          </p:nvPr>
        </p:nvGraphicFramePr>
        <p:xfrm>
          <a:off x="1036320" y="2899956"/>
          <a:ext cx="10119360" cy="31313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98642656-13E1-4BF6-916B-04ABA89B2ABD}"/>
              </a:ext>
            </a:extLst>
          </p:cNvPr>
          <p:cNvSpPr txBox="1"/>
          <p:nvPr/>
        </p:nvSpPr>
        <p:spPr>
          <a:xfrm>
            <a:off x="6674912" y="6488668"/>
            <a:ext cx="5517088" cy="369332"/>
          </a:xfrm>
          <a:prstGeom prst="rect">
            <a:avLst/>
          </a:prstGeom>
          <a:noFill/>
        </p:spPr>
        <p:txBody>
          <a:bodyPr wrap="none" rtlCol="0">
            <a:spAutoFit/>
          </a:bodyPr>
          <a:lstStyle/>
          <a:p>
            <a:r>
              <a:rPr lang="es-CO"/>
              <a:t>Nota: leer el articulo de Data </a:t>
            </a:r>
            <a:r>
              <a:rPr lang="es-CO" err="1"/>
              <a:t>Wrangling</a:t>
            </a:r>
            <a:r>
              <a:rPr lang="es-CO"/>
              <a:t> del curso del BID</a:t>
            </a:r>
          </a:p>
        </p:txBody>
      </p:sp>
    </p:spTree>
    <p:extLst>
      <p:ext uri="{BB962C8B-B14F-4D97-AF65-F5344CB8AC3E}">
        <p14:creationId xmlns:p14="http://schemas.microsoft.com/office/powerpoint/2010/main" val="2333086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B45A142-4255-493C-8284-5D566C121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7"/>
            <a:ext cx="4332307" cy="6179552"/>
          </a:xfrm>
          <a:prstGeom prst="rect">
            <a:avLst/>
          </a:prstGeom>
          <a:solidFill>
            <a:srgbClr val="404040">
              <a:alpha val="89804"/>
            </a:srgbClr>
          </a:solidFill>
          <a:ln w="127000" cap="sq" cmpd="thinThick">
            <a:solidFill>
              <a:srgbClr val="595959">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ítulo 4">
            <a:extLst>
              <a:ext uri="{FF2B5EF4-FFF2-40B4-BE49-F238E27FC236}">
                <a16:creationId xmlns:a16="http://schemas.microsoft.com/office/drawing/2014/main" id="{791175B4-CC0F-4E90-950D-F243D31D6B8B}"/>
              </a:ext>
            </a:extLst>
          </p:cNvPr>
          <p:cNvSpPr>
            <a:spLocks noGrp="1"/>
          </p:cNvSpPr>
          <p:nvPr>
            <p:ph type="title"/>
          </p:nvPr>
        </p:nvSpPr>
        <p:spPr>
          <a:xfrm>
            <a:off x="674237" y="914400"/>
            <a:ext cx="3657600" cy="2887579"/>
          </a:xfrm>
        </p:spPr>
        <p:txBody>
          <a:bodyPr vert="horz" lIns="91440" tIns="45720" rIns="91440" bIns="45720" rtlCol="0" anchor="b">
            <a:normAutofit/>
          </a:bodyPr>
          <a:lstStyle/>
          <a:p>
            <a:pPr algn="ctr"/>
            <a:r>
              <a:rPr lang="en-US" sz="4800" kern="1200">
                <a:solidFill>
                  <a:srgbClr val="FFFFFF"/>
                </a:solidFill>
                <a:latin typeface="+mj-lt"/>
                <a:ea typeface="+mj-ea"/>
                <a:cs typeface="+mj-cs"/>
              </a:rPr>
              <a:t>Tiempo empleado en las diferentes tareas</a:t>
            </a:r>
          </a:p>
        </p:txBody>
      </p:sp>
      <p:cxnSp>
        <p:nvCxnSpPr>
          <p:cNvPr id="12" name="Straight Connector 11">
            <a:extLst>
              <a:ext uri="{FF2B5EF4-FFF2-40B4-BE49-F238E27FC236}">
                <a16:creationId xmlns:a16="http://schemas.microsoft.com/office/drawing/2014/main" id="{38FB9660-F42F-4313-BBC4-47C007FE48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1126" y="3910267"/>
            <a:ext cx="258679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2" name="Imagen 1">
            <a:extLst>
              <a:ext uri="{FF2B5EF4-FFF2-40B4-BE49-F238E27FC236}">
                <a16:creationId xmlns:a16="http://schemas.microsoft.com/office/drawing/2014/main" id="{A323907F-A44C-401E-8E41-391EC0A9801F}"/>
              </a:ext>
            </a:extLst>
          </p:cNvPr>
          <p:cNvPicPr>
            <a:picLocks noChangeAspect="1"/>
          </p:cNvPicPr>
          <p:nvPr/>
        </p:nvPicPr>
        <p:blipFill>
          <a:blip r:embed="rId2"/>
          <a:stretch>
            <a:fillRect/>
          </a:stretch>
        </p:blipFill>
        <p:spPr>
          <a:xfrm>
            <a:off x="5523433" y="490537"/>
            <a:ext cx="5819775" cy="5876925"/>
          </a:xfrm>
          <a:prstGeom prst="rect">
            <a:avLst/>
          </a:prstGeom>
        </p:spPr>
      </p:pic>
    </p:spTree>
    <p:extLst>
      <p:ext uri="{BB962C8B-B14F-4D97-AF65-F5344CB8AC3E}">
        <p14:creationId xmlns:p14="http://schemas.microsoft.com/office/powerpoint/2010/main" val="1287066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F4A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n 2">
            <a:extLst>
              <a:ext uri="{FF2B5EF4-FFF2-40B4-BE49-F238E27FC236}">
                <a16:creationId xmlns:a16="http://schemas.microsoft.com/office/drawing/2014/main" id="{0530C5C6-325F-42A9-B807-17DC58BA76E8}"/>
              </a:ext>
            </a:extLst>
          </p:cNvPr>
          <p:cNvPicPr>
            <a:picLocks noChangeAspect="1"/>
          </p:cNvPicPr>
          <p:nvPr/>
        </p:nvPicPr>
        <p:blipFill>
          <a:blip r:embed="rId2"/>
          <a:stretch>
            <a:fillRect/>
          </a:stretch>
        </p:blipFill>
        <p:spPr>
          <a:xfrm>
            <a:off x="643467" y="1602401"/>
            <a:ext cx="10905066" cy="3653197"/>
          </a:xfrm>
          <a:prstGeom prst="rect">
            <a:avLst/>
          </a:prstGeom>
        </p:spPr>
      </p:pic>
    </p:spTree>
    <p:extLst>
      <p:ext uri="{BB962C8B-B14F-4D97-AF65-F5344CB8AC3E}">
        <p14:creationId xmlns:p14="http://schemas.microsoft.com/office/powerpoint/2010/main" val="273444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E24DC8-C861-4C48-BBD3-A259A489BE1E}"/>
              </a:ext>
            </a:extLst>
          </p:cNvPr>
          <p:cNvSpPr>
            <a:spLocks noGrp="1"/>
          </p:cNvSpPr>
          <p:nvPr>
            <p:ph type="title"/>
          </p:nvPr>
        </p:nvSpPr>
        <p:spPr>
          <a:xfrm>
            <a:off x="1074783" y="134405"/>
            <a:ext cx="7474172" cy="1325563"/>
          </a:xfrm>
        </p:spPr>
        <p:txBody>
          <a:bodyPr>
            <a:normAutofit/>
          </a:bodyPr>
          <a:lstStyle/>
          <a:p>
            <a:r>
              <a:rPr lang="es-CO"/>
              <a:t>Tipos de errores en los datos</a:t>
            </a:r>
          </a:p>
        </p:txBody>
      </p:sp>
      <p:sp>
        <p:nvSpPr>
          <p:cNvPr id="3" name="Marcador de contenido 2">
            <a:extLst>
              <a:ext uri="{FF2B5EF4-FFF2-40B4-BE49-F238E27FC236}">
                <a16:creationId xmlns:a16="http://schemas.microsoft.com/office/drawing/2014/main" id="{DC667E33-7369-42ED-8003-35E5DB8CC692}"/>
              </a:ext>
            </a:extLst>
          </p:cNvPr>
          <p:cNvSpPr>
            <a:spLocks noGrp="1"/>
          </p:cNvSpPr>
          <p:nvPr>
            <p:ph idx="1"/>
          </p:nvPr>
        </p:nvSpPr>
        <p:spPr>
          <a:xfrm>
            <a:off x="297951" y="1674688"/>
            <a:ext cx="8743307" cy="4828853"/>
          </a:xfrm>
        </p:spPr>
        <p:txBody>
          <a:bodyPr anchor="ctr">
            <a:normAutofit/>
          </a:bodyPr>
          <a:lstStyle/>
          <a:p>
            <a:r>
              <a:rPr lang="es-CO" sz="2400" b="1"/>
              <a:t>Valores atípicos: </a:t>
            </a:r>
            <a:r>
              <a:rPr lang="es-CO" sz="2400"/>
              <a:t>los valores atípicos son los números en una columna que están fuera de rango. De hecho, un valor atípico se encuentra fuera de la mayoría de los otros valores en un conjunto de datos (glóbulos rojos en la figura).</a:t>
            </a:r>
          </a:p>
          <a:p>
            <a:r>
              <a:rPr lang="es-CO" sz="2400" b="1"/>
              <a:t>Duplicados:</a:t>
            </a:r>
            <a:r>
              <a:rPr lang="es-CO" sz="2400"/>
              <a:t> un conjunto de datos puede contener filas o registros repetitivos (filas moradas en la figura).</a:t>
            </a:r>
          </a:p>
          <a:p>
            <a:r>
              <a:rPr lang="es-CO" sz="2400" b="1"/>
              <a:t>Valores perdidos: </a:t>
            </a:r>
            <a:r>
              <a:rPr lang="es-CO" sz="2400"/>
              <a:t>podríamos perder datos como resultado de un error humano o información faltante (celdas naranjas en la figura).</a:t>
            </a:r>
          </a:p>
          <a:p>
            <a:r>
              <a:rPr lang="es-CO" sz="2400" b="1"/>
              <a:t>Carácter incorrecto o valores NULL: </a:t>
            </a:r>
            <a:r>
              <a:rPr lang="es-CO" sz="2400"/>
              <a:t>algunos valores pueden contener caracteres incorrectos como ₮ o valores NULL . A veces, los datos nulos se pueden especificar con diferentes valores como N / A o NA o NAN (celdas claras u oscuras en la figura).</a:t>
            </a: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779AF13D-CDF9-4CB2-AC62-B208B4AF90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3190320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F44AEF2-A40C-461C-A3D5-32DABC5692AD}"/>
              </a:ext>
            </a:extLst>
          </p:cNvPr>
          <p:cNvSpPr>
            <a:spLocks noGrp="1"/>
          </p:cNvSpPr>
          <p:nvPr>
            <p:ph type="title"/>
          </p:nvPr>
        </p:nvSpPr>
        <p:spPr>
          <a:xfrm>
            <a:off x="863029" y="1012004"/>
            <a:ext cx="3416158" cy="4795408"/>
          </a:xfrm>
        </p:spPr>
        <p:txBody>
          <a:bodyPr>
            <a:normAutofit/>
          </a:bodyPr>
          <a:lstStyle/>
          <a:p>
            <a:r>
              <a:rPr lang="es-CO">
                <a:solidFill>
                  <a:srgbClr val="FFFFFF"/>
                </a:solidFill>
              </a:rPr>
              <a:t>El arte de preparar sus datos</a:t>
            </a:r>
          </a:p>
        </p:txBody>
      </p:sp>
      <p:graphicFrame>
        <p:nvGraphicFramePr>
          <p:cNvPr id="5" name="Content Placeholder 2">
            <a:extLst>
              <a:ext uri="{FF2B5EF4-FFF2-40B4-BE49-F238E27FC236}">
                <a16:creationId xmlns:a16="http://schemas.microsoft.com/office/drawing/2014/main" id="{4D5D7B2B-2E53-4F72-BD79-3718A88A4E0B}"/>
              </a:ext>
            </a:extLst>
          </p:cNvPr>
          <p:cNvGraphicFramePr>
            <a:graphicFrameLocks noGrp="1"/>
          </p:cNvGraphicFramePr>
          <p:nvPr>
            <p:ph idx="1"/>
            <p:extLst>
              <p:ext uri="{D42A27DB-BD31-4B8C-83A1-F6EECF244321}">
                <p14:modId xmlns:p14="http://schemas.microsoft.com/office/powerpoint/2010/main" val="3284898857"/>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7005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B336162-B533-4EFE-8BB3-8EBB4A5E32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314384" cy="6858000"/>
          </a:xfrm>
          <a:prstGeom prst="rect">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5690CC-A78C-4839-BCD3-CA7E969AC3C6}"/>
              </a:ext>
            </a:extLst>
          </p:cNvPr>
          <p:cNvSpPr>
            <a:spLocks noGrp="1"/>
          </p:cNvSpPr>
          <p:nvPr>
            <p:ph type="title"/>
          </p:nvPr>
        </p:nvSpPr>
        <p:spPr>
          <a:xfrm>
            <a:off x="829781" y="2745736"/>
            <a:ext cx="3698803" cy="1366528"/>
          </a:xfrm>
          <a:solidFill>
            <a:srgbClr val="FFFFFF"/>
          </a:solidFill>
          <a:ln w="25400" cap="sq">
            <a:solidFill>
              <a:srgbClr val="404040"/>
            </a:solidFill>
            <a:miter lim="800000"/>
          </a:ln>
        </p:spPr>
        <p:txBody>
          <a:bodyPr>
            <a:normAutofit/>
          </a:bodyPr>
          <a:lstStyle/>
          <a:p>
            <a:pPr algn="ctr"/>
            <a:r>
              <a:rPr lang="es-CO" sz="3000">
                <a:solidFill>
                  <a:srgbClr val="262626"/>
                </a:solidFill>
              </a:rPr>
              <a:t>6 formas diferentes de compensar los valores faltantes</a:t>
            </a:r>
          </a:p>
        </p:txBody>
      </p:sp>
      <p:sp>
        <p:nvSpPr>
          <p:cNvPr id="3" name="Content Placeholder 2">
            <a:extLst>
              <a:ext uri="{FF2B5EF4-FFF2-40B4-BE49-F238E27FC236}">
                <a16:creationId xmlns:a16="http://schemas.microsoft.com/office/drawing/2014/main" id="{1C749C98-BC61-46E2-9E05-41255883B950}"/>
              </a:ext>
            </a:extLst>
          </p:cNvPr>
          <p:cNvSpPr>
            <a:spLocks noGrp="1"/>
          </p:cNvSpPr>
          <p:nvPr>
            <p:ph idx="1"/>
          </p:nvPr>
        </p:nvSpPr>
        <p:spPr>
          <a:xfrm>
            <a:off x="5628640" y="121920"/>
            <a:ext cx="6217920" cy="6543040"/>
          </a:xfrm>
        </p:spPr>
        <p:txBody>
          <a:bodyPr anchor="ctr">
            <a:normAutofit/>
          </a:bodyPr>
          <a:lstStyle/>
          <a:p>
            <a:r>
              <a:rPr lang="es-CO" sz="2000"/>
              <a:t>No hacer nada</a:t>
            </a:r>
          </a:p>
          <a:p>
            <a:pPr lvl="1"/>
            <a:r>
              <a:rPr lang="es-CO" sz="2000"/>
              <a:t>Dejar que las técnicas manejen los datos faltantes</a:t>
            </a:r>
            <a:endParaRPr lang="es-CO" sz="2000">
              <a:ea typeface="Calibri"/>
              <a:cs typeface="Calibri"/>
            </a:endParaRPr>
          </a:p>
          <a:p>
            <a:r>
              <a:rPr lang="es-CO" sz="2000"/>
              <a:t>Imputación usando valores (media / mediana)</a:t>
            </a:r>
            <a:endParaRPr lang="es-CO" sz="2000">
              <a:ea typeface="Calibri"/>
              <a:cs typeface="Calibri"/>
            </a:endParaRPr>
          </a:p>
          <a:p>
            <a:pPr lvl="1"/>
            <a:r>
              <a:rPr lang="es-CO" sz="2000"/>
              <a:t>Solo se puede utilizar con datos numéricos</a:t>
            </a:r>
            <a:endParaRPr lang="es-CO" sz="2000">
              <a:ea typeface="Calibri"/>
              <a:cs typeface="Calibri"/>
            </a:endParaRPr>
          </a:p>
          <a:p>
            <a:r>
              <a:rPr lang="es-CO" sz="2000"/>
              <a:t>Imputación usando los valores (más frecuentes) o (cero / constante)</a:t>
            </a:r>
            <a:endParaRPr lang="es-CO" sz="2000">
              <a:ea typeface="Calibri"/>
              <a:cs typeface="Calibri"/>
            </a:endParaRPr>
          </a:p>
          <a:p>
            <a:pPr lvl="1"/>
            <a:r>
              <a:rPr lang="es-CO" sz="2000"/>
              <a:t>Solo se puede utilizar con datos categóricos</a:t>
            </a:r>
            <a:endParaRPr lang="es-CO" sz="2000">
              <a:ea typeface="Calibri"/>
              <a:cs typeface="Calibri"/>
            </a:endParaRPr>
          </a:p>
          <a:p>
            <a:r>
              <a:rPr lang="es-CO" sz="2000"/>
              <a:t>Imputación utilizando alguna técnica de predicción, dependiendo del tipo de variable. Por ejemplo, técnicas sencillas como: k-</a:t>
            </a:r>
            <a:r>
              <a:rPr lang="es-CO" sz="2000" err="1"/>
              <a:t>nn</a:t>
            </a:r>
            <a:r>
              <a:rPr lang="es-CO" sz="2000"/>
              <a:t> o </a:t>
            </a:r>
            <a:r>
              <a:rPr lang="es-CO" sz="2000" err="1"/>
              <a:t>Naive</a:t>
            </a:r>
            <a:endParaRPr lang="es-CO" sz="2000"/>
          </a:p>
          <a:p>
            <a:r>
              <a:rPr lang="es-CO" sz="2000"/>
              <a:t>Imputación usando la imputación multivariable por ecuación encadenada (MICE)</a:t>
            </a:r>
            <a:endParaRPr lang="es-CO" sz="2000">
              <a:ea typeface="Calibri" panose="020F0502020204030204"/>
              <a:cs typeface="Calibri" panose="020F0502020204030204"/>
            </a:endParaRPr>
          </a:p>
          <a:p>
            <a:pPr lvl="1"/>
            <a:r>
              <a:rPr lang="es-CO" sz="2000"/>
              <a:t>Este tipo de imputación funciona al completar los datos faltantes varias veces</a:t>
            </a:r>
            <a:endParaRPr lang="es-CO" sz="2000">
              <a:ea typeface="Calibri" panose="020F0502020204030204"/>
              <a:cs typeface="Calibri" panose="020F0502020204030204"/>
            </a:endParaRPr>
          </a:p>
          <a:p>
            <a:r>
              <a:rPr lang="es-CO" sz="2000"/>
              <a:t>Imputación utilizando Deep </a:t>
            </a:r>
            <a:r>
              <a:rPr lang="es-CO" sz="2000" err="1"/>
              <a:t>Learning</a:t>
            </a:r>
            <a:r>
              <a:rPr lang="es-CO" sz="2000"/>
              <a:t> ( </a:t>
            </a:r>
            <a:r>
              <a:rPr lang="es-CO" sz="2000" err="1"/>
              <a:t>Datawig</a:t>
            </a:r>
            <a:r>
              <a:rPr lang="es-CO" sz="2000"/>
              <a:t> )</a:t>
            </a:r>
            <a:endParaRPr lang="es-CO" sz="2000">
              <a:ea typeface="Calibri"/>
              <a:cs typeface="Calibri"/>
            </a:endParaRPr>
          </a:p>
          <a:p>
            <a:pPr lvl="1"/>
            <a:endParaRPr lang="es-CO" sz="1900"/>
          </a:p>
        </p:txBody>
      </p:sp>
    </p:spTree>
    <p:extLst>
      <p:ext uri="{BB962C8B-B14F-4D97-AF65-F5344CB8AC3E}">
        <p14:creationId xmlns:p14="http://schemas.microsoft.com/office/powerpoint/2010/main" val="1472918529"/>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E4505C23-674B-4195-81D6-0C127FEAE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908"/>
            <a:ext cx="9161029" cy="1490093"/>
          </a:xfrm>
          <a:custGeom>
            <a:avLst/>
            <a:gdLst>
              <a:gd name="connsiteX0" fmla="*/ 0 w 9161029"/>
              <a:gd name="connsiteY0" fmla="*/ 0 h 1490093"/>
              <a:gd name="connsiteX1" fmla="*/ 2046494 w 9161029"/>
              <a:gd name="connsiteY1" fmla="*/ 0 h 1490093"/>
              <a:gd name="connsiteX2" fmla="*/ 2496613 w 9161029"/>
              <a:gd name="connsiteY2" fmla="*/ 0 h 1490093"/>
              <a:gd name="connsiteX3" fmla="*/ 3235839 w 9161029"/>
              <a:gd name="connsiteY3" fmla="*/ 0 h 1490093"/>
              <a:gd name="connsiteX4" fmla="*/ 9161029 w 9161029"/>
              <a:gd name="connsiteY4" fmla="*/ 0 h 1490093"/>
              <a:gd name="connsiteX5" fmla="*/ 8470921 w 9161029"/>
              <a:gd name="connsiteY5" fmla="*/ 1490093 h 1490093"/>
              <a:gd name="connsiteX6" fmla="*/ 0 w 9161029"/>
              <a:gd name="connsiteY6" fmla="*/ 1490093 h 149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1029" h="1490093">
                <a:moveTo>
                  <a:pt x="0" y="0"/>
                </a:moveTo>
                <a:lnTo>
                  <a:pt x="2046494" y="0"/>
                </a:lnTo>
                <a:lnTo>
                  <a:pt x="2496613" y="0"/>
                </a:lnTo>
                <a:lnTo>
                  <a:pt x="3235839" y="0"/>
                </a:lnTo>
                <a:lnTo>
                  <a:pt x="9161029" y="0"/>
                </a:lnTo>
                <a:lnTo>
                  <a:pt x="8470921" y="1490093"/>
                </a:lnTo>
                <a:lnTo>
                  <a:pt x="0" y="1490093"/>
                </a:lnTo>
                <a:close/>
              </a:path>
            </a:pathLst>
          </a:cu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EE4266-2285-4114-8560-D202C6999AF3}"/>
              </a:ext>
            </a:extLst>
          </p:cNvPr>
          <p:cNvSpPr>
            <a:spLocks noGrp="1"/>
          </p:cNvSpPr>
          <p:nvPr>
            <p:ph type="title"/>
          </p:nvPr>
        </p:nvSpPr>
        <p:spPr>
          <a:xfrm>
            <a:off x="838200" y="5529884"/>
            <a:ext cx="7719381" cy="1096331"/>
          </a:xfrm>
        </p:spPr>
        <p:txBody>
          <a:bodyPr>
            <a:normAutofit/>
          </a:bodyPr>
          <a:lstStyle/>
          <a:p>
            <a:r>
              <a:rPr lang="es-CO"/>
              <a:t>Etapas del Análisis de Datos</a:t>
            </a:r>
          </a:p>
        </p:txBody>
      </p:sp>
      <p:sp>
        <p:nvSpPr>
          <p:cNvPr id="11" name="Freeform: Shape 10">
            <a:extLst>
              <a:ext uri="{FF2B5EF4-FFF2-40B4-BE49-F238E27FC236}">
                <a16:creationId xmlns:a16="http://schemas.microsoft.com/office/drawing/2014/main" id="{65C9B8F0-FF66-4C15-BD05-E86B87331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3037" y="5367908"/>
            <a:ext cx="3428963" cy="1490093"/>
          </a:xfrm>
          <a:custGeom>
            <a:avLst/>
            <a:gdLst>
              <a:gd name="connsiteX0" fmla="*/ 690108 w 3428963"/>
              <a:gd name="connsiteY0" fmla="*/ 0 h 1490093"/>
              <a:gd name="connsiteX1" fmla="*/ 3428963 w 3428963"/>
              <a:gd name="connsiteY1" fmla="*/ 0 h 1490093"/>
              <a:gd name="connsiteX2" fmla="*/ 3428963 w 3428963"/>
              <a:gd name="connsiteY2" fmla="*/ 1490093 h 1490093"/>
              <a:gd name="connsiteX3" fmla="*/ 0 w 3428963"/>
              <a:gd name="connsiteY3" fmla="*/ 1490093 h 1490093"/>
            </a:gdLst>
            <a:ahLst/>
            <a:cxnLst>
              <a:cxn ang="0">
                <a:pos x="connsiteX0" y="connsiteY0"/>
              </a:cxn>
              <a:cxn ang="0">
                <a:pos x="connsiteX1" y="connsiteY1"/>
              </a:cxn>
              <a:cxn ang="0">
                <a:pos x="connsiteX2" y="connsiteY2"/>
              </a:cxn>
              <a:cxn ang="0">
                <a:pos x="connsiteX3" y="connsiteY3"/>
              </a:cxn>
            </a:cxnLst>
            <a:rect l="l" t="t" r="r" b="b"/>
            <a:pathLst>
              <a:path w="3428963" h="1490093">
                <a:moveTo>
                  <a:pt x="690108" y="0"/>
                </a:moveTo>
                <a:lnTo>
                  <a:pt x="3428963" y="0"/>
                </a:lnTo>
                <a:lnTo>
                  <a:pt x="3428963" y="1490093"/>
                </a:lnTo>
                <a:lnTo>
                  <a:pt x="0" y="1490093"/>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Content Placeholder 3">
            <a:extLst>
              <a:ext uri="{FF2B5EF4-FFF2-40B4-BE49-F238E27FC236}">
                <a16:creationId xmlns:a16="http://schemas.microsoft.com/office/drawing/2014/main" id="{DEC25392-0F34-42C7-A033-64FD6E9BC4BA}"/>
              </a:ext>
            </a:extLst>
          </p:cNvPr>
          <p:cNvGraphicFramePr>
            <a:graphicFrameLocks noGrp="1"/>
          </p:cNvGraphicFramePr>
          <p:nvPr>
            <p:ph idx="1"/>
          </p:nvPr>
        </p:nvGraphicFramePr>
        <p:xfrm>
          <a:off x="233680" y="365760"/>
          <a:ext cx="11673840" cy="43586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Arrow: Left 18">
            <a:extLst>
              <a:ext uri="{FF2B5EF4-FFF2-40B4-BE49-F238E27FC236}">
                <a16:creationId xmlns:a16="http://schemas.microsoft.com/office/drawing/2014/main" id="{57341D80-AE32-4EA3-BDF6-6CE09EF7F0E4}"/>
              </a:ext>
            </a:extLst>
          </p:cNvPr>
          <p:cNvSpPr/>
          <p:nvPr/>
        </p:nvSpPr>
        <p:spPr>
          <a:xfrm>
            <a:off x="2847975" y="2545100"/>
            <a:ext cx="466725" cy="209549"/>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a:p>
        </p:txBody>
      </p:sp>
      <p:sp>
        <p:nvSpPr>
          <p:cNvPr id="20" name="Arrow: Left 19">
            <a:extLst>
              <a:ext uri="{FF2B5EF4-FFF2-40B4-BE49-F238E27FC236}">
                <a16:creationId xmlns:a16="http://schemas.microsoft.com/office/drawing/2014/main" id="{189E2EA7-9AF7-4D83-9AA5-BF3A743AE8F2}"/>
              </a:ext>
            </a:extLst>
          </p:cNvPr>
          <p:cNvSpPr/>
          <p:nvPr/>
        </p:nvSpPr>
        <p:spPr>
          <a:xfrm>
            <a:off x="6003925" y="2545100"/>
            <a:ext cx="466725" cy="209549"/>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a:p>
        </p:txBody>
      </p:sp>
      <p:sp>
        <p:nvSpPr>
          <p:cNvPr id="21" name="Arrow: Left 20">
            <a:extLst>
              <a:ext uri="{FF2B5EF4-FFF2-40B4-BE49-F238E27FC236}">
                <a16:creationId xmlns:a16="http://schemas.microsoft.com/office/drawing/2014/main" id="{87C61D3D-6BBF-41BA-8DFD-AE4F0EED9DB8}"/>
              </a:ext>
            </a:extLst>
          </p:cNvPr>
          <p:cNvSpPr/>
          <p:nvPr/>
        </p:nvSpPr>
        <p:spPr>
          <a:xfrm>
            <a:off x="8763037" y="2545100"/>
            <a:ext cx="611857" cy="209549"/>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s-CO"/>
          </a:p>
        </p:txBody>
      </p:sp>
    </p:spTree>
    <p:extLst>
      <p:ext uri="{BB962C8B-B14F-4D97-AF65-F5344CB8AC3E}">
        <p14:creationId xmlns:p14="http://schemas.microsoft.com/office/powerpoint/2010/main" val="3950303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02DD2BC0-6F29-4B4F-8D61-2DCF6D2E8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12EFBC-C9A5-454D-8C1C-1909C4D9448F}"/>
              </a:ext>
            </a:extLst>
          </p:cNvPr>
          <p:cNvSpPr>
            <a:spLocks noGrp="1"/>
          </p:cNvSpPr>
          <p:nvPr>
            <p:ph type="title"/>
          </p:nvPr>
        </p:nvSpPr>
        <p:spPr>
          <a:xfrm>
            <a:off x="1179226" y="826680"/>
            <a:ext cx="9833548" cy="1325563"/>
          </a:xfrm>
          <a:prstGeom prst="ellipse">
            <a:avLst/>
          </a:prstGeom>
        </p:spPr>
        <p:txBody>
          <a:bodyPr>
            <a:normAutofit/>
          </a:bodyPr>
          <a:lstStyle/>
          <a:p>
            <a:pPr algn="ctr"/>
            <a:r>
              <a:rPr lang="es-CO" sz="4000">
                <a:solidFill>
                  <a:srgbClr val="FFFFFF"/>
                </a:solidFill>
              </a:rPr>
              <a:t>Construir los modelos de análisis</a:t>
            </a:r>
          </a:p>
        </p:txBody>
      </p:sp>
      <p:graphicFrame>
        <p:nvGraphicFramePr>
          <p:cNvPr id="5" name="Content Placeholder 2">
            <a:extLst>
              <a:ext uri="{FF2B5EF4-FFF2-40B4-BE49-F238E27FC236}">
                <a16:creationId xmlns:a16="http://schemas.microsoft.com/office/drawing/2014/main" id="{2A711094-BCE0-43AE-B897-D65FBDC8CAD9}"/>
              </a:ext>
            </a:extLst>
          </p:cNvPr>
          <p:cNvGraphicFramePr>
            <a:graphicFrameLocks noGrp="1"/>
          </p:cNvGraphicFramePr>
          <p:nvPr>
            <p:ph idx="1"/>
            <p:extLst>
              <p:ext uri="{D42A27DB-BD31-4B8C-83A1-F6EECF244321}">
                <p14:modId xmlns:p14="http://schemas.microsoft.com/office/powerpoint/2010/main" val="2753863330"/>
              </p:ext>
            </p:extLst>
          </p:nvPr>
        </p:nvGraphicFramePr>
        <p:xfrm>
          <a:off x="568960" y="2489200"/>
          <a:ext cx="11165840" cy="40944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78672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33BF6-799F-46A8-B842-1D70B0BED9C7}"/>
              </a:ext>
            </a:extLst>
          </p:cNvPr>
          <p:cNvSpPr>
            <a:spLocks noGrp="1"/>
          </p:cNvSpPr>
          <p:nvPr>
            <p:ph type="title"/>
          </p:nvPr>
        </p:nvSpPr>
        <p:spPr/>
        <p:txBody>
          <a:bodyPr>
            <a:normAutofit/>
          </a:bodyPr>
          <a:lstStyle/>
          <a:p>
            <a:r>
              <a:rPr lang="es-CO"/>
              <a:t>Estadística es la base del EDA</a:t>
            </a:r>
          </a:p>
        </p:txBody>
      </p:sp>
      <p:graphicFrame>
        <p:nvGraphicFramePr>
          <p:cNvPr id="6" name="Content Placeholder 5">
            <a:extLst>
              <a:ext uri="{FF2B5EF4-FFF2-40B4-BE49-F238E27FC236}">
                <a16:creationId xmlns:a16="http://schemas.microsoft.com/office/drawing/2014/main" id="{C945E00C-3608-4161-9711-E0CCDF4841C9}"/>
              </a:ext>
            </a:extLst>
          </p:cNvPr>
          <p:cNvGraphicFramePr>
            <a:graphicFrameLocks noGrp="1"/>
          </p:cNvGraphicFramePr>
          <p:nvPr>
            <p:ph sz="half" idx="4294967295"/>
            <p:extLst>
              <p:ext uri="{D42A27DB-BD31-4B8C-83A1-F6EECF244321}">
                <p14:modId xmlns:p14="http://schemas.microsoft.com/office/powerpoint/2010/main" val="2594040750"/>
              </p:ext>
            </p:extLst>
          </p:nvPr>
        </p:nvGraphicFramePr>
        <p:xfrm>
          <a:off x="0" y="1690688"/>
          <a:ext cx="11258550" cy="4486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89235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C697B6-5E1A-4ADA-AE6D-BF111796360A}"/>
              </a:ext>
            </a:extLst>
          </p:cNvPr>
          <p:cNvSpPr>
            <a:spLocks noGrp="1"/>
          </p:cNvSpPr>
          <p:nvPr>
            <p:ph type="title"/>
          </p:nvPr>
        </p:nvSpPr>
        <p:spPr>
          <a:xfrm>
            <a:off x="838200" y="963877"/>
            <a:ext cx="3494362" cy="4930246"/>
          </a:xfrm>
        </p:spPr>
        <p:txBody>
          <a:bodyPr vert="horz" lIns="91440" tIns="45720" rIns="91440" bIns="45720" rtlCol="0" anchor="ctr">
            <a:normAutofit/>
          </a:bodyPr>
          <a:lstStyle/>
          <a:p>
            <a:pPr algn="r"/>
            <a:r>
              <a:rPr lang="en-US" kern="1200">
                <a:solidFill>
                  <a:schemeClr val="accent1"/>
                </a:solidFill>
                <a:latin typeface="+mj-lt"/>
                <a:ea typeface="+mj-ea"/>
                <a:cs typeface="+mj-cs"/>
              </a:rPr>
              <a:t>Probabilidad para la ciencia de datos y las variables aleatorias</a:t>
            </a:r>
          </a:p>
        </p:txBody>
      </p:sp>
      <p:cxnSp>
        <p:nvCxnSpPr>
          <p:cNvPr id="11" name="Straight Connector 10">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D4003ECB-8171-4B8B-8210-CCDF86821360}"/>
              </a:ext>
            </a:extLst>
          </p:cNvPr>
          <p:cNvSpPr>
            <a:spLocks noGrp="1"/>
          </p:cNvSpPr>
          <p:nvPr>
            <p:ph sz="half" idx="1"/>
          </p:nvPr>
        </p:nvSpPr>
        <p:spPr>
          <a:xfrm>
            <a:off x="4724403" y="558800"/>
            <a:ext cx="7146025" cy="5648960"/>
          </a:xfrm>
        </p:spPr>
        <p:txBody>
          <a:bodyPr vert="horz" lIns="91440" tIns="45720" rIns="91440" bIns="45720" rtlCol="0" anchor="ctr">
            <a:normAutofit/>
          </a:bodyPr>
          <a:lstStyle/>
          <a:p>
            <a:r>
              <a:rPr lang="es-CO"/>
              <a:t>¿Qué es la probabilidad?</a:t>
            </a:r>
          </a:p>
          <a:p>
            <a:pPr lvl="1"/>
            <a:r>
              <a:rPr lang="es-CO" sz="2800"/>
              <a:t>La forma de medir la incertidumbre.</a:t>
            </a:r>
          </a:p>
          <a:p>
            <a:pPr lvl="1"/>
            <a:r>
              <a:rPr lang="es-CO" sz="2800"/>
              <a:t>Probabilidad de que ocurra un evento </a:t>
            </a:r>
          </a:p>
          <a:p>
            <a:pPr lvl="1"/>
            <a:r>
              <a:rPr lang="es-CO" sz="2800"/>
              <a:t>La probabilidad es la medida de la probabilidad de que ocurra un evento. </a:t>
            </a:r>
          </a:p>
          <a:p>
            <a:pPr lvl="2"/>
            <a:r>
              <a:rPr lang="es-CO" sz="2400"/>
              <a:t>La probabilidad se cuantifica como un número entre 0 y 1, donde 0 indica imposibilidad y 1 indica certeza absoluta.</a:t>
            </a:r>
          </a:p>
        </p:txBody>
      </p:sp>
    </p:spTree>
    <p:extLst>
      <p:ext uri="{BB962C8B-B14F-4D97-AF65-F5344CB8AC3E}">
        <p14:creationId xmlns:p14="http://schemas.microsoft.com/office/powerpoint/2010/main" val="4108319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4D59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C68B0E8B-5418-4726-9FD0-A6724F1BCFCC}"/>
              </a:ext>
            </a:extLst>
          </p:cNvPr>
          <p:cNvSpPr>
            <a:spLocks noGrp="1"/>
          </p:cNvSpPr>
          <p:nvPr>
            <p:ph type="title"/>
          </p:nvPr>
        </p:nvSpPr>
        <p:spPr>
          <a:xfrm>
            <a:off x="524256" y="4767072"/>
            <a:ext cx="6594189" cy="1625210"/>
          </a:xfrm>
        </p:spPr>
        <p:txBody>
          <a:bodyPr vert="horz" lIns="91440" tIns="45720" rIns="91440" bIns="45720" rtlCol="0" anchor="ctr">
            <a:normAutofit/>
          </a:bodyPr>
          <a:lstStyle/>
          <a:p>
            <a:pPr algn="r"/>
            <a:r>
              <a:rPr lang="en-US">
                <a:solidFill>
                  <a:srgbClr val="FFFFFF"/>
                </a:solidFill>
              </a:rPr>
              <a:t>Muestreo</a:t>
            </a:r>
          </a:p>
        </p:txBody>
      </p:sp>
      <p:sp>
        <p:nvSpPr>
          <p:cNvPr id="12" name="Rectangle 11">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61C7CB68-65A4-4BC4-A579-7BB1E6BAC12E}"/>
              </a:ext>
            </a:extLst>
          </p:cNvPr>
          <p:cNvSpPr>
            <a:spLocks noGrp="1"/>
          </p:cNvSpPr>
          <p:nvPr>
            <p:ph sz="half" idx="1"/>
          </p:nvPr>
        </p:nvSpPr>
        <p:spPr>
          <a:xfrm>
            <a:off x="7663993" y="603314"/>
            <a:ext cx="4072378" cy="5788968"/>
          </a:xfrm>
        </p:spPr>
        <p:txBody>
          <a:bodyPr vert="horz" lIns="91440" tIns="45720" rIns="91440" bIns="45720" rtlCol="0" anchor="ctr">
            <a:noAutofit/>
          </a:bodyPr>
          <a:lstStyle/>
          <a:p>
            <a:r>
              <a:rPr lang="es-CO" sz="1800">
                <a:solidFill>
                  <a:srgbClr val="FFFFFF"/>
                </a:solidFill>
              </a:rPr>
              <a:t>Es la selección de un(os) subconjunto(s) (muestra(s)) de observaciones (registros) de una población para estimar las características de la población total, por: </a:t>
            </a:r>
          </a:p>
          <a:p>
            <a:pPr lvl="1"/>
            <a:r>
              <a:rPr lang="es-CO" sz="1800">
                <a:solidFill>
                  <a:srgbClr val="FFFFFF"/>
                </a:solidFill>
              </a:rPr>
              <a:t>Costos de procesamiento en el caso de que tengas toda la población o muchas observaciones (Big Data N=n)</a:t>
            </a:r>
          </a:p>
          <a:p>
            <a:pPr lvl="1"/>
            <a:r>
              <a:rPr lang="es-CO" sz="1800">
                <a:solidFill>
                  <a:srgbClr val="FFFFFF"/>
                </a:solidFill>
              </a:rPr>
              <a:t>Es muy costoso recolectar la información de toda la población.</a:t>
            </a:r>
          </a:p>
          <a:p>
            <a:r>
              <a:rPr lang="es-CO" sz="1800">
                <a:solidFill>
                  <a:srgbClr val="FFFFFF"/>
                </a:solidFill>
              </a:rPr>
              <a:t>El objetivo del investigador no es sacar conclusiones sobre la muestra, sino sacar conclusiones sobre la población a partir de la muestra proporcionada.</a:t>
            </a:r>
          </a:p>
          <a:p>
            <a:r>
              <a:rPr lang="es-CO" sz="1800">
                <a:solidFill>
                  <a:srgbClr val="FFFFFF"/>
                </a:solidFill>
              </a:rPr>
              <a:t>Tipos de muestreo</a:t>
            </a:r>
          </a:p>
          <a:p>
            <a:pPr lvl="1"/>
            <a:r>
              <a:rPr lang="es-CO" sz="1800">
                <a:solidFill>
                  <a:srgbClr val="FFFFFF"/>
                </a:solidFill>
              </a:rPr>
              <a:t>muestreo aleatorio</a:t>
            </a:r>
          </a:p>
          <a:p>
            <a:pPr lvl="1"/>
            <a:r>
              <a:rPr lang="es-CO" sz="1800">
                <a:solidFill>
                  <a:srgbClr val="FFFFFF"/>
                </a:solidFill>
              </a:rPr>
              <a:t>muestreo Ad Hoc</a:t>
            </a:r>
          </a:p>
        </p:txBody>
      </p:sp>
      <p:pic>
        <p:nvPicPr>
          <p:cNvPr id="2" name="Picture 1">
            <a:extLst>
              <a:ext uri="{FF2B5EF4-FFF2-40B4-BE49-F238E27FC236}">
                <a16:creationId xmlns:a16="http://schemas.microsoft.com/office/drawing/2014/main" id="{14393560-35BF-4E1F-8FFA-8F38E059BB42}"/>
              </a:ext>
            </a:extLst>
          </p:cNvPr>
          <p:cNvPicPr>
            <a:picLocks noChangeAspect="1"/>
          </p:cNvPicPr>
          <p:nvPr/>
        </p:nvPicPr>
        <p:blipFill>
          <a:blip r:embed="rId2"/>
          <a:stretch>
            <a:fillRect/>
          </a:stretch>
        </p:blipFill>
        <p:spPr>
          <a:xfrm>
            <a:off x="1243012" y="23949"/>
            <a:ext cx="5362575" cy="4295775"/>
          </a:xfrm>
          <a:prstGeom prst="rect">
            <a:avLst/>
          </a:prstGeom>
        </p:spPr>
      </p:pic>
    </p:spTree>
    <p:extLst>
      <p:ext uri="{BB962C8B-B14F-4D97-AF65-F5344CB8AC3E}">
        <p14:creationId xmlns:p14="http://schemas.microsoft.com/office/powerpoint/2010/main" val="4266413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5911E3A-C35B-4EF7-A355-B84E9A14A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E21ADB3D-AD65-44B4-847D-5E90E90A5D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CF580C70-814C-4845-B645-919BFFBD1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34D7BF57-4CAA-45B2-9EF0-0AA1FCF70B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7886F306-C03A-40C6-8FD5-DCE3D4595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2FDC9A36-C7C3-47D7-A64E-ED25C47EC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BB19BC37-158A-43DC-9A9E-E45CC7195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077654CC-108F-48D5-B5E9-437F164F52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A3CF3A63-1C1E-4E85-A78A-FDC16431E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8740FC9A-72DD-4D9B-BA25-1CCED13524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7FBF5743-F2AE-4D0D-BCD1-01F7686D0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ED32316-D4F7-4795-BBE0-DEBB60E27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583B23C9-B9B7-4E93-9538-CBE316F83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B144260-9F2C-4ADB-A37C-1CFB4B428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53FF918D-79D3-4F55-A68C-0DD5880DA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B9FC1440-933F-44FE-8D77-4827DD0F99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0F67F308-A67C-4D2E-B081-59BB31D8E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80112F01-90EB-4AEC-A39C-5C6875FFB9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893F6B05-90EB-4C75-A0F0-C7247553BD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227B563B-E0C0-4D81-966D-B5E2DBAAE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130DF93D-D1FF-477A-BDCE-C8B01C3B4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44ED67A1-C6FE-4AC8-8473-11DAC03DC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13A54F3-15FA-4C8F-8ABF-CE77E7219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33" name="Group 32">
            <a:extLst>
              <a:ext uri="{FF2B5EF4-FFF2-40B4-BE49-F238E27FC236}">
                <a16:creationId xmlns:a16="http://schemas.microsoft.com/office/drawing/2014/main" id="{5F8A7F7F-DD1A-4F41-98AC-B9CE2A620C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4" name="Rectangle 33">
              <a:extLst>
                <a:ext uri="{FF2B5EF4-FFF2-40B4-BE49-F238E27FC236}">
                  <a16:creationId xmlns:a16="http://schemas.microsoft.com/office/drawing/2014/main" id="{CEF47228-EB7C-4EBA-BE01-DA6CB24102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5" name="Isosceles Triangle 22">
              <a:extLst>
                <a:ext uri="{FF2B5EF4-FFF2-40B4-BE49-F238E27FC236}">
                  <a16:creationId xmlns:a16="http://schemas.microsoft.com/office/drawing/2014/main" id="{3D2FD25A-EFFD-4F5C-9258-981F5907DE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6" name="Rectangle 35">
              <a:extLst>
                <a:ext uri="{FF2B5EF4-FFF2-40B4-BE49-F238E27FC236}">
                  <a16:creationId xmlns:a16="http://schemas.microsoft.com/office/drawing/2014/main" id="{DCF573BC-A06F-4036-A3A8-9D07DDE622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a:extLst>
              <a:ext uri="{FF2B5EF4-FFF2-40B4-BE49-F238E27FC236}">
                <a16:creationId xmlns:a16="http://schemas.microsoft.com/office/drawing/2014/main" id="{ECC2E649-D4AA-4A14-A594-CF0B97F058CB}"/>
              </a:ext>
            </a:extLst>
          </p:cNvPr>
          <p:cNvSpPr>
            <a:spLocks noGrp="1"/>
          </p:cNvSpPr>
          <p:nvPr>
            <p:ph type="title"/>
          </p:nvPr>
        </p:nvSpPr>
        <p:spPr>
          <a:xfrm>
            <a:off x="904877" y="2415322"/>
            <a:ext cx="3451730" cy="2399869"/>
          </a:xfrm>
        </p:spPr>
        <p:txBody>
          <a:bodyPr>
            <a:normAutofit/>
          </a:bodyPr>
          <a:lstStyle/>
          <a:p>
            <a:pPr algn="ctr"/>
            <a:r>
              <a:rPr lang="es-CO" sz="4000">
                <a:solidFill>
                  <a:srgbClr val="FFFFFF"/>
                </a:solidFill>
              </a:rPr>
              <a:t>Análisis Exploratorio de Datos EDA</a:t>
            </a:r>
          </a:p>
        </p:txBody>
      </p:sp>
      <p:sp>
        <p:nvSpPr>
          <p:cNvPr id="3" name="Content Placeholder 2">
            <a:extLst>
              <a:ext uri="{FF2B5EF4-FFF2-40B4-BE49-F238E27FC236}">
                <a16:creationId xmlns:a16="http://schemas.microsoft.com/office/drawing/2014/main" id="{AFA0E3FD-1646-4589-8431-0062AA12362C}"/>
              </a:ext>
            </a:extLst>
          </p:cNvPr>
          <p:cNvSpPr>
            <a:spLocks noGrp="1"/>
          </p:cNvSpPr>
          <p:nvPr>
            <p:ph idx="1"/>
          </p:nvPr>
        </p:nvSpPr>
        <p:spPr>
          <a:xfrm>
            <a:off x="5119323" y="804672"/>
            <a:ext cx="6283245" cy="5615178"/>
          </a:xfrm>
        </p:spPr>
        <p:txBody>
          <a:bodyPr anchor="ctr">
            <a:normAutofit/>
          </a:bodyPr>
          <a:lstStyle/>
          <a:p>
            <a:r>
              <a:rPr lang="es-CO" sz="2400"/>
              <a:t>Responder a las preguntas descriptivas y empezar a visualizar posibles relaciones entre variables</a:t>
            </a:r>
          </a:p>
          <a:p>
            <a:r>
              <a:rPr lang="es-CO" sz="2400"/>
              <a:t>Se refiere al proceso de realizar las investigaciones iniciales sobre los datos para:</a:t>
            </a:r>
          </a:p>
          <a:p>
            <a:pPr lvl="1"/>
            <a:r>
              <a:rPr lang="es-CO" b="1">
                <a:solidFill>
                  <a:schemeClr val="accent1"/>
                </a:solidFill>
              </a:rPr>
              <a:t>Identificar valores inexistentes (NA)</a:t>
            </a:r>
          </a:p>
          <a:p>
            <a:pPr lvl="1"/>
            <a:r>
              <a:rPr lang="es-CO" b="1">
                <a:solidFill>
                  <a:schemeClr val="accent1"/>
                </a:solidFill>
              </a:rPr>
              <a:t>Identificar las variables importantes</a:t>
            </a:r>
          </a:p>
          <a:p>
            <a:pPr lvl="1"/>
            <a:r>
              <a:rPr lang="es-CO" b="1">
                <a:solidFill>
                  <a:schemeClr val="accent1"/>
                </a:solidFill>
              </a:rPr>
              <a:t>Detectar valores atípicos y anomalías en los datos (calidad de datos)</a:t>
            </a:r>
          </a:p>
          <a:p>
            <a:pPr lvl="1"/>
            <a:r>
              <a:rPr lang="es-CO" b="1">
                <a:solidFill>
                  <a:srgbClr val="FF0000"/>
                </a:solidFill>
              </a:rPr>
              <a:t>Descubrir patrones</a:t>
            </a:r>
          </a:p>
          <a:p>
            <a:pPr lvl="1"/>
            <a:r>
              <a:rPr lang="es-CO" b="1">
                <a:solidFill>
                  <a:srgbClr val="FF0000"/>
                </a:solidFill>
              </a:rPr>
              <a:t>Empezar a proponer </a:t>
            </a:r>
            <a:r>
              <a:rPr lang="es-CO" b="1" err="1">
                <a:solidFill>
                  <a:srgbClr val="FF0000"/>
                </a:solidFill>
              </a:rPr>
              <a:t>hipótesis</a:t>
            </a:r>
            <a:endParaRPr lang="es-CO" b="1">
              <a:solidFill>
                <a:srgbClr val="FF0000"/>
              </a:solidFill>
            </a:endParaRPr>
          </a:p>
          <a:p>
            <a:pPr lvl="1"/>
            <a:r>
              <a:rPr lang="es-CO" b="1">
                <a:solidFill>
                  <a:srgbClr val="FF0000"/>
                </a:solidFill>
              </a:rPr>
              <a:t>Verificar suposiciones </a:t>
            </a:r>
          </a:p>
          <a:p>
            <a:r>
              <a:rPr lang="es-CO" sz="2400"/>
              <a:t>Se realiza principalmente con la ayuda de </a:t>
            </a:r>
            <a:r>
              <a:rPr lang="es-CO" sz="2400" b="1"/>
              <a:t>estadísticas descriptiva </a:t>
            </a:r>
            <a:r>
              <a:rPr lang="es-CO" sz="2400"/>
              <a:t>y </a:t>
            </a:r>
            <a:r>
              <a:rPr lang="es-CO" sz="2400" b="1"/>
              <a:t>análisis gráficos.</a:t>
            </a:r>
          </a:p>
        </p:txBody>
      </p:sp>
    </p:spTree>
    <p:extLst>
      <p:ext uri="{BB962C8B-B14F-4D97-AF65-F5344CB8AC3E}">
        <p14:creationId xmlns:p14="http://schemas.microsoft.com/office/powerpoint/2010/main" val="2426043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F047A1-09C2-43F6-A011-ABAB8A6C031B}"/>
              </a:ext>
            </a:extLst>
          </p:cNvPr>
          <p:cNvSpPr>
            <a:spLocks noGrp="1"/>
          </p:cNvSpPr>
          <p:nvPr>
            <p:ph type="title"/>
          </p:nvPr>
        </p:nvSpPr>
        <p:spPr>
          <a:xfrm>
            <a:off x="126124" y="621792"/>
            <a:ext cx="5817475" cy="5504688"/>
          </a:xfrm>
        </p:spPr>
        <p:txBody>
          <a:bodyPr>
            <a:normAutofit/>
          </a:bodyPr>
          <a:lstStyle/>
          <a:p>
            <a:r>
              <a:rPr lang="es-ES" sz="4800"/>
              <a:t>Estadística Descriptiva:</a:t>
            </a:r>
            <a:br>
              <a:rPr lang="es-ES" sz="4800"/>
            </a:br>
            <a:r>
              <a:rPr lang="es-ES" sz="4800"/>
              <a:t> </a:t>
            </a:r>
            <a:br>
              <a:rPr lang="es-ES" sz="4800"/>
            </a:br>
            <a:r>
              <a:rPr lang="es-ES" sz="4800"/>
              <a:t>Análisis de 1 variable</a:t>
            </a:r>
            <a:endParaRPr lang="es-CO" sz="4800"/>
          </a:p>
        </p:txBody>
      </p:sp>
      <p:sp>
        <p:nvSpPr>
          <p:cNvPr id="9" name="Rectangle 8">
            <a:extLst>
              <a:ext uri="{FF2B5EF4-FFF2-40B4-BE49-F238E27FC236}">
                <a16:creationId xmlns:a16="http://schemas.microsoft.com/office/drawing/2014/main" id="{2F56F8EA-3356-4455-9899-320874F6E4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6124" cy="6858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Marcador de contenido 2">
            <a:extLst>
              <a:ext uri="{FF2B5EF4-FFF2-40B4-BE49-F238E27FC236}">
                <a16:creationId xmlns:a16="http://schemas.microsoft.com/office/drawing/2014/main" id="{DBCFA9E4-875C-47DF-95F5-AF58F99E09A5}"/>
              </a:ext>
            </a:extLst>
          </p:cNvPr>
          <p:cNvGraphicFramePr>
            <a:graphicFrameLocks noGrp="1"/>
          </p:cNvGraphicFramePr>
          <p:nvPr>
            <p:ph idx="1"/>
            <p:extLst>
              <p:ext uri="{D42A27DB-BD31-4B8C-83A1-F6EECF244321}">
                <p14:modId xmlns:p14="http://schemas.microsoft.com/office/powerpoint/2010/main" val="2758623602"/>
              </p:ext>
            </p:extLst>
          </p:nvPr>
        </p:nvGraphicFramePr>
        <p:xfrm>
          <a:off x="6099048" y="621792"/>
          <a:ext cx="525780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45187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635D14-5C5A-4405-AF3C-95783AB5519D}"/>
              </a:ext>
            </a:extLst>
          </p:cNvPr>
          <p:cNvSpPr>
            <a:spLocks noGrp="1"/>
          </p:cNvSpPr>
          <p:nvPr>
            <p:ph type="title"/>
          </p:nvPr>
        </p:nvSpPr>
        <p:spPr>
          <a:xfrm>
            <a:off x="838200" y="381317"/>
            <a:ext cx="10515600" cy="1325563"/>
          </a:xfrm>
        </p:spPr>
        <p:txBody>
          <a:bodyPr>
            <a:normAutofit/>
          </a:bodyPr>
          <a:lstStyle/>
          <a:p>
            <a:r>
              <a:rPr lang="es-CO"/>
              <a:t>Ejemplos</a:t>
            </a:r>
          </a:p>
        </p:txBody>
      </p:sp>
      <p:sp>
        <p:nvSpPr>
          <p:cNvPr id="3" name="Content Placeholder 2">
            <a:extLst>
              <a:ext uri="{FF2B5EF4-FFF2-40B4-BE49-F238E27FC236}">
                <a16:creationId xmlns:a16="http://schemas.microsoft.com/office/drawing/2014/main" id="{60D50DA1-7066-4B13-B790-DDD078D88BB9}"/>
              </a:ext>
            </a:extLst>
          </p:cNvPr>
          <p:cNvSpPr>
            <a:spLocks noGrp="1"/>
          </p:cNvSpPr>
          <p:nvPr>
            <p:ph idx="1"/>
          </p:nvPr>
        </p:nvSpPr>
        <p:spPr>
          <a:xfrm>
            <a:off x="838200" y="1554480"/>
            <a:ext cx="10515600" cy="4856480"/>
          </a:xfrm>
        </p:spPr>
        <p:txBody>
          <a:bodyPr vert="horz" lIns="91440" tIns="45720" rIns="91440" bIns="45720" rtlCol="0" anchor="t">
            <a:normAutofit fontScale="92500" lnSpcReduction="20000"/>
          </a:bodyPr>
          <a:lstStyle/>
          <a:p>
            <a:r>
              <a:rPr lang="es-CO" sz="2400" dirty="0"/>
              <a:t>Una variable</a:t>
            </a:r>
          </a:p>
          <a:p>
            <a:pPr lvl="1"/>
            <a:r>
              <a:rPr lang="es-CO" dirty="0"/>
              <a:t>Numéricas</a:t>
            </a:r>
            <a:endParaRPr lang="es-CO" dirty="0">
              <a:ea typeface="Calibri"/>
              <a:cs typeface="Calibri"/>
            </a:endParaRPr>
          </a:p>
          <a:p>
            <a:pPr lvl="2"/>
            <a:r>
              <a:rPr lang="es-CO" sz="2400" dirty="0"/>
              <a:t>¿</a:t>
            </a:r>
            <a:r>
              <a:rPr lang="es-CO" sz="2400"/>
              <a:t>Cuál</a:t>
            </a:r>
            <a:r>
              <a:rPr lang="es-CO" sz="2400" dirty="0"/>
              <a:t> fue la temperatura promedio?</a:t>
            </a:r>
            <a:endParaRPr lang="es-CO" sz="2400" dirty="0">
              <a:ea typeface="Calibri"/>
              <a:cs typeface="Calibri"/>
            </a:endParaRPr>
          </a:p>
          <a:p>
            <a:pPr lvl="3"/>
            <a:r>
              <a:rPr lang="es-CO" sz="2400" dirty="0"/>
              <a:t>Media(temperatura), Mediana(temperatura) y Moda(temperatura)</a:t>
            </a:r>
            <a:endParaRPr lang="es-CO" sz="2400" dirty="0">
              <a:ea typeface="Calibri" panose="020F0502020204030204"/>
              <a:cs typeface="Calibri" panose="020F0502020204030204"/>
            </a:endParaRPr>
          </a:p>
          <a:p>
            <a:pPr lvl="2"/>
            <a:r>
              <a:rPr lang="es-CO" sz="2400" dirty="0"/>
              <a:t>¿</a:t>
            </a:r>
            <a:r>
              <a:rPr lang="es-CO" sz="2400"/>
              <a:t>Cuál</a:t>
            </a:r>
            <a:r>
              <a:rPr lang="es-CO" sz="2400" dirty="0"/>
              <a:t> fue el tiempo promedio fuera de mi casa?</a:t>
            </a:r>
            <a:endParaRPr lang="es-CO" sz="2400" dirty="0">
              <a:ea typeface="Calibri"/>
              <a:cs typeface="Calibri"/>
            </a:endParaRPr>
          </a:p>
          <a:p>
            <a:pPr lvl="3"/>
            <a:r>
              <a:rPr lang="es-CO" sz="2400" dirty="0"/>
              <a:t>Media(</a:t>
            </a:r>
            <a:r>
              <a:rPr lang="es-CO" sz="2400" dirty="0" err="1"/>
              <a:t>tiempofueradecasa</a:t>
            </a:r>
            <a:r>
              <a:rPr lang="es-CO" sz="2400" dirty="0"/>
              <a:t>), Mediana(</a:t>
            </a:r>
            <a:r>
              <a:rPr lang="es-CO" sz="2400" dirty="0" err="1"/>
              <a:t>tiempofueradecasa</a:t>
            </a:r>
            <a:r>
              <a:rPr lang="es-CO" sz="2400" dirty="0"/>
              <a:t>), Moda(</a:t>
            </a:r>
            <a:r>
              <a:rPr lang="es-CO" sz="2400" dirty="0" err="1"/>
              <a:t>tiempofueradecasa</a:t>
            </a:r>
            <a:r>
              <a:rPr lang="es-CO" sz="2400" dirty="0"/>
              <a:t>)</a:t>
            </a:r>
            <a:endParaRPr lang="es-CO" sz="2400" dirty="0">
              <a:ea typeface="Calibri"/>
              <a:cs typeface="Calibri"/>
            </a:endParaRPr>
          </a:p>
          <a:p>
            <a:pPr lvl="2"/>
            <a:r>
              <a:rPr lang="es-ES" sz="2400" dirty="0"/>
              <a:t>¿Cuál fue la temperatura máxima y mínima?</a:t>
            </a:r>
            <a:endParaRPr lang="es-ES" sz="2400" dirty="0">
              <a:ea typeface="Calibri"/>
              <a:cs typeface="Calibri"/>
            </a:endParaRPr>
          </a:p>
          <a:p>
            <a:pPr lvl="3"/>
            <a:r>
              <a:rPr lang="es-CO" sz="2400" dirty="0" err="1"/>
              <a:t>Maximo</a:t>
            </a:r>
            <a:r>
              <a:rPr lang="es-CO" sz="2400" dirty="0"/>
              <a:t>(temperatura), </a:t>
            </a:r>
            <a:r>
              <a:rPr lang="es-CO" sz="2400" dirty="0" err="1"/>
              <a:t>Minimo</a:t>
            </a:r>
            <a:r>
              <a:rPr lang="es-CO" sz="2400" dirty="0"/>
              <a:t>(temperatura)</a:t>
            </a:r>
            <a:endParaRPr lang="es-CO" sz="2400" dirty="0">
              <a:ea typeface="Calibri"/>
              <a:cs typeface="Calibri"/>
            </a:endParaRPr>
          </a:p>
          <a:p>
            <a:pPr lvl="2"/>
            <a:r>
              <a:rPr lang="es-CO" sz="2400"/>
              <a:t>¿Cuál es la desviación estándar en la temperatura?</a:t>
            </a:r>
            <a:endParaRPr lang="es-CO" sz="2400">
              <a:ea typeface="Calibri"/>
              <a:cs typeface="Calibri"/>
            </a:endParaRPr>
          </a:p>
          <a:p>
            <a:pPr lvl="3"/>
            <a:r>
              <a:rPr lang="es-CO" sz="2400" dirty="0"/>
              <a:t>Desviación((temperatura), </a:t>
            </a:r>
            <a:endParaRPr lang="es-CO" sz="2400" dirty="0">
              <a:ea typeface="Calibri"/>
              <a:cs typeface="Calibri"/>
            </a:endParaRPr>
          </a:p>
          <a:p>
            <a:pPr lvl="1"/>
            <a:r>
              <a:rPr lang="es-CO" dirty="0"/>
              <a:t>Categóricas</a:t>
            </a:r>
            <a:endParaRPr lang="es-CO" dirty="0">
              <a:ea typeface="Calibri"/>
              <a:cs typeface="Calibri"/>
            </a:endParaRPr>
          </a:p>
          <a:p>
            <a:pPr lvl="2"/>
            <a:r>
              <a:rPr lang="es-CO" sz="2400" dirty="0"/>
              <a:t>¿Cuál fue el sitio </a:t>
            </a:r>
            <a:r>
              <a:rPr lang="es-CO" sz="2400"/>
              <a:t>más</a:t>
            </a:r>
            <a:r>
              <a:rPr lang="es-CO" sz="2400" dirty="0"/>
              <a:t> visitado?</a:t>
            </a:r>
            <a:endParaRPr lang="es-CO" sz="2400" dirty="0">
              <a:ea typeface="Calibri"/>
              <a:cs typeface="Calibri"/>
            </a:endParaRPr>
          </a:p>
          <a:p>
            <a:pPr lvl="3"/>
            <a:r>
              <a:rPr lang="es-CO" sz="2400" dirty="0" err="1"/>
              <a:t>FrecuenciaRelativa</a:t>
            </a:r>
            <a:r>
              <a:rPr lang="es-CO" sz="2400" dirty="0"/>
              <a:t>(</a:t>
            </a:r>
            <a:r>
              <a:rPr lang="es-CO" sz="2400" dirty="0" err="1"/>
              <a:t>sitiovisitado</a:t>
            </a:r>
            <a:r>
              <a:rPr lang="es-CO" sz="2400" dirty="0"/>
              <a:t>)</a:t>
            </a:r>
            <a:endParaRPr lang="es-CO" sz="2400" dirty="0">
              <a:ea typeface="Calibri"/>
              <a:cs typeface="Calibri"/>
            </a:endParaRPr>
          </a:p>
          <a:p>
            <a:pPr lvl="2"/>
            <a:r>
              <a:rPr lang="es-CO" sz="2400" dirty="0"/>
              <a:t>¿Cuál fue el estado de tiempo más frecuente en mis salidas?</a:t>
            </a:r>
            <a:endParaRPr lang="es-CO" sz="2400" dirty="0">
              <a:ea typeface="Calibri"/>
              <a:cs typeface="Calibri"/>
            </a:endParaRPr>
          </a:p>
          <a:p>
            <a:pPr lvl="3"/>
            <a:r>
              <a:rPr lang="es-CO" sz="2400" dirty="0" err="1"/>
              <a:t>FrecuenciaRelativa</a:t>
            </a:r>
            <a:r>
              <a:rPr lang="es-CO" sz="2400" dirty="0"/>
              <a:t>(</a:t>
            </a:r>
            <a:r>
              <a:rPr lang="es-CO" sz="2400" dirty="0" err="1"/>
              <a:t>estadodeltiempo</a:t>
            </a:r>
            <a:r>
              <a:rPr lang="es-CO" sz="2400" dirty="0"/>
              <a:t>)</a:t>
            </a:r>
            <a:endParaRPr lang="es-CO" sz="2400" dirty="0">
              <a:ea typeface="Calibri"/>
              <a:cs typeface="Calibri"/>
            </a:endParaRPr>
          </a:p>
          <a:p>
            <a:pPr lvl="3"/>
            <a:endParaRPr lang="es-CO" sz="1300"/>
          </a:p>
        </p:txBody>
      </p:sp>
    </p:spTree>
    <p:extLst>
      <p:ext uri="{BB962C8B-B14F-4D97-AF65-F5344CB8AC3E}">
        <p14:creationId xmlns:p14="http://schemas.microsoft.com/office/powerpoint/2010/main" val="4145947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848589-4DE9-4794-8773-62CC5B4F8A28}"/>
              </a:ext>
            </a:extLst>
          </p:cNvPr>
          <p:cNvSpPr>
            <a:spLocks noGrp="1"/>
          </p:cNvSpPr>
          <p:nvPr>
            <p:ph type="title"/>
          </p:nvPr>
        </p:nvSpPr>
        <p:spPr>
          <a:xfrm>
            <a:off x="4965430" y="629268"/>
            <a:ext cx="6586491" cy="1286160"/>
          </a:xfrm>
        </p:spPr>
        <p:txBody>
          <a:bodyPr anchor="b">
            <a:normAutofit/>
          </a:bodyPr>
          <a:lstStyle/>
          <a:p>
            <a:r>
              <a:rPr lang="es-ES"/>
              <a:t>Análisis Grafico</a:t>
            </a:r>
            <a:endParaRPr lang="es-CO"/>
          </a:p>
        </p:txBody>
      </p:sp>
      <p:pic>
        <p:nvPicPr>
          <p:cNvPr id="6" name="Picture 5">
            <a:extLst>
              <a:ext uri="{FF2B5EF4-FFF2-40B4-BE49-F238E27FC236}">
                <a16:creationId xmlns:a16="http://schemas.microsoft.com/office/drawing/2014/main" id="{44B279F0-F045-4BF4-A01E-412218EE965D}"/>
              </a:ext>
            </a:extLst>
          </p:cNvPr>
          <p:cNvPicPr>
            <a:picLocks noChangeAspect="1"/>
          </p:cNvPicPr>
          <p:nvPr/>
        </p:nvPicPr>
        <p:blipFill rotWithShape="1">
          <a:blip r:embed="rId2"/>
          <a:srcRect l="29548" r="25333" b="-1"/>
          <a:stretch/>
        </p:blipFill>
        <p:spPr>
          <a:xfrm>
            <a:off x="20" y="10"/>
            <a:ext cx="4635571"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EAD184"/>
            </a:solidFill>
          </a:ln>
        </p:spPr>
        <p:style>
          <a:lnRef idx="1">
            <a:schemeClr val="accent1"/>
          </a:lnRef>
          <a:fillRef idx="0">
            <a:schemeClr val="accent1"/>
          </a:fillRef>
          <a:effectRef idx="0">
            <a:schemeClr val="accent1"/>
          </a:effectRef>
          <a:fontRef idx="minor">
            <a:schemeClr val="tx1"/>
          </a:fontRef>
        </p:style>
      </p:cxnSp>
      <p:graphicFrame>
        <p:nvGraphicFramePr>
          <p:cNvPr id="5" name="Marcador de contenido 2">
            <a:extLst>
              <a:ext uri="{FF2B5EF4-FFF2-40B4-BE49-F238E27FC236}">
                <a16:creationId xmlns:a16="http://schemas.microsoft.com/office/drawing/2014/main" id="{094CABE5-D20D-437F-9069-7EFD6908BF07}"/>
              </a:ext>
            </a:extLst>
          </p:cNvPr>
          <p:cNvGraphicFramePr>
            <a:graphicFrameLocks noGrp="1"/>
          </p:cNvGraphicFramePr>
          <p:nvPr>
            <p:ph idx="1"/>
            <p:extLst>
              <p:ext uri="{D42A27DB-BD31-4B8C-83A1-F6EECF244321}">
                <p14:modId xmlns:p14="http://schemas.microsoft.com/office/powerpoint/2010/main" val="4258025564"/>
              </p:ext>
            </p:extLst>
          </p:nvPr>
        </p:nvGraphicFramePr>
        <p:xfrm>
          <a:off x="4965431" y="2438400"/>
          <a:ext cx="6586489" cy="3785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51626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55A333-ED89-424B-85A9-7FD2F76A687D}"/>
              </a:ext>
            </a:extLst>
          </p:cNvPr>
          <p:cNvSpPr>
            <a:spLocks noGrp="1"/>
          </p:cNvSpPr>
          <p:nvPr>
            <p:ph type="title"/>
          </p:nvPr>
        </p:nvSpPr>
        <p:spPr>
          <a:xfrm>
            <a:off x="770106" y="102478"/>
            <a:ext cx="10515600" cy="1325563"/>
          </a:xfrm>
        </p:spPr>
        <p:txBody>
          <a:bodyPr/>
          <a:lstStyle/>
          <a:p>
            <a:r>
              <a:rPr lang="es-ES"/>
              <a:t>Análisis Grafico</a:t>
            </a:r>
            <a:endParaRPr lang="es-CO"/>
          </a:p>
        </p:txBody>
      </p:sp>
      <p:sp>
        <p:nvSpPr>
          <p:cNvPr id="4" name="Marcador de contenido 3">
            <a:extLst>
              <a:ext uri="{FF2B5EF4-FFF2-40B4-BE49-F238E27FC236}">
                <a16:creationId xmlns:a16="http://schemas.microsoft.com/office/drawing/2014/main" id="{1F960E60-5682-43CC-818B-A0D9D08A8A18}"/>
              </a:ext>
            </a:extLst>
          </p:cNvPr>
          <p:cNvSpPr>
            <a:spLocks noGrp="1"/>
          </p:cNvSpPr>
          <p:nvPr>
            <p:ph sz="half" idx="1"/>
          </p:nvPr>
        </p:nvSpPr>
        <p:spPr>
          <a:xfrm>
            <a:off x="770106" y="1562978"/>
            <a:ext cx="5181600" cy="4351338"/>
          </a:xfrm>
        </p:spPr>
        <p:style>
          <a:lnRef idx="1">
            <a:schemeClr val="accent4"/>
          </a:lnRef>
          <a:fillRef idx="2">
            <a:schemeClr val="accent4"/>
          </a:fillRef>
          <a:effectRef idx="1">
            <a:schemeClr val="accent4"/>
          </a:effectRef>
          <a:fontRef idx="minor">
            <a:schemeClr val="dk1"/>
          </a:fontRef>
        </p:style>
        <p:txBody>
          <a:bodyPr>
            <a:normAutofit lnSpcReduction="10000"/>
          </a:bodyPr>
          <a:lstStyle/>
          <a:p>
            <a:r>
              <a:rPr lang="es-ES"/>
              <a:t>Presentación Final</a:t>
            </a:r>
          </a:p>
          <a:p>
            <a:pPr lvl="1"/>
            <a:r>
              <a:rPr lang="es-ES"/>
              <a:t>Charts</a:t>
            </a:r>
          </a:p>
          <a:p>
            <a:pPr lvl="1"/>
            <a:r>
              <a:rPr lang="es-ES"/>
              <a:t>Tables</a:t>
            </a:r>
          </a:p>
          <a:p>
            <a:pPr lvl="1"/>
            <a:r>
              <a:rPr lang="es-ES" err="1"/>
              <a:t>Graphs</a:t>
            </a:r>
            <a:endParaRPr lang="es-ES"/>
          </a:p>
          <a:p>
            <a:pPr lvl="1"/>
            <a:r>
              <a:rPr lang="es-ES" err="1"/>
              <a:t>Maps</a:t>
            </a:r>
            <a:endParaRPr lang="es-ES"/>
          </a:p>
          <a:p>
            <a:pPr lvl="1"/>
            <a:r>
              <a:rPr lang="es-ES" err="1"/>
              <a:t>Infographics</a:t>
            </a:r>
            <a:endParaRPr lang="es-ES"/>
          </a:p>
          <a:p>
            <a:pPr lvl="1"/>
            <a:r>
              <a:rPr lang="es-ES" err="1"/>
              <a:t>Dashboards</a:t>
            </a:r>
            <a:endParaRPr lang="es-CO"/>
          </a:p>
        </p:txBody>
      </p:sp>
      <p:sp>
        <p:nvSpPr>
          <p:cNvPr id="5" name="Marcador de contenido 4">
            <a:extLst>
              <a:ext uri="{FF2B5EF4-FFF2-40B4-BE49-F238E27FC236}">
                <a16:creationId xmlns:a16="http://schemas.microsoft.com/office/drawing/2014/main" id="{E20845EE-4AE1-4F47-A75F-E968BA0395D1}"/>
              </a:ext>
            </a:extLst>
          </p:cNvPr>
          <p:cNvSpPr>
            <a:spLocks noGrp="1"/>
          </p:cNvSpPr>
          <p:nvPr>
            <p:ph sz="half" idx="2"/>
          </p:nvPr>
        </p:nvSpPr>
        <p:spPr>
          <a:xfrm>
            <a:off x="6104106" y="1562978"/>
            <a:ext cx="5181600" cy="4351338"/>
          </a:xfrm>
        </p:spPr>
        <p:style>
          <a:lnRef idx="1">
            <a:schemeClr val="accent5"/>
          </a:lnRef>
          <a:fillRef idx="2">
            <a:schemeClr val="accent5"/>
          </a:fillRef>
          <a:effectRef idx="1">
            <a:schemeClr val="accent5"/>
          </a:effectRef>
          <a:fontRef idx="minor">
            <a:schemeClr val="dk1"/>
          </a:fontRef>
        </p:style>
        <p:txBody>
          <a:bodyPr>
            <a:normAutofit lnSpcReduction="10000"/>
          </a:bodyPr>
          <a:lstStyle/>
          <a:p>
            <a:r>
              <a:rPr lang="es-ES"/>
              <a:t>Tipos de Gráficos</a:t>
            </a:r>
          </a:p>
          <a:p>
            <a:pPr lvl="1"/>
            <a:r>
              <a:rPr lang="es-CO" err="1"/>
              <a:t>Area</a:t>
            </a:r>
            <a:r>
              <a:rPr lang="es-CO"/>
              <a:t> Chart</a:t>
            </a:r>
          </a:p>
          <a:p>
            <a:pPr lvl="1"/>
            <a:r>
              <a:rPr lang="es-CO"/>
              <a:t>Bar Chart</a:t>
            </a:r>
          </a:p>
          <a:p>
            <a:pPr lvl="1"/>
            <a:r>
              <a:rPr lang="es-CO"/>
              <a:t>Box-and-</a:t>
            </a:r>
            <a:r>
              <a:rPr lang="es-CO" err="1"/>
              <a:t>whisker</a:t>
            </a:r>
            <a:r>
              <a:rPr lang="es-CO"/>
              <a:t> </a:t>
            </a:r>
            <a:r>
              <a:rPr lang="es-CO" err="1"/>
              <a:t>Plots</a:t>
            </a:r>
            <a:endParaRPr lang="es-CO"/>
          </a:p>
          <a:p>
            <a:pPr lvl="1"/>
            <a:r>
              <a:rPr lang="es-CO" err="1"/>
              <a:t>Bubble</a:t>
            </a:r>
            <a:r>
              <a:rPr lang="es-CO"/>
              <a:t> Cloud</a:t>
            </a:r>
          </a:p>
          <a:p>
            <a:pPr lvl="1"/>
            <a:r>
              <a:rPr lang="es-CO" err="1"/>
              <a:t>Bullet</a:t>
            </a:r>
            <a:r>
              <a:rPr lang="es-CO"/>
              <a:t> </a:t>
            </a:r>
            <a:r>
              <a:rPr lang="es-CO" err="1"/>
              <a:t>Graph</a:t>
            </a:r>
            <a:endParaRPr lang="es-CO"/>
          </a:p>
          <a:p>
            <a:pPr lvl="1"/>
            <a:r>
              <a:rPr lang="es-CO" err="1"/>
              <a:t>Cartogram</a:t>
            </a:r>
            <a:endParaRPr lang="es-CO"/>
          </a:p>
          <a:p>
            <a:pPr lvl="1"/>
            <a:r>
              <a:rPr lang="es-CO" err="1"/>
              <a:t>Circle</a:t>
            </a:r>
            <a:r>
              <a:rPr lang="es-CO"/>
              <a:t> View</a:t>
            </a:r>
          </a:p>
          <a:p>
            <a:pPr lvl="1"/>
            <a:r>
              <a:rPr lang="es-CO" err="1"/>
              <a:t>Dot</a:t>
            </a:r>
            <a:r>
              <a:rPr lang="es-CO"/>
              <a:t> </a:t>
            </a:r>
            <a:r>
              <a:rPr lang="es-CO" err="1"/>
              <a:t>Distribution</a:t>
            </a:r>
            <a:r>
              <a:rPr lang="es-CO"/>
              <a:t> </a:t>
            </a:r>
            <a:r>
              <a:rPr lang="es-CO" err="1"/>
              <a:t>Map</a:t>
            </a:r>
            <a:endParaRPr lang="es-CO"/>
          </a:p>
          <a:p>
            <a:pPr lvl="1"/>
            <a:r>
              <a:rPr lang="es-CO"/>
              <a:t>Gantt Chart</a:t>
            </a:r>
          </a:p>
          <a:p>
            <a:pPr lvl="1"/>
            <a:r>
              <a:rPr lang="es-CO" err="1"/>
              <a:t>Heat</a:t>
            </a:r>
            <a:r>
              <a:rPr lang="es-CO"/>
              <a:t> </a:t>
            </a:r>
            <a:r>
              <a:rPr lang="es-CO" err="1"/>
              <a:t>Map</a:t>
            </a:r>
            <a:endParaRPr lang="es-CO"/>
          </a:p>
        </p:txBody>
      </p:sp>
      <p:sp>
        <p:nvSpPr>
          <p:cNvPr id="6" name="CuadroTexto 5">
            <a:extLst>
              <a:ext uri="{FF2B5EF4-FFF2-40B4-BE49-F238E27FC236}">
                <a16:creationId xmlns:a16="http://schemas.microsoft.com/office/drawing/2014/main" id="{756A227A-C7FF-4BD8-9500-AFC8E0A01D00}"/>
              </a:ext>
            </a:extLst>
          </p:cNvPr>
          <p:cNvSpPr txBox="1"/>
          <p:nvPr/>
        </p:nvSpPr>
        <p:spPr>
          <a:xfrm>
            <a:off x="2285189" y="6043121"/>
            <a:ext cx="8153386" cy="646331"/>
          </a:xfrm>
          <a:prstGeom prst="rect">
            <a:avLst/>
          </a:prstGeom>
          <a:noFill/>
        </p:spPr>
        <p:txBody>
          <a:bodyPr wrap="none" rtlCol="0">
            <a:spAutoFit/>
          </a:bodyPr>
          <a:lstStyle/>
          <a:p>
            <a:r>
              <a:rPr lang="es-CO">
                <a:hlinkClick r:id="rId2"/>
              </a:rPr>
              <a:t>https://dzone.com/articles/data-visualization-software?edition=675394</a:t>
            </a:r>
            <a:endParaRPr lang="es-CO"/>
          </a:p>
          <a:p>
            <a:r>
              <a:rPr lang="es-CO">
                <a:hlinkClick r:id="rId3"/>
              </a:rPr>
              <a:t>https://bootcamp.uxdesign.cc/design-a-data-visualization-dashboard-25f04b182dd5</a:t>
            </a:r>
            <a:r>
              <a:rPr lang="es-CO"/>
              <a:t>  </a:t>
            </a:r>
          </a:p>
        </p:txBody>
      </p:sp>
    </p:spTree>
    <p:extLst>
      <p:ext uri="{BB962C8B-B14F-4D97-AF65-F5344CB8AC3E}">
        <p14:creationId xmlns:p14="http://schemas.microsoft.com/office/powerpoint/2010/main" val="2069656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FD757B-4FEE-485F-ABFF-7E04E7C7AB77}"/>
              </a:ext>
            </a:extLst>
          </p:cNvPr>
          <p:cNvSpPr>
            <a:spLocks noGrp="1"/>
          </p:cNvSpPr>
          <p:nvPr>
            <p:ph type="title"/>
          </p:nvPr>
        </p:nvSpPr>
        <p:spPr>
          <a:xfrm>
            <a:off x="838200" y="143599"/>
            <a:ext cx="10515600" cy="712561"/>
          </a:xfrm>
        </p:spPr>
        <p:style>
          <a:lnRef idx="1">
            <a:schemeClr val="accent3"/>
          </a:lnRef>
          <a:fillRef idx="2">
            <a:schemeClr val="accent3"/>
          </a:fillRef>
          <a:effectRef idx="1">
            <a:schemeClr val="accent3"/>
          </a:effectRef>
          <a:fontRef idx="minor">
            <a:schemeClr val="dk1"/>
          </a:fontRef>
        </p:style>
        <p:txBody>
          <a:bodyPr/>
          <a:lstStyle/>
          <a:p>
            <a:r>
              <a:rPr lang="es-ES"/>
              <a:t>Análisis Grafico. Análisis de 1 variable</a:t>
            </a:r>
            <a:endParaRPr lang="es-CO"/>
          </a:p>
        </p:txBody>
      </p:sp>
      <p:pic>
        <p:nvPicPr>
          <p:cNvPr id="14" name="Imagen 13">
            <a:extLst>
              <a:ext uri="{FF2B5EF4-FFF2-40B4-BE49-F238E27FC236}">
                <a16:creationId xmlns:a16="http://schemas.microsoft.com/office/drawing/2014/main" id="{5A1DCA36-6050-4495-A7AD-07F6FC186A85}"/>
              </a:ext>
            </a:extLst>
          </p:cNvPr>
          <p:cNvPicPr>
            <a:picLocks noChangeAspect="1"/>
          </p:cNvPicPr>
          <p:nvPr/>
        </p:nvPicPr>
        <p:blipFill>
          <a:blip r:embed="rId2"/>
          <a:stretch>
            <a:fillRect/>
          </a:stretch>
        </p:blipFill>
        <p:spPr>
          <a:xfrm>
            <a:off x="589301" y="977568"/>
            <a:ext cx="11241998" cy="5736833"/>
          </a:xfrm>
          <a:prstGeom prst="rect">
            <a:avLst/>
          </a:prstGeom>
        </p:spPr>
      </p:pic>
    </p:spTree>
    <p:extLst>
      <p:ext uri="{BB962C8B-B14F-4D97-AF65-F5344CB8AC3E}">
        <p14:creationId xmlns:p14="http://schemas.microsoft.com/office/powerpoint/2010/main" val="389858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E7883E-45C7-4B4B-B054-87E533416915}"/>
              </a:ext>
            </a:extLst>
          </p:cNvPr>
          <p:cNvSpPr>
            <a:spLocks noGrp="1"/>
          </p:cNvSpPr>
          <p:nvPr>
            <p:ph type="title"/>
          </p:nvPr>
        </p:nvSpPr>
        <p:spPr/>
        <p:txBody>
          <a:bodyPr/>
          <a:lstStyle/>
          <a:p>
            <a:r>
              <a:rPr lang="es-ES"/>
              <a:t>Análisis Grafico</a:t>
            </a:r>
            <a:endParaRPr lang="es-CO"/>
          </a:p>
        </p:txBody>
      </p:sp>
      <p:pic>
        <p:nvPicPr>
          <p:cNvPr id="3" name="Imagen 2">
            <a:extLst>
              <a:ext uri="{FF2B5EF4-FFF2-40B4-BE49-F238E27FC236}">
                <a16:creationId xmlns:a16="http://schemas.microsoft.com/office/drawing/2014/main" id="{A1F7D627-D32E-445C-BCAB-AF0D0E777E0A}"/>
              </a:ext>
            </a:extLst>
          </p:cNvPr>
          <p:cNvPicPr>
            <a:picLocks noChangeAspect="1"/>
          </p:cNvPicPr>
          <p:nvPr/>
        </p:nvPicPr>
        <p:blipFill>
          <a:blip r:embed="rId2"/>
          <a:stretch>
            <a:fillRect/>
          </a:stretch>
        </p:blipFill>
        <p:spPr>
          <a:xfrm>
            <a:off x="1195387" y="2124075"/>
            <a:ext cx="9172575" cy="2609850"/>
          </a:xfrm>
          <a:prstGeom prst="rect">
            <a:avLst/>
          </a:prstGeom>
        </p:spPr>
      </p:pic>
      <p:sp>
        <p:nvSpPr>
          <p:cNvPr id="4" name="CuadroTexto 3">
            <a:extLst>
              <a:ext uri="{FF2B5EF4-FFF2-40B4-BE49-F238E27FC236}">
                <a16:creationId xmlns:a16="http://schemas.microsoft.com/office/drawing/2014/main" id="{DE05ACA0-BC54-43FB-9ADB-50012DB91DA9}"/>
              </a:ext>
            </a:extLst>
          </p:cNvPr>
          <p:cNvSpPr txBox="1"/>
          <p:nvPr/>
        </p:nvSpPr>
        <p:spPr>
          <a:xfrm>
            <a:off x="585809" y="5812972"/>
            <a:ext cx="11606191" cy="369332"/>
          </a:xfrm>
          <a:prstGeom prst="rect">
            <a:avLst/>
          </a:prstGeom>
          <a:noFill/>
        </p:spPr>
        <p:txBody>
          <a:bodyPr wrap="none" rtlCol="0">
            <a:spAutoFit/>
          </a:bodyPr>
          <a:lstStyle/>
          <a:p>
            <a:r>
              <a:rPr lang="es-CO">
                <a:hlinkClick r:id="rId3"/>
              </a:rPr>
              <a:t>https://towardsdatascience.com/improve-your-analytics-projects-w-these-data-distributions-visualizations-7ba3821f2092</a:t>
            </a:r>
            <a:r>
              <a:rPr lang="es-CO"/>
              <a:t> </a:t>
            </a:r>
          </a:p>
        </p:txBody>
      </p:sp>
    </p:spTree>
    <p:extLst>
      <p:ext uri="{BB962C8B-B14F-4D97-AF65-F5344CB8AC3E}">
        <p14:creationId xmlns:p14="http://schemas.microsoft.com/office/powerpoint/2010/main" val="28482779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F047A1-09C2-43F6-A011-ABAB8A6C031B}"/>
              </a:ext>
            </a:extLst>
          </p:cNvPr>
          <p:cNvSpPr>
            <a:spLocks noGrp="1"/>
          </p:cNvSpPr>
          <p:nvPr>
            <p:ph type="title"/>
          </p:nvPr>
        </p:nvSpPr>
        <p:spPr>
          <a:xfrm>
            <a:off x="126124" y="621792"/>
            <a:ext cx="5817475" cy="5504688"/>
          </a:xfrm>
        </p:spPr>
        <p:txBody>
          <a:bodyPr>
            <a:normAutofit/>
          </a:bodyPr>
          <a:lstStyle/>
          <a:p>
            <a:r>
              <a:rPr lang="es-ES" sz="4800"/>
              <a:t>Estadística Descriptiva:</a:t>
            </a:r>
            <a:br>
              <a:rPr lang="es-ES" sz="4800"/>
            </a:br>
            <a:r>
              <a:rPr lang="es-ES" sz="4800"/>
              <a:t> </a:t>
            </a:r>
            <a:br>
              <a:rPr lang="es-ES" sz="4800"/>
            </a:br>
            <a:r>
              <a:rPr lang="es-ES" sz="4800"/>
              <a:t>Análisis de 2 variables</a:t>
            </a:r>
            <a:endParaRPr lang="es-CO" sz="4800"/>
          </a:p>
        </p:txBody>
      </p:sp>
      <p:sp>
        <p:nvSpPr>
          <p:cNvPr id="9" name="Rectangle 8">
            <a:extLst>
              <a:ext uri="{FF2B5EF4-FFF2-40B4-BE49-F238E27FC236}">
                <a16:creationId xmlns:a16="http://schemas.microsoft.com/office/drawing/2014/main" id="{2F56F8EA-3356-4455-9899-320874F6E4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6124" cy="6858000"/>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Marcador de contenido 2">
            <a:extLst>
              <a:ext uri="{FF2B5EF4-FFF2-40B4-BE49-F238E27FC236}">
                <a16:creationId xmlns:a16="http://schemas.microsoft.com/office/drawing/2014/main" id="{DBCFA9E4-875C-47DF-95F5-AF58F99E09A5}"/>
              </a:ext>
            </a:extLst>
          </p:cNvPr>
          <p:cNvGraphicFramePr>
            <a:graphicFrameLocks noGrp="1"/>
          </p:cNvGraphicFramePr>
          <p:nvPr>
            <p:ph idx="1"/>
            <p:extLst>
              <p:ext uri="{D42A27DB-BD31-4B8C-83A1-F6EECF244321}">
                <p14:modId xmlns:p14="http://schemas.microsoft.com/office/powerpoint/2010/main" val="4203842632"/>
              </p:ext>
            </p:extLst>
          </p:nvPr>
        </p:nvGraphicFramePr>
        <p:xfrm>
          <a:off x="6099048" y="621792"/>
          <a:ext cx="525780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02966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5D8BC3-9750-4900-AD0B-113E06D34C5A}"/>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Ejemplo de tabla de distribución de frecuencias</a:t>
            </a:r>
          </a:p>
        </p:txBody>
      </p:sp>
      <p:pic>
        <p:nvPicPr>
          <p:cNvPr id="7" name="Imagen 6">
            <a:extLst>
              <a:ext uri="{FF2B5EF4-FFF2-40B4-BE49-F238E27FC236}">
                <a16:creationId xmlns:a16="http://schemas.microsoft.com/office/drawing/2014/main" id="{7AA97291-CC36-43D2-B2A2-4BB62EB95D22}"/>
              </a:ext>
            </a:extLst>
          </p:cNvPr>
          <p:cNvPicPr>
            <a:picLocks noChangeAspect="1"/>
          </p:cNvPicPr>
          <p:nvPr/>
        </p:nvPicPr>
        <p:blipFill>
          <a:blip r:embed="rId2"/>
          <a:stretch>
            <a:fillRect/>
          </a:stretch>
        </p:blipFill>
        <p:spPr>
          <a:xfrm>
            <a:off x="4255311" y="961812"/>
            <a:ext cx="6754776" cy="4930987"/>
          </a:xfrm>
          <a:prstGeom prst="rect">
            <a:avLst/>
          </a:prstGeom>
        </p:spPr>
      </p:pic>
    </p:spTree>
    <p:extLst>
      <p:ext uri="{BB962C8B-B14F-4D97-AF65-F5344CB8AC3E}">
        <p14:creationId xmlns:p14="http://schemas.microsoft.com/office/powerpoint/2010/main" val="361036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635D14-5C5A-4405-AF3C-95783AB5519D}"/>
              </a:ext>
            </a:extLst>
          </p:cNvPr>
          <p:cNvSpPr>
            <a:spLocks noGrp="1"/>
          </p:cNvSpPr>
          <p:nvPr>
            <p:ph type="title"/>
          </p:nvPr>
        </p:nvSpPr>
        <p:spPr>
          <a:xfrm>
            <a:off x="838200" y="381317"/>
            <a:ext cx="10515600" cy="1325563"/>
          </a:xfrm>
        </p:spPr>
        <p:txBody>
          <a:bodyPr>
            <a:normAutofit/>
          </a:bodyPr>
          <a:lstStyle/>
          <a:p>
            <a:r>
              <a:rPr lang="es-CO"/>
              <a:t>Ejemplos</a:t>
            </a:r>
          </a:p>
        </p:txBody>
      </p:sp>
      <p:sp>
        <p:nvSpPr>
          <p:cNvPr id="3" name="Content Placeholder 2">
            <a:extLst>
              <a:ext uri="{FF2B5EF4-FFF2-40B4-BE49-F238E27FC236}">
                <a16:creationId xmlns:a16="http://schemas.microsoft.com/office/drawing/2014/main" id="{60D50DA1-7066-4B13-B790-DDD078D88BB9}"/>
              </a:ext>
            </a:extLst>
          </p:cNvPr>
          <p:cNvSpPr>
            <a:spLocks noGrp="1"/>
          </p:cNvSpPr>
          <p:nvPr>
            <p:ph idx="1"/>
          </p:nvPr>
        </p:nvSpPr>
        <p:spPr>
          <a:xfrm>
            <a:off x="838200" y="2029777"/>
            <a:ext cx="10515600" cy="2798445"/>
          </a:xfrm>
        </p:spPr>
        <p:txBody>
          <a:bodyPr vert="horz" lIns="91440" tIns="45720" rIns="91440" bIns="45720" rtlCol="0" anchor="t">
            <a:normAutofit/>
          </a:bodyPr>
          <a:lstStyle/>
          <a:p>
            <a:r>
              <a:rPr lang="es-CO" sz="2400" dirty="0"/>
              <a:t>Una variable</a:t>
            </a:r>
          </a:p>
          <a:p>
            <a:pPr lvl="1"/>
            <a:r>
              <a:rPr lang="es-CO" dirty="0"/>
              <a:t>Numéricas</a:t>
            </a:r>
            <a:endParaRPr lang="es-CO" dirty="0">
              <a:ea typeface="Calibri"/>
              <a:cs typeface="Calibri"/>
            </a:endParaRPr>
          </a:p>
          <a:p>
            <a:pPr lvl="2"/>
            <a:r>
              <a:rPr lang="es-CO" sz="2400" dirty="0"/>
              <a:t>¿</a:t>
            </a:r>
            <a:r>
              <a:rPr lang="es-CO" sz="2400"/>
              <a:t>Cuál</a:t>
            </a:r>
            <a:r>
              <a:rPr lang="es-CO" sz="2400" dirty="0"/>
              <a:t> es la relación entre temperatura y </a:t>
            </a:r>
            <a:r>
              <a:rPr lang="es-CO" sz="2400" err="1"/>
              <a:t>tiempofueradecasa</a:t>
            </a:r>
            <a:r>
              <a:rPr lang="es-CO" sz="2400" dirty="0"/>
              <a:t>?</a:t>
            </a:r>
            <a:endParaRPr lang="es-CO" sz="2400" dirty="0">
              <a:ea typeface="Calibri"/>
              <a:cs typeface="Calibri"/>
            </a:endParaRPr>
          </a:p>
          <a:p>
            <a:pPr lvl="1"/>
            <a:r>
              <a:rPr lang="es-CO" dirty="0"/>
              <a:t>Categóricas</a:t>
            </a:r>
            <a:endParaRPr lang="es-CO" dirty="0">
              <a:ea typeface="Calibri"/>
              <a:cs typeface="Calibri"/>
            </a:endParaRPr>
          </a:p>
          <a:p>
            <a:pPr lvl="2"/>
            <a:r>
              <a:rPr lang="es-CO" sz="2400" dirty="0"/>
              <a:t>¿Cuál es la relación entre sitio visitado y estado del tiempo?</a:t>
            </a:r>
            <a:endParaRPr lang="es-CO" sz="2400" dirty="0">
              <a:ea typeface="Calibri"/>
              <a:cs typeface="Calibri"/>
            </a:endParaRPr>
          </a:p>
        </p:txBody>
      </p:sp>
    </p:spTree>
    <p:extLst>
      <p:ext uri="{BB962C8B-B14F-4D97-AF65-F5344CB8AC3E}">
        <p14:creationId xmlns:p14="http://schemas.microsoft.com/office/powerpoint/2010/main" val="19218396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FD757B-4FEE-485F-ABFF-7E04E7C7AB77}"/>
              </a:ext>
            </a:extLst>
          </p:cNvPr>
          <p:cNvSpPr>
            <a:spLocks noGrp="1"/>
          </p:cNvSpPr>
          <p:nvPr>
            <p:ph type="title"/>
          </p:nvPr>
        </p:nvSpPr>
        <p:spPr>
          <a:xfrm>
            <a:off x="838200" y="143599"/>
            <a:ext cx="10515600" cy="712561"/>
          </a:xfrm>
        </p:spPr>
        <p:style>
          <a:lnRef idx="1">
            <a:schemeClr val="accent3"/>
          </a:lnRef>
          <a:fillRef idx="2">
            <a:schemeClr val="accent3"/>
          </a:fillRef>
          <a:effectRef idx="1">
            <a:schemeClr val="accent3"/>
          </a:effectRef>
          <a:fontRef idx="minor">
            <a:schemeClr val="dk1"/>
          </a:fontRef>
        </p:style>
        <p:txBody>
          <a:bodyPr/>
          <a:lstStyle/>
          <a:p>
            <a:r>
              <a:rPr lang="es-ES"/>
              <a:t>Análisis Grafico. Análisis de 2 variables</a:t>
            </a:r>
            <a:endParaRPr lang="es-CO"/>
          </a:p>
        </p:txBody>
      </p:sp>
      <p:pic>
        <p:nvPicPr>
          <p:cNvPr id="8" name="Imagen 7">
            <a:extLst>
              <a:ext uri="{FF2B5EF4-FFF2-40B4-BE49-F238E27FC236}">
                <a16:creationId xmlns:a16="http://schemas.microsoft.com/office/drawing/2014/main" id="{9478F7F9-C2E8-4687-9DBE-5ADC138A41BD}"/>
              </a:ext>
            </a:extLst>
          </p:cNvPr>
          <p:cNvPicPr>
            <a:picLocks noChangeAspect="1"/>
          </p:cNvPicPr>
          <p:nvPr/>
        </p:nvPicPr>
        <p:blipFill>
          <a:blip r:embed="rId2"/>
          <a:stretch>
            <a:fillRect/>
          </a:stretch>
        </p:blipFill>
        <p:spPr>
          <a:xfrm>
            <a:off x="654075" y="1713928"/>
            <a:ext cx="11150550" cy="4401693"/>
          </a:xfrm>
          <a:prstGeom prst="rect">
            <a:avLst/>
          </a:prstGeom>
        </p:spPr>
      </p:pic>
    </p:spTree>
    <p:extLst>
      <p:ext uri="{BB962C8B-B14F-4D97-AF65-F5344CB8AC3E}">
        <p14:creationId xmlns:p14="http://schemas.microsoft.com/office/powerpoint/2010/main" val="2414181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ítulo 1">
            <a:extLst>
              <a:ext uri="{FF2B5EF4-FFF2-40B4-BE49-F238E27FC236}">
                <a16:creationId xmlns:a16="http://schemas.microsoft.com/office/drawing/2014/main" id="{BAF047A1-09C2-43F6-A011-ABAB8A6C031B}"/>
              </a:ext>
            </a:extLst>
          </p:cNvPr>
          <p:cNvSpPr>
            <a:spLocks noGrp="1"/>
          </p:cNvSpPr>
          <p:nvPr>
            <p:ph type="title"/>
          </p:nvPr>
        </p:nvSpPr>
        <p:spPr>
          <a:xfrm>
            <a:off x="838200" y="643467"/>
            <a:ext cx="2951205" cy="5571066"/>
          </a:xfrm>
        </p:spPr>
        <p:txBody>
          <a:bodyPr>
            <a:normAutofit/>
          </a:bodyPr>
          <a:lstStyle/>
          <a:p>
            <a:r>
              <a:rPr lang="es-ES">
                <a:solidFill>
                  <a:srgbClr val="FFFFFF"/>
                </a:solidFill>
              </a:rPr>
              <a:t>Estadística Descriptiva:</a:t>
            </a:r>
            <a:br>
              <a:rPr lang="es-ES">
                <a:solidFill>
                  <a:srgbClr val="FFFFFF"/>
                </a:solidFill>
              </a:rPr>
            </a:br>
            <a:r>
              <a:rPr lang="es-ES">
                <a:solidFill>
                  <a:srgbClr val="FFFFFF"/>
                </a:solidFill>
              </a:rPr>
              <a:t> </a:t>
            </a:r>
            <a:br>
              <a:rPr lang="es-ES">
                <a:solidFill>
                  <a:srgbClr val="FFFFFF"/>
                </a:solidFill>
              </a:rPr>
            </a:br>
            <a:r>
              <a:rPr lang="es-ES">
                <a:solidFill>
                  <a:srgbClr val="FFFFFF"/>
                </a:solidFill>
              </a:rPr>
              <a:t>Análisis de 3 o más variables</a:t>
            </a:r>
            <a:endParaRPr lang="es-CO">
              <a:solidFill>
                <a:srgbClr val="FFFFFF"/>
              </a:solidFill>
            </a:endParaRPr>
          </a:p>
        </p:txBody>
      </p:sp>
      <p:graphicFrame>
        <p:nvGraphicFramePr>
          <p:cNvPr id="5" name="Marcador de contenido 2">
            <a:extLst>
              <a:ext uri="{FF2B5EF4-FFF2-40B4-BE49-F238E27FC236}">
                <a16:creationId xmlns:a16="http://schemas.microsoft.com/office/drawing/2014/main" id="{DBCFA9E4-875C-47DF-95F5-AF58F99E09A5}"/>
              </a:ext>
            </a:extLst>
          </p:cNvPr>
          <p:cNvGraphicFramePr>
            <a:graphicFrameLocks noGrp="1"/>
          </p:cNvGraphicFramePr>
          <p:nvPr>
            <p:ph idx="1"/>
            <p:extLst>
              <p:ext uri="{D42A27DB-BD31-4B8C-83A1-F6EECF244321}">
                <p14:modId xmlns:p14="http://schemas.microsoft.com/office/powerpoint/2010/main" val="1359508443"/>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224667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B609C7-CB7C-4959-AC1B-48DB8D19E1F0}"/>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es-ES" sz="2600">
                <a:solidFill>
                  <a:srgbClr val="FFFFFF"/>
                </a:solidFill>
              </a:rPr>
              <a:t>3 o mas variables</a:t>
            </a:r>
            <a:endParaRPr lang="es-CO" sz="2600">
              <a:solidFill>
                <a:srgbClr val="FFFFFF"/>
              </a:solidFill>
            </a:endParaRPr>
          </a:p>
        </p:txBody>
      </p:sp>
      <p:pic>
        <p:nvPicPr>
          <p:cNvPr id="4" name="Imagen 3">
            <a:extLst>
              <a:ext uri="{FF2B5EF4-FFF2-40B4-BE49-F238E27FC236}">
                <a16:creationId xmlns:a16="http://schemas.microsoft.com/office/drawing/2014/main" id="{3F9EE21C-63EE-4A13-A0B8-A38DB814E6FF}"/>
              </a:ext>
            </a:extLst>
          </p:cNvPr>
          <p:cNvPicPr>
            <a:picLocks noChangeAspect="1"/>
          </p:cNvPicPr>
          <p:nvPr/>
        </p:nvPicPr>
        <p:blipFill>
          <a:blip r:embed="rId2"/>
          <a:stretch>
            <a:fillRect/>
          </a:stretch>
        </p:blipFill>
        <p:spPr>
          <a:xfrm>
            <a:off x="3939259" y="657226"/>
            <a:ext cx="7670800" cy="5753100"/>
          </a:xfrm>
          <a:prstGeom prst="rect">
            <a:avLst/>
          </a:prstGeom>
        </p:spPr>
      </p:pic>
    </p:spTree>
    <p:extLst>
      <p:ext uri="{BB962C8B-B14F-4D97-AF65-F5344CB8AC3E}">
        <p14:creationId xmlns:p14="http://schemas.microsoft.com/office/powerpoint/2010/main" val="7373321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6" name="Imagen 5"/>
          <p:cNvPicPr>
            <a:picLocks noChangeAspect="1"/>
          </p:cNvPicPr>
          <p:nvPr/>
        </p:nvPicPr>
        <p:blipFill rotWithShape="1">
          <a:blip r:embed="rId2"/>
          <a:srcRect t="8504" b="6910"/>
          <a:stretch/>
        </p:blipFill>
        <p:spPr>
          <a:xfrm>
            <a:off x="-1" y="10"/>
            <a:ext cx="12192000" cy="6857990"/>
          </a:xfrm>
          <a:prstGeom prst="rect">
            <a:avLst/>
          </a:prstGeom>
        </p:spPr>
      </p:pic>
      <p:sp>
        <p:nvSpPr>
          <p:cNvPr id="11"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ítulo 1"/>
          <p:cNvSpPr>
            <a:spLocks noGrp="1"/>
          </p:cNvSpPr>
          <p:nvPr>
            <p:ph type="title"/>
          </p:nvPr>
        </p:nvSpPr>
        <p:spPr>
          <a:xfrm>
            <a:off x="709448" y="1913950"/>
            <a:ext cx="4204137" cy="1342754"/>
          </a:xfrm>
        </p:spPr>
        <p:txBody>
          <a:bodyPr vert="horz" lIns="91440" tIns="45720" rIns="91440" bIns="45720" rtlCol="0" anchor="ctr">
            <a:normAutofit/>
          </a:bodyPr>
          <a:lstStyle/>
          <a:p>
            <a:pPr algn="ctr"/>
            <a:r>
              <a:rPr lang="en-US" sz="3600"/>
              <a:t>Visualización: ver lo que oculta los datos</a:t>
            </a:r>
          </a:p>
        </p:txBody>
      </p:sp>
      <p:cxnSp>
        <p:nvCxnSpPr>
          <p:cNvPr id="13" name="Straight Connector 12">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4" name="Subtítulo 2">
            <a:extLst>
              <a:ext uri="{FF2B5EF4-FFF2-40B4-BE49-F238E27FC236}">
                <a16:creationId xmlns:a16="http://schemas.microsoft.com/office/drawing/2014/main" id="{C5DADCAA-6283-494F-85D3-4B472D7EC3A3}"/>
              </a:ext>
            </a:extLst>
          </p:cNvPr>
          <p:cNvSpPr txBox="1">
            <a:spLocks/>
          </p:cNvSpPr>
          <p:nvPr/>
        </p:nvSpPr>
        <p:spPr>
          <a:xfrm>
            <a:off x="1170973" y="4730377"/>
            <a:ext cx="6391651" cy="57351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r>
              <a:rPr lang="es-CO" sz="1800" b="0" i="0" u="sng">
                <a:solidFill>
                  <a:srgbClr val="1967D2"/>
                </a:solidFill>
                <a:effectLst/>
                <a:latin typeface="Roboto" panose="02000000000000000000" pitchFamily="2" charset="0"/>
                <a:hlinkClick r:id="rId3"/>
              </a:rPr>
              <a:t>https://www.youtube.com/watch?v=jbkSRLYSojo&amp;t=4s</a:t>
            </a:r>
            <a:endParaRPr lang="en-US" sz="1800"/>
          </a:p>
        </p:txBody>
      </p:sp>
    </p:spTree>
    <p:extLst>
      <p:ext uri="{BB962C8B-B14F-4D97-AF65-F5344CB8AC3E}">
        <p14:creationId xmlns:p14="http://schemas.microsoft.com/office/powerpoint/2010/main" val="12941404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DBxIDB35x-V008400_DTH">
            <a:hlinkClick r:id="" action="ppaction://media"/>
            <a:extLst>
              <a:ext uri="{FF2B5EF4-FFF2-40B4-BE49-F238E27FC236}">
                <a16:creationId xmlns:a16="http://schemas.microsoft.com/office/drawing/2014/main" id="{F6B98C80-28DB-4B2D-BDFE-69D17A1F59F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032000" y="1143000"/>
            <a:ext cx="8128000" cy="4572000"/>
          </a:xfrm>
          <a:prstGeom prst="rect">
            <a:avLst/>
          </a:prstGeom>
        </p:spPr>
      </p:pic>
    </p:spTree>
    <p:extLst>
      <p:ext uri="{BB962C8B-B14F-4D97-AF65-F5344CB8AC3E}">
        <p14:creationId xmlns:p14="http://schemas.microsoft.com/office/powerpoint/2010/main" val="4213082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221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2">
            <a:extLst>
              <a:ext uri="{FF2B5EF4-FFF2-40B4-BE49-F238E27FC236}">
                <a16:creationId xmlns:a16="http://schemas.microsoft.com/office/drawing/2014/main" id="{0441F7A7-E431-44B5-BE39-DB3525D577D9}"/>
              </a:ext>
            </a:extLst>
          </p:cNvPr>
          <p:cNvSpPr>
            <a:spLocks noGrp="1"/>
          </p:cNvSpPr>
          <p:nvPr>
            <p:ph type="ctrTitle"/>
          </p:nvPr>
        </p:nvSpPr>
        <p:spPr>
          <a:xfrm>
            <a:off x="6094105" y="802955"/>
            <a:ext cx="4977976" cy="1454051"/>
          </a:xfrm>
        </p:spPr>
        <p:txBody>
          <a:bodyPr vert="horz" lIns="91440" tIns="45720" rIns="91440" bIns="45720" rtlCol="0" anchor="ctr">
            <a:normAutofit/>
          </a:bodyPr>
          <a:lstStyle/>
          <a:p>
            <a:pPr algn="l"/>
            <a:r>
              <a:rPr lang="en-US" sz="4400" kern="1200">
                <a:solidFill>
                  <a:srgbClr val="000000"/>
                </a:solidFill>
                <a:latin typeface="+mj-lt"/>
                <a:ea typeface="+mj-ea"/>
                <a:cs typeface="+mj-cs"/>
              </a:rPr>
              <a:t>Taller de análisis descriptivo</a:t>
            </a:r>
          </a:p>
        </p:txBody>
      </p:sp>
      <p:sp>
        <p:nvSpPr>
          <p:cNvPr id="17"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Graphic 7" descr="Board Room">
            <a:extLst>
              <a:ext uri="{FF2B5EF4-FFF2-40B4-BE49-F238E27FC236}">
                <a16:creationId xmlns:a16="http://schemas.microsoft.com/office/drawing/2014/main" id="{F3DDA4EC-E2D7-43C7-B6A2-58CD94984F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254" y="1629089"/>
            <a:ext cx="3620021" cy="3620021"/>
          </a:xfrm>
          <a:prstGeom prst="rect">
            <a:avLst/>
          </a:prstGeom>
        </p:spPr>
      </p:pic>
      <p:sp>
        <p:nvSpPr>
          <p:cNvPr id="4" name="Subtitle 3">
            <a:extLst>
              <a:ext uri="{FF2B5EF4-FFF2-40B4-BE49-F238E27FC236}">
                <a16:creationId xmlns:a16="http://schemas.microsoft.com/office/drawing/2014/main" id="{FE525038-B2B3-40D6-A47F-F6E846DB6A6F}"/>
              </a:ext>
            </a:extLst>
          </p:cNvPr>
          <p:cNvSpPr>
            <a:spLocks noGrp="1"/>
          </p:cNvSpPr>
          <p:nvPr>
            <p:ph type="subTitle" idx="1"/>
          </p:nvPr>
        </p:nvSpPr>
        <p:spPr>
          <a:xfrm>
            <a:off x="5279009" y="2111604"/>
            <a:ext cx="6570483" cy="4524866"/>
          </a:xfrm>
        </p:spPr>
        <p:txBody>
          <a:bodyPr vert="horz" lIns="91440" tIns="45720" rIns="91440" bIns="45720" rtlCol="0" anchor="ctr">
            <a:normAutofit/>
          </a:bodyPr>
          <a:lstStyle/>
          <a:p>
            <a:pPr indent="-228600" algn="l">
              <a:buFont typeface="Arial" panose="020B0604020202020204" pitchFamily="34" charset="0"/>
              <a:buChar char="•"/>
            </a:pPr>
            <a:r>
              <a:rPr lang="es-CO" sz="2000" dirty="0">
                <a:solidFill>
                  <a:srgbClr val="000000"/>
                </a:solidFill>
              </a:rPr>
              <a:t>Identificar la técnica a utilizar para responder las preguntas descriptivas y ajustarlas de ser necesario.</a:t>
            </a:r>
          </a:p>
          <a:p>
            <a:pPr lvl="1" indent="-228600" algn="l">
              <a:buFont typeface="Arial" panose="020B0604020202020204" pitchFamily="34" charset="0"/>
              <a:buChar char="•"/>
            </a:pPr>
            <a:r>
              <a:rPr lang="es-CO" dirty="0">
                <a:solidFill>
                  <a:srgbClr val="000000"/>
                </a:solidFill>
              </a:rPr>
              <a:t>Para cada pregunta descriptiva de las iniciales determine </a:t>
            </a:r>
            <a:r>
              <a:rPr lang="es-CO">
                <a:solidFill>
                  <a:srgbClr val="000000"/>
                </a:solidFill>
              </a:rPr>
              <a:t>cuál</a:t>
            </a:r>
            <a:r>
              <a:rPr lang="es-CO" dirty="0">
                <a:solidFill>
                  <a:srgbClr val="000000"/>
                </a:solidFill>
              </a:rPr>
              <a:t> de las técnicas de análisis numérico o grafico se podría utilizar para responderlas.</a:t>
            </a:r>
            <a:endParaRPr lang="es-CO" dirty="0">
              <a:solidFill>
                <a:srgbClr val="000000"/>
              </a:solidFill>
              <a:ea typeface="Calibri"/>
              <a:cs typeface="Calibri"/>
            </a:endParaRPr>
          </a:p>
          <a:p>
            <a:pPr indent="-228600" algn="l">
              <a:buFont typeface="Arial" panose="020B0604020202020204" pitchFamily="34" charset="0"/>
              <a:buChar char="•"/>
            </a:pPr>
            <a:r>
              <a:rPr lang="es-CO" sz="2000" dirty="0">
                <a:solidFill>
                  <a:srgbClr val="000000"/>
                </a:solidFill>
              </a:rPr>
              <a:t>Para ver ejemplos de </a:t>
            </a:r>
            <a:r>
              <a:rPr lang="es-CO" sz="2000">
                <a:solidFill>
                  <a:srgbClr val="000000"/>
                </a:solidFill>
              </a:rPr>
              <a:t>cómo</a:t>
            </a:r>
            <a:r>
              <a:rPr lang="es-CO" sz="2000" dirty="0">
                <a:solidFill>
                  <a:srgbClr val="000000"/>
                </a:solidFill>
              </a:rPr>
              <a:t> se realiza el análisis exploratorio revisar</a:t>
            </a:r>
            <a:endParaRPr lang="es-CO" sz="2000" dirty="0">
              <a:solidFill>
                <a:srgbClr val="000000"/>
              </a:solidFill>
              <a:ea typeface="Calibri"/>
              <a:cs typeface="Calibri"/>
            </a:endParaRPr>
          </a:p>
          <a:p>
            <a:pPr lvl="1" indent="-228600" algn="l">
              <a:buFont typeface="Arial" panose="020B0604020202020204" pitchFamily="34" charset="0"/>
              <a:buChar char="•"/>
            </a:pPr>
            <a:r>
              <a:rPr lang="es-CO" dirty="0">
                <a:solidFill>
                  <a:srgbClr val="000000"/>
                </a:solidFill>
              </a:rPr>
              <a:t>Kaggle.com</a:t>
            </a:r>
            <a:endParaRPr lang="es-CO" dirty="0">
              <a:solidFill>
                <a:srgbClr val="000000"/>
              </a:solidFill>
              <a:ea typeface="Calibri" panose="020F0502020204030204"/>
              <a:cs typeface="Calibri" panose="020F0502020204030204"/>
            </a:endParaRPr>
          </a:p>
          <a:p>
            <a:pPr lvl="1" indent="-228600" algn="l">
              <a:buFont typeface="Arial" panose="020B0604020202020204" pitchFamily="34" charset="0"/>
              <a:buChar char="•"/>
            </a:pPr>
            <a:r>
              <a:rPr lang="es-CO" err="1">
                <a:solidFill>
                  <a:srgbClr val="000000"/>
                </a:solidFill>
              </a:rPr>
              <a:t>Data.world</a:t>
            </a:r>
            <a:endParaRPr lang="es-CO">
              <a:solidFill>
                <a:srgbClr val="000000"/>
              </a:solidFill>
            </a:endParaRPr>
          </a:p>
          <a:p>
            <a:pPr lvl="1" indent="-228600" algn="l">
              <a:buFont typeface="Arial" panose="020B0604020202020204" pitchFamily="34" charset="0"/>
              <a:buChar char="•"/>
            </a:pPr>
            <a:r>
              <a:rPr lang="es-CO" dirty="0">
                <a:solidFill>
                  <a:srgbClr val="000000"/>
                </a:solidFill>
              </a:rPr>
              <a:t>D3js</a:t>
            </a:r>
            <a:endParaRPr lang="es-CO" dirty="0">
              <a:solidFill>
                <a:srgbClr val="000000"/>
              </a:solidFill>
              <a:ea typeface="Calibri"/>
              <a:cs typeface="Calibri"/>
            </a:endParaRPr>
          </a:p>
          <a:p>
            <a:pPr lvl="1" indent="-228600" algn="l">
              <a:buFont typeface="Arial" panose="020B0604020202020204" pitchFamily="34" charset="0"/>
              <a:buChar char="•"/>
            </a:pPr>
            <a:r>
              <a:rPr lang="es-CO" err="1">
                <a:solidFill>
                  <a:srgbClr val="000000"/>
                </a:solidFill>
              </a:rPr>
              <a:t>Gapminder</a:t>
            </a:r>
            <a:endParaRPr lang="es-CO">
              <a:solidFill>
                <a:srgbClr val="000000"/>
              </a:solidFill>
            </a:endParaRPr>
          </a:p>
          <a:p>
            <a:pPr lvl="1" indent="-228600" algn="l">
              <a:buFont typeface="Arial" panose="020B0604020202020204" pitchFamily="34" charset="0"/>
              <a:buChar char="•"/>
            </a:pPr>
            <a:r>
              <a:rPr lang="es-CO" err="1">
                <a:solidFill>
                  <a:srgbClr val="000000"/>
                </a:solidFill>
              </a:rPr>
              <a:t>Socrata</a:t>
            </a:r>
            <a:endParaRPr lang="es-CO">
              <a:solidFill>
                <a:srgbClr val="000000"/>
              </a:solidFill>
            </a:endParaRPr>
          </a:p>
          <a:p>
            <a:pPr indent="-228600" algn="l">
              <a:buFont typeface="Arial" panose="020B0604020202020204" pitchFamily="34" charset="0"/>
              <a:buChar char="•"/>
            </a:pPr>
            <a:r>
              <a:rPr lang="es-CO" sz="2000" dirty="0">
                <a:solidFill>
                  <a:srgbClr val="000000"/>
                </a:solidFill>
              </a:rPr>
              <a:t>Ajuste las preguntes si cree que es necesario</a:t>
            </a:r>
            <a:endParaRPr lang="es-CO" sz="2000" dirty="0">
              <a:solidFill>
                <a:srgbClr val="000000"/>
              </a:solidFill>
              <a:ea typeface="Calibri"/>
              <a:cs typeface="Calibri"/>
            </a:endParaRPr>
          </a:p>
        </p:txBody>
      </p:sp>
    </p:spTree>
    <p:extLst>
      <p:ext uri="{BB962C8B-B14F-4D97-AF65-F5344CB8AC3E}">
        <p14:creationId xmlns:p14="http://schemas.microsoft.com/office/powerpoint/2010/main" val="37494310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30</Slides>
  <Notes>1</Notes>
  <HiddenSlides>1</HiddenSlide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PowerPoint Presentation</vt:lpstr>
      <vt:lpstr>Cross Industry Standard Process for Data Mining</vt:lpstr>
      <vt:lpstr>Etapas del Análisis de Datos</vt:lpstr>
      <vt:lpstr>Preparar los Datos para el análisis</vt:lpstr>
      <vt:lpstr>Tiempo empleado en las diferentes tareas</vt:lpstr>
      <vt:lpstr>PowerPoint Presentation</vt:lpstr>
      <vt:lpstr>Tipos de errores en los datos</vt:lpstr>
      <vt:lpstr>El arte de preparar sus datos</vt:lpstr>
      <vt:lpstr>6 formas diferentes de compensar los valores faltantes</vt:lpstr>
      <vt:lpstr>Etapas del Análisis de Datos</vt:lpstr>
      <vt:lpstr>Construir los modelos de análisis</vt:lpstr>
      <vt:lpstr>Estadística es la base del EDA</vt:lpstr>
      <vt:lpstr>Probabilidad para la ciencia de datos y las variables aleatorias</vt:lpstr>
      <vt:lpstr>Muestreo</vt:lpstr>
      <vt:lpstr>Análisis Exploratorio de Datos EDA</vt:lpstr>
      <vt:lpstr>Estadística Descriptiva:   Análisis de 1 variable</vt:lpstr>
      <vt:lpstr>Ejemplos</vt:lpstr>
      <vt:lpstr>Análisis Grafico</vt:lpstr>
      <vt:lpstr>Análisis Grafico</vt:lpstr>
      <vt:lpstr>Análisis Grafico. Análisis de 1 variable</vt:lpstr>
      <vt:lpstr>Análisis Grafico</vt:lpstr>
      <vt:lpstr>Estadística Descriptiva:   Análisis de 2 variables</vt:lpstr>
      <vt:lpstr>Ejemplo de tabla de distribución de frecuencias</vt:lpstr>
      <vt:lpstr>Ejemplos</vt:lpstr>
      <vt:lpstr>Análisis Grafico. Análisis de 2 variables</vt:lpstr>
      <vt:lpstr>Estadística Descriptiva:   Análisis de 3 o más variables</vt:lpstr>
      <vt:lpstr>3 o mas variables</vt:lpstr>
      <vt:lpstr>Visualización: ver lo que oculta los datos</vt:lpstr>
      <vt:lpstr>PowerPoint Presentation</vt:lpstr>
      <vt:lpstr>Taller de análisis descriptivo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Analisis Descriptivo y Análisis Exploratorio de los Datos</dc:title>
  <dc:creator>Jorge Mario calvo</dc:creator>
  <cp:revision>9</cp:revision>
  <dcterms:created xsi:type="dcterms:W3CDTF">2020-07-22T15:01:12Z</dcterms:created>
  <dcterms:modified xsi:type="dcterms:W3CDTF">2024-04-22T03:08:17Z</dcterms:modified>
</cp:coreProperties>
</file>