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5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300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561" r:id="rId33"/>
    <p:sldId id="610" r:id="rId34"/>
    <p:sldId id="609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611" r:id="rId50"/>
    <p:sldId id="299" r:id="rId51"/>
  </p:sldIdLst>
  <p:sldSz cx="9144000" cy="5143500" type="screen16x9"/>
  <p:notesSz cx="6858000" cy="9144000"/>
  <p:embeddedFontLst>
    <p:embeddedFont>
      <p:font typeface="Barlow" panose="00000500000000000000" pitchFamily="2" charset="0"/>
      <p:regular r:id="rId53"/>
      <p:bold r:id="rId54"/>
      <p:italic r:id="rId55"/>
      <p:boldItalic r:id="rId56"/>
    </p:embeddedFont>
    <p:embeddedFont>
      <p:font typeface="Montserrat" panose="00000500000000000000" pitchFamily="2" charset="0"/>
      <p:regular r:id="rId57"/>
      <p:bold r:id="rId58"/>
      <p:italic r:id="rId59"/>
      <p:boldItalic r:id="rId60"/>
    </p:embeddedFont>
    <p:embeddedFont>
      <p:font typeface="Proxima Nova" panose="020B0604020202020204" charset="0"/>
      <p:regular r:id="rId61"/>
      <p:bold r:id="rId62"/>
      <p:italic r:id="rId63"/>
      <p:boldItalic r:id="rId64"/>
    </p:embeddedFont>
    <p:embeddedFont>
      <p:font typeface="Proxima Nova Semibold" panose="020B0604020202020204" charset="0"/>
      <p:regular r:id="rId65"/>
      <p:bold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8" roundtripDataSignature="AMtx7mg6yBlbTgeo6VPUCCPVXHAzeEzJ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F634B5-3EFB-4544-B066-84FEEEB5A3B6}" v="11" dt="2024-03-13T21:33:52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68" autoAdjust="0"/>
  </p:normalViewPr>
  <p:slideViewPr>
    <p:cSldViewPr snapToGrid="0">
      <p:cViewPr varScale="1">
        <p:scale>
          <a:sx n="83" d="100"/>
          <a:sy n="83" d="100"/>
        </p:scale>
        <p:origin x="14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11.fntdata"/><Relationship Id="rId68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openxmlformats.org/officeDocument/2006/relationships/font" Target="fonts/font14.fntdata"/><Relationship Id="rId74" Type="http://schemas.microsoft.com/office/2015/10/relationships/revisionInfo" Target="revisionInfo.xml"/><Relationship Id="rId5" Type="http://schemas.openxmlformats.org/officeDocument/2006/relationships/slide" Target="slides/slide3.xml"/><Relationship Id="rId61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font" Target="fonts/font4.fntdata"/><Relationship Id="rId64" Type="http://schemas.openxmlformats.org/officeDocument/2006/relationships/font" Target="fonts/font12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7.fntdata"/><Relationship Id="rId67" Type="http://schemas.openxmlformats.org/officeDocument/2006/relationships/font" Target="fonts/font15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font" Target="fonts/font2.fntdata"/><Relationship Id="rId62" Type="http://schemas.openxmlformats.org/officeDocument/2006/relationships/font" Target="fonts/font1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font" Target="fonts/font5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openxmlformats.org/officeDocument/2006/relationships/font" Target="fonts/font13.fntdata"/><Relationship Id="rId73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font" Target="fonts/font3.fntdata"/><Relationship Id="rId7" Type="http://schemas.openxmlformats.org/officeDocument/2006/relationships/slide" Target="slides/slide5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DANILO MUÑOZ CAÑON" userId="29f64d73-8b12-4c53-a9f3-1c223397a229" providerId="ADAL" clId="{6AF634B5-3EFB-4544-B066-84FEEEB5A3B6}"/>
    <pc:docChg chg="undo custSel addSld modSld">
      <pc:chgData name="NORBEY DANILO MUÑOZ CAÑON" userId="29f64d73-8b12-4c53-a9f3-1c223397a229" providerId="ADAL" clId="{6AF634B5-3EFB-4544-B066-84FEEEB5A3B6}" dt="2024-03-13T21:33:52.851" v="292" actId="20577"/>
      <pc:docMkLst>
        <pc:docMk/>
      </pc:docMkLst>
      <pc:sldChg chg="modSp mod">
        <pc:chgData name="NORBEY DANILO MUÑOZ CAÑON" userId="29f64d73-8b12-4c53-a9f3-1c223397a229" providerId="ADAL" clId="{6AF634B5-3EFB-4544-B066-84FEEEB5A3B6}" dt="2024-03-04T17:07:17.143" v="7" actId="5793"/>
        <pc:sldMkLst>
          <pc:docMk/>
          <pc:sldMk cId="0" sldId="260"/>
        </pc:sldMkLst>
        <pc:spChg chg="mod">
          <ac:chgData name="NORBEY DANILO MUÑOZ CAÑON" userId="29f64d73-8b12-4c53-a9f3-1c223397a229" providerId="ADAL" clId="{6AF634B5-3EFB-4544-B066-84FEEEB5A3B6}" dt="2024-03-04T17:07:17.143" v="7" actId="5793"/>
          <ac:spMkLst>
            <pc:docMk/>
            <pc:sldMk cId="0" sldId="260"/>
            <ac:spMk id="65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07:43.034" v="9" actId="20577"/>
        <pc:sldMkLst>
          <pc:docMk/>
          <pc:sldMk cId="0" sldId="261"/>
        </pc:sldMkLst>
        <pc:spChg chg="mod">
          <ac:chgData name="NORBEY DANILO MUÑOZ CAÑON" userId="29f64d73-8b12-4c53-a9f3-1c223397a229" providerId="ADAL" clId="{6AF634B5-3EFB-4544-B066-84FEEEB5A3B6}" dt="2024-03-04T17:07:43.034" v="9" actId="20577"/>
          <ac:spMkLst>
            <pc:docMk/>
            <pc:sldMk cId="0" sldId="261"/>
            <ac:spMk id="72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08:09.133" v="11" actId="5793"/>
        <pc:sldMkLst>
          <pc:docMk/>
          <pc:sldMk cId="0" sldId="262"/>
        </pc:sldMkLst>
        <pc:spChg chg="mod">
          <ac:chgData name="NORBEY DANILO MUÑOZ CAÑON" userId="29f64d73-8b12-4c53-a9f3-1c223397a229" providerId="ADAL" clId="{6AF634B5-3EFB-4544-B066-84FEEEB5A3B6}" dt="2024-03-04T17:08:09.133" v="11" actId="5793"/>
          <ac:spMkLst>
            <pc:docMk/>
            <pc:sldMk cId="0" sldId="262"/>
            <ac:spMk id="78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09:37.160" v="31" actId="20577"/>
        <pc:sldMkLst>
          <pc:docMk/>
          <pc:sldMk cId="0" sldId="264"/>
        </pc:sldMkLst>
        <pc:spChg chg="mod">
          <ac:chgData name="NORBEY DANILO MUÑOZ CAÑON" userId="29f64d73-8b12-4c53-a9f3-1c223397a229" providerId="ADAL" clId="{6AF634B5-3EFB-4544-B066-84FEEEB5A3B6}" dt="2024-03-04T17:09:37.160" v="31" actId="20577"/>
          <ac:spMkLst>
            <pc:docMk/>
            <pc:sldMk cId="0" sldId="264"/>
            <ac:spMk id="90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14:17.189" v="41" actId="20577"/>
        <pc:sldMkLst>
          <pc:docMk/>
          <pc:sldMk cId="0" sldId="268"/>
        </pc:sldMkLst>
        <pc:spChg chg="mod">
          <ac:chgData name="NORBEY DANILO MUÑOZ CAÑON" userId="29f64d73-8b12-4c53-a9f3-1c223397a229" providerId="ADAL" clId="{6AF634B5-3EFB-4544-B066-84FEEEB5A3B6}" dt="2024-03-04T17:14:17.189" v="41" actId="20577"/>
          <ac:spMkLst>
            <pc:docMk/>
            <pc:sldMk cId="0" sldId="268"/>
            <ac:spMk id="117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19:06.008" v="43" actId="20577"/>
        <pc:sldMkLst>
          <pc:docMk/>
          <pc:sldMk cId="0" sldId="272"/>
        </pc:sldMkLst>
        <pc:spChg chg="mod">
          <ac:chgData name="NORBEY DANILO MUÑOZ CAÑON" userId="29f64d73-8b12-4c53-a9f3-1c223397a229" providerId="ADAL" clId="{6AF634B5-3EFB-4544-B066-84FEEEB5A3B6}" dt="2024-03-04T17:19:06.008" v="43" actId="20577"/>
          <ac:spMkLst>
            <pc:docMk/>
            <pc:sldMk cId="0" sldId="272"/>
            <ac:spMk id="146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22:28.079" v="48" actId="20577"/>
        <pc:sldMkLst>
          <pc:docMk/>
          <pc:sldMk cId="0" sldId="274"/>
        </pc:sldMkLst>
        <pc:spChg chg="mod">
          <ac:chgData name="NORBEY DANILO MUÑOZ CAÑON" userId="29f64d73-8b12-4c53-a9f3-1c223397a229" providerId="ADAL" clId="{6AF634B5-3EFB-4544-B066-84FEEEB5A3B6}" dt="2024-03-04T17:22:28.079" v="48" actId="20577"/>
          <ac:spMkLst>
            <pc:docMk/>
            <pc:sldMk cId="0" sldId="274"/>
            <ac:spMk id="162" creationId="{00000000-0000-0000-0000-000000000000}"/>
          </ac:spMkLst>
        </pc:spChg>
      </pc:sldChg>
      <pc:sldChg chg="delSp modSp mod">
        <pc:chgData name="NORBEY DANILO MUÑOZ CAÑON" userId="29f64d73-8b12-4c53-a9f3-1c223397a229" providerId="ADAL" clId="{6AF634B5-3EFB-4544-B066-84FEEEB5A3B6}" dt="2024-03-04T17:27:31.950" v="73" actId="20577"/>
        <pc:sldMkLst>
          <pc:docMk/>
          <pc:sldMk cId="0" sldId="276"/>
        </pc:sldMkLst>
        <pc:spChg chg="mod">
          <ac:chgData name="NORBEY DANILO MUÑOZ CAÑON" userId="29f64d73-8b12-4c53-a9f3-1c223397a229" providerId="ADAL" clId="{6AF634B5-3EFB-4544-B066-84FEEEB5A3B6}" dt="2024-03-04T17:27:31.950" v="73" actId="20577"/>
          <ac:spMkLst>
            <pc:docMk/>
            <pc:sldMk cId="0" sldId="276"/>
            <ac:spMk id="177" creationId="{00000000-0000-0000-0000-000000000000}"/>
          </ac:spMkLst>
        </pc:spChg>
        <pc:picChg chg="mod">
          <ac:chgData name="NORBEY DANILO MUÑOZ CAÑON" userId="29f64d73-8b12-4c53-a9f3-1c223397a229" providerId="ADAL" clId="{6AF634B5-3EFB-4544-B066-84FEEEB5A3B6}" dt="2024-03-04T17:26:43.991" v="54" actId="14100"/>
          <ac:picMkLst>
            <pc:docMk/>
            <pc:sldMk cId="0" sldId="276"/>
            <ac:picMk id="178" creationId="{00000000-0000-0000-0000-000000000000}"/>
          </ac:picMkLst>
        </pc:picChg>
        <pc:picChg chg="mod">
          <ac:chgData name="NORBEY DANILO MUÑOZ CAÑON" userId="29f64d73-8b12-4c53-a9f3-1c223397a229" providerId="ADAL" clId="{6AF634B5-3EFB-4544-B066-84FEEEB5A3B6}" dt="2024-03-04T17:23:57.010" v="50" actId="1076"/>
          <ac:picMkLst>
            <pc:docMk/>
            <pc:sldMk cId="0" sldId="276"/>
            <ac:picMk id="179" creationId="{00000000-0000-0000-0000-000000000000}"/>
          </ac:picMkLst>
        </pc:picChg>
        <pc:picChg chg="mod">
          <ac:chgData name="NORBEY DANILO MUÑOZ CAÑON" userId="29f64d73-8b12-4c53-a9f3-1c223397a229" providerId="ADAL" clId="{6AF634B5-3EFB-4544-B066-84FEEEB5A3B6}" dt="2024-03-04T17:23:58.590" v="51" actId="1076"/>
          <ac:picMkLst>
            <pc:docMk/>
            <pc:sldMk cId="0" sldId="276"/>
            <ac:picMk id="180" creationId="{00000000-0000-0000-0000-000000000000}"/>
          </ac:picMkLst>
        </pc:picChg>
        <pc:picChg chg="del mod">
          <ac:chgData name="NORBEY DANILO MUÑOZ CAÑON" userId="29f64d73-8b12-4c53-a9f3-1c223397a229" providerId="ADAL" clId="{6AF634B5-3EFB-4544-B066-84FEEEB5A3B6}" dt="2024-03-04T17:26:56.137" v="55" actId="478"/>
          <ac:picMkLst>
            <pc:docMk/>
            <pc:sldMk cId="0" sldId="276"/>
            <ac:picMk id="181" creationId="{00000000-0000-0000-0000-000000000000}"/>
          </ac:picMkLst>
        </pc:picChg>
      </pc:sldChg>
      <pc:sldChg chg="delSp modSp mod modNotesTx">
        <pc:chgData name="NORBEY DANILO MUÑOZ CAÑON" userId="29f64d73-8b12-4c53-a9f3-1c223397a229" providerId="ADAL" clId="{6AF634B5-3EFB-4544-B066-84FEEEB5A3B6}" dt="2024-03-04T17:34:05.582" v="228" actId="20577"/>
        <pc:sldMkLst>
          <pc:docMk/>
          <pc:sldMk cId="0" sldId="277"/>
        </pc:sldMkLst>
        <pc:spChg chg="mod">
          <ac:chgData name="NORBEY DANILO MUÑOZ CAÑON" userId="29f64d73-8b12-4c53-a9f3-1c223397a229" providerId="ADAL" clId="{6AF634B5-3EFB-4544-B066-84FEEEB5A3B6}" dt="2024-03-04T17:30:58.422" v="206" actId="20577"/>
          <ac:spMkLst>
            <pc:docMk/>
            <pc:sldMk cId="0" sldId="277"/>
            <ac:spMk id="187" creationId="{00000000-0000-0000-0000-000000000000}"/>
          </ac:spMkLst>
        </pc:spChg>
        <pc:picChg chg="del mod">
          <ac:chgData name="NORBEY DANILO MUÑOZ CAÑON" userId="29f64d73-8b12-4c53-a9f3-1c223397a229" providerId="ADAL" clId="{6AF634B5-3EFB-4544-B066-84FEEEB5A3B6}" dt="2024-03-04T17:29:59.055" v="78" actId="478"/>
          <ac:picMkLst>
            <pc:docMk/>
            <pc:sldMk cId="0" sldId="277"/>
            <ac:picMk id="188" creationId="{00000000-0000-0000-0000-000000000000}"/>
          </ac:picMkLst>
        </pc:picChg>
        <pc:picChg chg="del mod">
          <ac:chgData name="NORBEY DANILO MUÑOZ CAÑON" userId="29f64d73-8b12-4c53-a9f3-1c223397a229" providerId="ADAL" clId="{6AF634B5-3EFB-4544-B066-84FEEEB5A3B6}" dt="2024-03-04T17:29:58.246" v="77" actId="478"/>
          <ac:picMkLst>
            <pc:docMk/>
            <pc:sldMk cId="0" sldId="277"/>
            <ac:picMk id="189" creationId="{00000000-0000-0000-0000-000000000000}"/>
          </ac:picMkLst>
        </pc:picChg>
      </pc:sldChg>
      <pc:sldChg chg="modSp mod modNotesTx">
        <pc:chgData name="NORBEY DANILO MUÑOZ CAÑON" userId="29f64d73-8b12-4c53-a9f3-1c223397a229" providerId="ADAL" clId="{6AF634B5-3EFB-4544-B066-84FEEEB5A3B6}" dt="2024-03-04T17:34:44.539" v="233" actId="20577"/>
        <pc:sldMkLst>
          <pc:docMk/>
          <pc:sldMk cId="0" sldId="279"/>
        </pc:sldMkLst>
        <pc:picChg chg="mod">
          <ac:chgData name="NORBEY DANILO MUÑOZ CAÑON" userId="29f64d73-8b12-4c53-a9f3-1c223397a229" providerId="ADAL" clId="{6AF634B5-3EFB-4544-B066-84FEEEB5A3B6}" dt="2024-03-04T17:32:15.895" v="212" actId="1076"/>
          <ac:picMkLst>
            <pc:docMk/>
            <pc:sldMk cId="0" sldId="279"/>
            <ac:picMk id="203" creationId="{00000000-0000-0000-0000-000000000000}"/>
          </ac:picMkLst>
        </pc:picChg>
      </pc:sldChg>
      <pc:sldChg chg="modSp mod modNotesTx">
        <pc:chgData name="NORBEY DANILO MUÑOZ CAÑON" userId="29f64d73-8b12-4c53-a9f3-1c223397a229" providerId="ADAL" clId="{6AF634B5-3EFB-4544-B066-84FEEEB5A3B6}" dt="2024-03-04T17:34:54.731" v="234"/>
        <pc:sldMkLst>
          <pc:docMk/>
          <pc:sldMk cId="0" sldId="280"/>
        </pc:sldMkLst>
        <pc:picChg chg="mod">
          <ac:chgData name="NORBEY DANILO MUÑOZ CAÑON" userId="29f64d73-8b12-4c53-a9f3-1c223397a229" providerId="ADAL" clId="{6AF634B5-3EFB-4544-B066-84FEEEB5A3B6}" dt="2024-03-04T17:32:48.887" v="214" actId="1076"/>
          <ac:picMkLst>
            <pc:docMk/>
            <pc:sldMk cId="0" sldId="280"/>
            <ac:picMk id="210" creationId="{00000000-0000-0000-0000-000000000000}"/>
          </ac:picMkLst>
        </pc:picChg>
      </pc:sldChg>
      <pc:sldChg chg="modSp mod">
        <pc:chgData name="NORBEY DANILO MUÑOZ CAÑON" userId="29f64d73-8b12-4c53-a9f3-1c223397a229" providerId="ADAL" clId="{6AF634B5-3EFB-4544-B066-84FEEEB5A3B6}" dt="2024-03-04T17:35:47.735" v="236" actId="1076"/>
        <pc:sldMkLst>
          <pc:docMk/>
          <pc:sldMk cId="0" sldId="281"/>
        </pc:sldMkLst>
        <pc:picChg chg="mod">
          <ac:chgData name="NORBEY DANILO MUÑOZ CAÑON" userId="29f64d73-8b12-4c53-a9f3-1c223397a229" providerId="ADAL" clId="{6AF634B5-3EFB-4544-B066-84FEEEB5A3B6}" dt="2024-03-04T17:35:47.735" v="236" actId="1076"/>
          <ac:picMkLst>
            <pc:docMk/>
            <pc:sldMk cId="0" sldId="281"/>
            <ac:picMk id="217" creationId="{00000000-0000-0000-0000-000000000000}"/>
          </ac:picMkLst>
        </pc:picChg>
      </pc:sldChg>
      <pc:sldChg chg="addSp delSp mod">
        <pc:chgData name="NORBEY DANILO MUÑOZ CAÑON" userId="29f64d73-8b12-4c53-a9f3-1c223397a229" providerId="ADAL" clId="{6AF634B5-3EFB-4544-B066-84FEEEB5A3B6}" dt="2024-03-04T17:38:54.534" v="238" actId="22"/>
        <pc:sldMkLst>
          <pc:docMk/>
          <pc:sldMk cId="0" sldId="284"/>
        </pc:sldMkLst>
        <pc:spChg chg="add del">
          <ac:chgData name="NORBEY DANILO MUÑOZ CAÑON" userId="29f64d73-8b12-4c53-a9f3-1c223397a229" providerId="ADAL" clId="{6AF634B5-3EFB-4544-B066-84FEEEB5A3B6}" dt="2024-03-04T17:38:54.534" v="238" actId="22"/>
          <ac:spMkLst>
            <pc:docMk/>
            <pc:sldMk cId="0" sldId="284"/>
            <ac:spMk id="3" creationId="{C80934A5-6761-2842-6823-C6F8F6755A7B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42:27.736" v="257" actId="20577"/>
        <pc:sldMkLst>
          <pc:docMk/>
          <pc:sldMk cId="0" sldId="287"/>
        </pc:sldMkLst>
        <pc:spChg chg="mod">
          <ac:chgData name="NORBEY DANILO MUÑOZ CAÑON" userId="29f64d73-8b12-4c53-a9f3-1c223397a229" providerId="ADAL" clId="{6AF634B5-3EFB-4544-B066-84FEEEB5A3B6}" dt="2024-03-04T17:42:27.736" v="257" actId="20577"/>
          <ac:spMkLst>
            <pc:docMk/>
            <pc:sldMk cId="0" sldId="287"/>
            <ac:spMk id="252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43:26.324" v="273" actId="20577"/>
        <pc:sldMkLst>
          <pc:docMk/>
          <pc:sldMk cId="0" sldId="288"/>
        </pc:sldMkLst>
        <pc:spChg chg="mod">
          <ac:chgData name="NORBEY DANILO MUÑOZ CAÑON" userId="29f64d73-8b12-4c53-a9f3-1c223397a229" providerId="ADAL" clId="{6AF634B5-3EFB-4544-B066-84FEEEB5A3B6}" dt="2024-03-04T17:43:26.324" v="273" actId="20577"/>
          <ac:spMkLst>
            <pc:docMk/>
            <pc:sldMk cId="0" sldId="288"/>
            <ac:spMk id="258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7:43:53.369" v="277" actId="27107"/>
        <pc:sldMkLst>
          <pc:docMk/>
          <pc:sldMk cId="0" sldId="289"/>
        </pc:sldMkLst>
        <pc:spChg chg="mod">
          <ac:chgData name="NORBEY DANILO MUÑOZ CAÑON" userId="29f64d73-8b12-4c53-a9f3-1c223397a229" providerId="ADAL" clId="{6AF634B5-3EFB-4544-B066-84FEEEB5A3B6}" dt="2024-03-04T17:43:53.369" v="277" actId="27107"/>
          <ac:spMkLst>
            <pc:docMk/>
            <pc:sldMk cId="0" sldId="289"/>
            <ac:spMk id="264" creationId="{00000000-0000-0000-0000-000000000000}"/>
          </ac:spMkLst>
        </pc:spChg>
      </pc:sldChg>
      <pc:sldChg chg="modSp mod">
        <pc:chgData name="NORBEY DANILO MUÑOZ CAÑON" userId="29f64d73-8b12-4c53-a9f3-1c223397a229" providerId="ADAL" clId="{6AF634B5-3EFB-4544-B066-84FEEEB5A3B6}" dt="2024-03-04T18:04:03.690" v="279" actId="20577"/>
        <pc:sldMkLst>
          <pc:docMk/>
          <pc:sldMk cId="0" sldId="294"/>
        </pc:sldMkLst>
        <pc:spChg chg="mod">
          <ac:chgData name="NORBEY DANILO MUÑOZ CAÑON" userId="29f64d73-8b12-4c53-a9f3-1c223397a229" providerId="ADAL" clId="{6AF634B5-3EFB-4544-B066-84FEEEB5A3B6}" dt="2024-03-04T18:04:03.690" v="279" actId="20577"/>
          <ac:spMkLst>
            <pc:docMk/>
            <pc:sldMk cId="0" sldId="294"/>
            <ac:spMk id="294" creationId="{00000000-0000-0000-0000-000000000000}"/>
          </ac:spMkLst>
        </pc:spChg>
      </pc:sldChg>
      <pc:sldChg chg="modSp add mod">
        <pc:chgData name="NORBEY DANILO MUÑOZ CAÑON" userId="29f64d73-8b12-4c53-a9f3-1c223397a229" providerId="ADAL" clId="{6AF634B5-3EFB-4544-B066-84FEEEB5A3B6}" dt="2024-03-04T17:31:22.383" v="210" actId="1076"/>
        <pc:sldMkLst>
          <pc:docMk/>
          <pc:sldMk cId="144492918" sldId="300"/>
        </pc:sldMkLst>
        <pc:picChg chg="mod">
          <ac:chgData name="NORBEY DANILO MUÑOZ CAÑON" userId="29f64d73-8b12-4c53-a9f3-1c223397a229" providerId="ADAL" clId="{6AF634B5-3EFB-4544-B066-84FEEEB5A3B6}" dt="2024-03-04T17:31:22.383" v="210" actId="1076"/>
          <ac:picMkLst>
            <pc:docMk/>
            <pc:sldMk cId="144492918" sldId="300"/>
            <ac:picMk id="188" creationId="{B910D845-5423-79E5-F2CA-E5FDF48E06BB}"/>
          </ac:picMkLst>
        </pc:picChg>
        <pc:picChg chg="mod">
          <ac:chgData name="NORBEY DANILO MUÑOZ CAÑON" userId="29f64d73-8b12-4c53-a9f3-1c223397a229" providerId="ADAL" clId="{6AF634B5-3EFB-4544-B066-84FEEEB5A3B6}" dt="2024-03-04T17:31:16.958" v="208" actId="1076"/>
          <ac:picMkLst>
            <pc:docMk/>
            <pc:sldMk cId="144492918" sldId="300"/>
            <ac:picMk id="189" creationId="{E558495F-AAE9-29C5-61AE-F640B62170B5}"/>
          </ac:picMkLst>
        </pc:picChg>
      </pc:sldChg>
      <pc:sldChg chg="addSp modSp add mod">
        <pc:chgData name="NORBEY DANILO MUÑOZ CAÑON" userId="29f64d73-8b12-4c53-a9f3-1c223397a229" providerId="ADAL" clId="{6AF634B5-3EFB-4544-B066-84FEEEB5A3B6}" dt="2024-03-04T17:41:56.610" v="244" actId="20577"/>
        <pc:sldMkLst>
          <pc:docMk/>
          <pc:sldMk cId="4254060925" sldId="561"/>
        </pc:sldMkLst>
        <pc:spChg chg="mod">
          <ac:chgData name="NORBEY DANILO MUÑOZ CAÑON" userId="29f64d73-8b12-4c53-a9f3-1c223397a229" providerId="ADAL" clId="{6AF634B5-3EFB-4544-B066-84FEEEB5A3B6}" dt="2024-03-04T17:41:56.610" v="244" actId="20577"/>
          <ac:spMkLst>
            <pc:docMk/>
            <pc:sldMk cId="4254060925" sldId="561"/>
            <ac:spMk id="7" creationId="{E1DE70C5-5A21-F864-8BC8-A9C7BE3EDA26}"/>
          </ac:spMkLst>
        </pc:spChg>
        <pc:picChg chg="add mod">
          <ac:chgData name="NORBEY DANILO MUÑOZ CAÑON" userId="29f64d73-8b12-4c53-a9f3-1c223397a229" providerId="ADAL" clId="{6AF634B5-3EFB-4544-B066-84FEEEB5A3B6}" dt="2024-03-04T17:39:08.231" v="240"/>
          <ac:picMkLst>
            <pc:docMk/>
            <pc:sldMk cId="4254060925" sldId="561"/>
            <ac:picMk id="4" creationId="{9C044F3C-77D8-D68C-D58F-0D82C06B517D}"/>
          </ac:picMkLst>
        </pc:picChg>
      </pc:sldChg>
      <pc:sldChg chg="add">
        <pc:chgData name="NORBEY DANILO MUÑOZ CAÑON" userId="29f64d73-8b12-4c53-a9f3-1c223397a229" providerId="ADAL" clId="{6AF634B5-3EFB-4544-B066-84FEEEB5A3B6}" dt="2024-03-04T17:39:13.208" v="241"/>
        <pc:sldMkLst>
          <pc:docMk/>
          <pc:sldMk cId="535836727" sldId="609"/>
        </pc:sldMkLst>
      </pc:sldChg>
      <pc:sldChg chg="add">
        <pc:chgData name="NORBEY DANILO MUÑOZ CAÑON" userId="29f64d73-8b12-4c53-a9f3-1c223397a229" providerId="ADAL" clId="{6AF634B5-3EFB-4544-B066-84FEEEB5A3B6}" dt="2024-03-04T17:41:48.758" v="242" actId="2890"/>
        <pc:sldMkLst>
          <pc:docMk/>
          <pc:sldMk cId="4248580426" sldId="610"/>
        </pc:sldMkLst>
      </pc:sldChg>
      <pc:sldChg chg="addSp delSp modSp add mod modAnim">
        <pc:chgData name="NORBEY DANILO MUÑOZ CAÑON" userId="29f64d73-8b12-4c53-a9f3-1c223397a229" providerId="ADAL" clId="{6AF634B5-3EFB-4544-B066-84FEEEB5A3B6}" dt="2024-03-13T21:33:52.851" v="292" actId="20577"/>
        <pc:sldMkLst>
          <pc:docMk/>
          <pc:sldMk cId="3643593634" sldId="611"/>
        </pc:sldMkLst>
        <pc:spChg chg="add del mod">
          <ac:chgData name="NORBEY DANILO MUÑOZ CAÑON" userId="29f64d73-8b12-4c53-a9f3-1c223397a229" providerId="ADAL" clId="{6AF634B5-3EFB-4544-B066-84FEEEB5A3B6}" dt="2024-03-13T21:33:18.744" v="285" actId="478"/>
          <ac:spMkLst>
            <pc:docMk/>
            <pc:sldMk cId="3643593634" sldId="611"/>
            <ac:spMk id="3" creationId="{99622909-C6EC-95E0-6B65-74D2E95633DD}"/>
          </ac:spMkLst>
        </pc:spChg>
        <pc:spChg chg="add mod">
          <ac:chgData name="NORBEY DANILO MUÑOZ CAÑON" userId="29f64d73-8b12-4c53-a9f3-1c223397a229" providerId="ADAL" clId="{6AF634B5-3EFB-4544-B066-84FEEEB5A3B6}" dt="2024-03-13T21:33:17.227" v="284"/>
          <ac:spMkLst>
            <pc:docMk/>
            <pc:sldMk cId="3643593634" sldId="611"/>
            <ac:spMk id="4" creationId="{8C153562-66F6-2491-6B50-2A3784E14337}"/>
          </ac:spMkLst>
        </pc:spChg>
        <pc:spChg chg="add mod">
          <ac:chgData name="NORBEY DANILO MUÑOZ CAÑON" userId="29f64d73-8b12-4c53-a9f3-1c223397a229" providerId="ADAL" clId="{6AF634B5-3EFB-4544-B066-84FEEEB5A3B6}" dt="2024-03-13T21:33:52.851" v="292" actId="20577"/>
          <ac:spMkLst>
            <pc:docMk/>
            <pc:sldMk cId="3643593634" sldId="611"/>
            <ac:spMk id="5" creationId="{A3620748-5975-35AD-B209-9C07AB4A9786}"/>
          </ac:spMkLst>
        </pc:spChg>
        <pc:spChg chg="del mod">
          <ac:chgData name="NORBEY DANILO MUÑOZ CAÑON" userId="29f64d73-8b12-4c53-a9f3-1c223397a229" providerId="ADAL" clId="{6AF634B5-3EFB-4544-B066-84FEEEB5A3B6}" dt="2024-03-13T21:33:13.769" v="282" actId="478"/>
          <ac:spMkLst>
            <pc:docMk/>
            <pc:sldMk cId="3643593634" sldId="611"/>
            <ac:spMk id="3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LD_resolution" TargetMode="External"/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jjpeleato.com/algoritmia/backtracking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LD_resolution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b15318cd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27b15318cd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b15318cd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27b15318cd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b15318cd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7b15318cd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7b15318cd8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27b15318cd8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7b15318cd8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7b15318cd8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7b15318cd8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27b15318cd8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b15318cd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g27b15318cd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7b15318cd8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7b15318cd8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7b15318cd8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27b15318cd8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7b15318cd8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27b15318cd8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7b15318cd8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27b15318cd8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b15318cd8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27b15318cd8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7b15318cd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27b15318cd8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b15318cd8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27b15318cd8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S" b="1" i="0" dirty="0">
                <a:effectLst/>
                <a:latin typeface="-apple-system"/>
                <a:hlinkClick r:id="rId3"/>
              </a:rPr>
              <a:t>SLD</a:t>
            </a:r>
            <a:r>
              <a:rPr lang="es-ES" b="0" i="0" dirty="0">
                <a:effectLst/>
                <a:latin typeface="-apple-system"/>
                <a:hlinkClick r:id="rId3"/>
              </a:rPr>
              <a:t> (Selective Linear </a:t>
            </a:r>
            <a:r>
              <a:rPr lang="es-ES" b="0" i="0" dirty="0" err="1">
                <a:effectLst/>
                <a:latin typeface="-apple-system"/>
                <a:hlinkClick r:id="rId3"/>
              </a:rPr>
              <a:t>Definite</a:t>
            </a:r>
            <a:r>
              <a:rPr lang="es-ES" b="0" i="0" dirty="0">
                <a:effectLst/>
                <a:latin typeface="-apple-system"/>
                <a:hlinkClick r:id="rId3"/>
              </a:rPr>
              <a:t> </a:t>
            </a:r>
            <a:r>
              <a:rPr lang="es-ES" b="0" i="0" dirty="0" err="1">
                <a:effectLst/>
                <a:latin typeface="-apple-system"/>
                <a:hlinkClick r:id="rId3"/>
              </a:rPr>
              <a:t>clause</a:t>
            </a:r>
            <a:r>
              <a:rPr lang="es-ES" b="0" i="0" dirty="0">
                <a:effectLst/>
                <a:latin typeface="-apple-system"/>
                <a:hlinkClick r:id="rId3"/>
              </a:rPr>
              <a:t> </a:t>
            </a:r>
            <a:r>
              <a:rPr lang="es-ES" b="0" i="0" dirty="0" err="1">
                <a:effectLst/>
                <a:latin typeface="-apple-system"/>
                <a:hlinkClick r:id="rId3"/>
              </a:rPr>
              <a:t>resolution</a:t>
            </a:r>
            <a:r>
              <a:rPr lang="es-ES" b="0" i="0" dirty="0">
                <a:effectLst/>
                <a:latin typeface="-apple-system"/>
                <a:hlinkClick r:id="rId3"/>
              </a:rPr>
              <a:t>) es la regla de inferencia básica utilizada en la programación lógica</a:t>
            </a:r>
            <a:r>
              <a:rPr lang="es-ES" b="0" i="0" dirty="0">
                <a:effectLst/>
                <a:latin typeface="-apple-system"/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D352B70E-3D4B-B7D8-F338-7E1DC1D0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b15318cd8_0_129:notes">
            <a:extLst>
              <a:ext uri="{FF2B5EF4-FFF2-40B4-BE49-F238E27FC236}">
                <a16:creationId xmlns:a16="http://schemas.microsoft.com/office/drawing/2014/main" id="{928021CF-51C4-E701-4323-AEBBF0EFD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27b15318cd8_0_129:notes">
            <a:extLst>
              <a:ext uri="{FF2B5EF4-FFF2-40B4-BE49-F238E27FC236}">
                <a16:creationId xmlns:a16="http://schemas.microsoft.com/office/drawing/2014/main" id="{899D8FDB-EAC1-C5D6-0AE8-28496FBF2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1630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7b15318cd8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g27b15318cd8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b15318cd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g27b15318cd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dirty="0">
                <a:effectLst/>
                <a:latin typeface="-apple-system"/>
                <a:hlinkClick r:id="rId3"/>
              </a:rPr>
              <a:t>El </a:t>
            </a:r>
            <a:r>
              <a:rPr lang="es-ES" b="1" i="0" dirty="0" err="1">
                <a:effectLst/>
                <a:latin typeface="-apple-system"/>
                <a:hlinkClick r:id="rId3"/>
              </a:rPr>
              <a:t>backtracking</a:t>
            </a:r>
            <a:r>
              <a:rPr lang="es-ES" b="0" i="0" dirty="0">
                <a:effectLst/>
                <a:latin typeface="-apple-system"/>
                <a:hlinkClick r:id="rId3"/>
              </a:rPr>
              <a:t> es una técnica algorítmica que se utiliza para realizar una búsqueda exhaustiva y sistemática por todas las configuraciones posibles del espacio de búsqueda del problema</a:t>
            </a:r>
            <a:r>
              <a:rPr lang="es-ES" b="0" i="0" dirty="0">
                <a:effectLst/>
                <a:latin typeface="-apple-system"/>
              </a:rPr>
              <a:t>. 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b15318cd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27b15318cd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b="0" i="0" dirty="0">
                <a:effectLst/>
                <a:latin typeface="-apple-system"/>
                <a:hlinkClick r:id="rId3"/>
              </a:rPr>
              <a:t>En el contexto de la resolución </a:t>
            </a:r>
            <a:r>
              <a:rPr lang="es-ES" b="1" i="0" dirty="0">
                <a:effectLst/>
                <a:latin typeface="-apple-system"/>
                <a:hlinkClick r:id="rId3"/>
              </a:rPr>
              <a:t>SLD</a:t>
            </a:r>
            <a:r>
              <a:rPr lang="es-ES" b="0" i="0" dirty="0">
                <a:effectLst/>
                <a:latin typeface="-apple-system"/>
                <a:hlinkClick r:id="rId3"/>
              </a:rPr>
              <a:t> (Selective Linear </a:t>
            </a:r>
            <a:r>
              <a:rPr lang="es-ES" b="0" i="0" dirty="0" err="1">
                <a:effectLst/>
                <a:latin typeface="-apple-system"/>
                <a:hlinkClick r:id="rId3"/>
              </a:rPr>
              <a:t>Definite</a:t>
            </a:r>
            <a:r>
              <a:rPr lang="es-ES" b="0" i="0" dirty="0">
                <a:effectLst/>
                <a:latin typeface="-apple-system"/>
                <a:hlinkClick r:id="rId3"/>
              </a:rPr>
              <a:t> </a:t>
            </a:r>
            <a:r>
              <a:rPr lang="es-ES" b="0" i="0" dirty="0" err="1">
                <a:effectLst/>
                <a:latin typeface="-apple-system"/>
                <a:hlinkClick r:id="rId3"/>
              </a:rPr>
              <a:t>clause</a:t>
            </a:r>
            <a:r>
              <a:rPr lang="es-ES" b="0" i="0" dirty="0">
                <a:effectLst/>
                <a:latin typeface="-apple-system"/>
                <a:hlinkClick r:id="rId3"/>
              </a:rPr>
              <a:t> </a:t>
            </a:r>
            <a:r>
              <a:rPr lang="es-ES" b="0" i="0" dirty="0" err="1">
                <a:effectLst/>
                <a:latin typeface="-apple-system"/>
                <a:hlinkClick r:id="rId3"/>
              </a:rPr>
              <a:t>resolution</a:t>
            </a:r>
            <a:r>
              <a:rPr lang="es-ES" b="0" i="0" dirty="0">
                <a:effectLst/>
                <a:latin typeface="-apple-system"/>
                <a:hlinkClick r:id="rId3"/>
              </a:rPr>
              <a:t>), que es la regla de inferencia básica utilizada en la programación lógica</a:t>
            </a:r>
            <a:r>
              <a:rPr lang="es-ES" b="0" i="0" dirty="0">
                <a:effectLst/>
                <a:latin typeface="-apple-system"/>
              </a:rPr>
              <a:t>, </a:t>
            </a:r>
            <a:r>
              <a:rPr lang="es-ES" b="0" i="0" dirty="0">
                <a:solidFill>
                  <a:srgbClr val="D2D0CE"/>
                </a:solidFill>
                <a:effectLst/>
                <a:latin typeface="-apple-system"/>
              </a:rPr>
              <a:t>el </a:t>
            </a:r>
            <a:r>
              <a:rPr lang="es-ES" b="0" i="0" dirty="0" err="1">
                <a:solidFill>
                  <a:srgbClr val="D2D0CE"/>
                </a:solidFill>
                <a:effectLst/>
                <a:latin typeface="-apple-system"/>
              </a:rPr>
              <a:t>backtracking</a:t>
            </a:r>
            <a:r>
              <a:rPr lang="es-ES" b="0" i="0" dirty="0">
                <a:solidFill>
                  <a:srgbClr val="D2D0CE"/>
                </a:solidFill>
                <a:effectLst/>
                <a:latin typeface="-apple-system"/>
              </a:rPr>
              <a:t> juega un papel crucial. La resolución SLD es no determinista en el sentido de que no determina la estrategia de búsqueda para explorar el árbol de búsqueda. </a:t>
            </a:r>
            <a:r>
              <a:rPr lang="es-ES" b="0" i="0" dirty="0" err="1">
                <a:effectLst/>
                <a:latin typeface="-apple-system"/>
                <a:hlinkClick r:id="rId3"/>
              </a:rPr>
              <a:t>Prolog</a:t>
            </a:r>
            <a:r>
              <a:rPr lang="es-ES" b="0" i="0" dirty="0">
                <a:effectLst/>
                <a:latin typeface="-apple-system"/>
                <a:hlinkClick r:id="rId3"/>
              </a:rPr>
              <a:t>, por ejemplo, busca en el árbol en profundidad, una rama a la vez, utilizando </a:t>
            </a:r>
            <a:r>
              <a:rPr lang="es-ES" b="0" i="0" dirty="0" err="1">
                <a:effectLst/>
                <a:latin typeface="-apple-system"/>
                <a:hlinkClick r:id="rId3"/>
              </a:rPr>
              <a:t>backtracking</a:t>
            </a:r>
            <a:r>
              <a:rPr lang="es-ES" b="0" i="0" dirty="0">
                <a:effectLst/>
                <a:latin typeface="-apple-system"/>
                <a:hlinkClick r:id="rId3"/>
              </a:rPr>
              <a:t> cuando encuentra un nodo de fallo</a:t>
            </a:r>
            <a:endParaRPr lang="es-E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b15318cd8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27b15318cd8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b15318cd8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27b15318cd8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b15318cd8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27b15318cd8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b15318cd8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2" name="Google Shape;232;g27b15318cd8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fa940987_3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fa940987_3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798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>
          <a:extLst>
            <a:ext uri="{FF2B5EF4-FFF2-40B4-BE49-F238E27FC236}">
              <a16:creationId xmlns:a16="http://schemas.microsoft.com/office/drawing/2014/main" id="{D76DA882-9ACF-96B3-EF12-BFBFA70D9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fa940987_3_203:notes">
            <a:extLst>
              <a:ext uri="{FF2B5EF4-FFF2-40B4-BE49-F238E27FC236}">
                <a16:creationId xmlns:a16="http://schemas.microsoft.com/office/drawing/2014/main" id="{214B8DFC-10B9-8F3F-81C8-D195147E0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fa940987_3_203:notes">
            <a:extLst>
              <a:ext uri="{FF2B5EF4-FFF2-40B4-BE49-F238E27FC236}">
                <a16:creationId xmlns:a16="http://schemas.microsoft.com/office/drawing/2014/main" id="{CC76D67C-E10C-14F4-B13E-9E84CF27B2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11931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fa940987_3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fa940987_3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2730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b15318cd8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27b15318cd8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b15318cd8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g27b15318cd8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b15318cd8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7b15318cd8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b15318cd8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b15318cd8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7b15318cd8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7b15318cd8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7b15318cd8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7b15318cd8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7b15318cd8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7b15318cd8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b15318cd8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b15318cd8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7b15318cd8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7b15318cd8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7b15318cd8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7b15318cd8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7b15318cd8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7b15318cd8_0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b15318cd8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7b15318cd8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b15318cd8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b15318cd8_0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b15318cd8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b15318cd8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7b15318cd8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7b15318cd8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6442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46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46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46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7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4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>
            <a:spLocks noGrp="1"/>
          </p:cNvSpPr>
          <p:nvPr>
            <p:ph type="title"/>
          </p:nvPr>
        </p:nvSpPr>
        <p:spPr>
          <a:xfrm>
            <a:off x="1156525" y="1340400"/>
            <a:ext cx="4232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" name="Google Shape;17;p48"/>
          <p:cNvSpPr txBox="1">
            <a:spLocks noGrp="1"/>
          </p:cNvSpPr>
          <p:nvPr>
            <p:ph type="body" idx="1"/>
          </p:nvPr>
        </p:nvSpPr>
        <p:spPr>
          <a:xfrm>
            <a:off x="1156525" y="2096100"/>
            <a:ext cx="4232100" cy="20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solidFill>
                  <a:schemeClr val="accent2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8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9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9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49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9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9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9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9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 b="0" i="0" u="none" strike="noStrike" cap="non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3" name="Google Shape;33;p5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 b="0" i="0" u="none" strike="noStrike" cap="non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swish.swi-prolog.org/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execute_prolog_online.php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ES">
                <a:solidFill>
                  <a:schemeClr val="accent1"/>
                </a:solidFill>
              </a:rPr>
              <a:t>Lógica de Primer Orden</a:t>
            </a:r>
            <a:endParaRPr>
              <a:solidFill>
                <a:srgbClr val="4A8CFF"/>
              </a:solidFill>
            </a:endParaRPr>
          </a:p>
        </p:txBody>
      </p:sp>
      <p:sp>
        <p:nvSpPr>
          <p:cNvPr id="40" name="Google Shape;40;p1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Operadores cuantitativos y aplicación en Agentes Basados en Conocimiento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>
            <a:spLocks noGrp="1"/>
          </p:cNvSpPr>
          <p:nvPr>
            <p:ph type="title"/>
          </p:nvPr>
        </p:nvSpPr>
        <p:spPr>
          <a:xfrm>
            <a:off x="713225" y="151911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Ejemplo de clase</a:t>
            </a:r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body" idx="1"/>
          </p:nvPr>
        </p:nvSpPr>
        <p:spPr>
          <a:xfrm>
            <a:off x="713225" y="927657"/>
            <a:ext cx="7717500" cy="298409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que diga si el número decimal ingresado pertenece al intervalo [3, 8]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Definir numero : DECIMAL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Escribir “Ingrese un número decimal”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Lea numero </a:t>
            </a:r>
            <a:r>
              <a:rPr lang="es-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–&gt; 10,5</a:t>
            </a: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INICIO SI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 (</a:t>
            </a:r>
            <a:r>
              <a:rPr lang="es-ES" sz="1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numero &gt;= 3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s-E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numero &lt;= 8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Entonces: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Escribir “Número pertenece al intervalo [3, 8]”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SINO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Escribir “Número NO pertenece al intervalo [3, 8]”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FIN SI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 txBox="1">
            <a:spLocks noGrp="1"/>
          </p:cNvSpPr>
          <p:nvPr>
            <p:ph type="title"/>
          </p:nvPr>
        </p:nvSpPr>
        <p:spPr>
          <a:xfrm>
            <a:off x="713225" y="151911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Ejemplo de clase</a:t>
            </a:r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body" idx="1"/>
          </p:nvPr>
        </p:nvSpPr>
        <p:spPr>
          <a:xfrm>
            <a:off x="713225" y="927657"/>
            <a:ext cx="7717500" cy="298409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 que diga si el número decimal ingresado pertenece al intervalo [3, 8]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INICIO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Definir numero : DECIMAL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Escribir “Ingrese un número decimal”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Lea numero </a:t>
            </a:r>
            <a:r>
              <a:rPr lang="es-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–&gt; 10,5</a:t>
            </a: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INICIO SI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 (</a:t>
            </a:r>
            <a:r>
              <a:rPr lang="es-ES" sz="14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numero &gt;= 3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s-ES" sz="1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-ES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numero &lt;= 8</a:t>
            </a: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Entonces: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Escribir “Número pertenece al intervalo [3, 8]”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SINO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Escribir “Número NO pertenece al intervalo [3, 8]”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FIN SI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</a:t>
            </a:r>
            <a:endParaRPr/>
          </a:p>
        </p:txBody>
      </p:sp>
      <p:sp>
        <p:nvSpPr>
          <p:cNvPr id="53" name="Google Shape;53;p3"/>
          <p:cNvSpPr txBox="1"/>
          <p:nvPr/>
        </p:nvSpPr>
        <p:spPr>
          <a:xfrm>
            <a:off x="713225" y="4040903"/>
            <a:ext cx="7717500" cy="95068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24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Agenda</a:t>
            </a:r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>
                <a:solidFill>
                  <a:schemeClr val="dk1"/>
                </a:solidFill>
              </a:rPr>
              <a:t>Presentar los conceptos, simbología, funcionamiento y ejemplificación de la lógica de primer orden: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Lógica de primer orden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Sintaxis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Símbolos e interpretaciones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Términos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Sentencias Atómicas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Sentencias compuestas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Cuantificadores</a:t>
            </a:r>
            <a:endParaRPr/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400">
                <a:solidFill>
                  <a:schemeClr val="dk1"/>
                </a:solidFill>
              </a:rPr>
              <a:t>Prolog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Lógica Primer Orden</a:t>
            </a:r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chemeClr val="dk1"/>
                </a:solidFill>
              </a:rPr>
              <a:t>La lógica de primer orden permite </a:t>
            </a:r>
            <a:r>
              <a:rPr lang="es-ES" sz="1400" b="1" dirty="0">
                <a:solidFill>
                  <a:schemeClr val="dk1"/>
                </a:solidFill>
              </a:rPr>
              <a:t>resolver con mayor precisión</a:t>
            </a:r>
            <a:r>
              <a:rPr lang="es-ES" sz="1400" dirty="0">
                <a:solidFill>
                  <a:schemeClr val="dk1"/>
                </a:solidFill>
              </a:rPr>
              <a:t> ejercicios más </a:t>
            </a:r>
            <a:r>
              <a:rPr lang="es-ES" sz="1400" b="1" dirty="0">
                <a:solidFill>
                  <a:schemeClr val="dk1"/>
                </a:solidFill>
              </a:rPr>
              <a:t>complejos </a:t>
            </a:r>
            <a:r>
              <a:rPr lang="es-ES" sz="1400" dirty="0">
                <a:solidFill>
                  <a:schemeClr val="dk1"/>
                </a:solidFill>
              </a:rPr>
              <a:t>asociados a los </a:t>
            </a:r>
            <a:r>
              <a:rPr lang="es-ES" sz="1400" b="1" dirty="0">
                <a:solidFill>
                  <a:schemeClr val="dk1"/>
                </a:solidFill>
              </a:rPr>
              <a:t>agentes basados en conocimiento</a:t>
            </a:r>
            <a:r>
              <a:rPr lang="es-ES" sz="1400" dirty="0">
                <a:solidFill>
                  <a:schemeClr val="dk1"/>
                </a:solidFill>
              </a:rPr>
              <a:t> que la lógica proposicional, dado que incorpora nuevas reglas de sintaxis y semánticas que permiten comprender el mundo real asociado a la solución.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chemeClr val="dk1"/>
                </a:solidFill>
              </a:rPr>
              <a:t>No es necesario realizar una </a:t>
            </a:r>
            <a:r>
              <a:rPr lang="es-ES" sz="1400" b="1" dirty="0">
                <a:solidFill>
                  <a:schemeClr val="dk1"/>
                </a:solidFill>
              </a:rPr>
              <a:t>preposición </a:t>
            </a:r>
            <a:r>
              <a:rPr lang="es-ES" sz="1400" dirty="0">
                <a:solidFill>
                  <a:schemeClr val="dk1"/>
                </a:solidFill>
              </a:rPr>
              <a:t>por cada </a:t>
            </a:r>
            <a:r>
              <a:rPr lang="es-ES" sz="1400" b="1" dirty="0">
                <a:solidFill>
                  <a:schemeClr val="dk1"/>
                </a:solidFill>
              </a:rPr>
              <a:t>regla </a:t>
            </a:r>
            <a:r>
              <a:rPr lang="es-ES" sz="1400" dirty="0">
                <a:solidFill>
                  <a:schemeClr val="dk1"/>
                </a:solidFill>
              </a:rPr>
              <a:t>o </a:t>
            </a:r>
            <a:r>
              <a:rPr lang="es-ES" sz="1400" b="1" dirty="0">
                <a:solidFill>
                  <a:schemeClr val="dk1"/>
                </a:solidFill>
              </a:rPr>
              <a:t>situación </a:t>
            </a:r>
            <a:r>
              <a:rPr lang="es-ES" sz="1400" dirty="0">
                <a:solidFill>
                  <a:schemeClr val="dk1"/>
                </a:solidFill>
              </a:rPr>
              <a:t>del entorno, ya que se encuentran operadores para abarcar más de un sujeto en una sentencia.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66" name="Google Shape;6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8288" y="3015200"/>
            <a:ext cx="1487425" cy="14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Lógica de Primer Orden	</a:t>
            </a: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chemeClr val="dk1"/>
                </a:solidFill>
              </a:rPr>
              <a:t>Se emplea para representar situaciones de la vida real a partir del empleo del lenguaje natural, el cual necesita de un contexto (precedentes y consecuentes) para poder ser comprensible para todos.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dirty="0">
                <a:solidFill>
                  <a:schemeClr val="dk1"/>
                </a:solidFill>
              </a:rPr>
              <a:t>Que buena jugada (partido, conversación, incapacidad).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dirty="0">
                <a:solidFill>
                  <a:schemeClr val="dk1"/>
                </a:solidFill>
              </a:rPr>
              <a:t>El jugo de naranja es esencial tomarlo todas las mañanas.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15318cd8_0_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del Lenguaje Natural</a:t>
            </a:r>
            <a:endParaRPr/>
          </a:p>
        </p:txBody>
      </p:sp>
      <p:sp>
        <p:nvSpPr>
          <p:cNvPr id="78" name="Google Shape;78;g27b15318cd8_0_7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b="1" dirty="0">
                <a:solidFill>
                  <a:schemeClr val="dk1"/>
                </a:solidFill>
              </a:rPr>
              <a:t>Objetos</a:t>
            </a:r>
            <a:r>
              <a:rPr lang="es-ES" sz="1400" dirty="0">
                <a:solidFill>
                  <a:schemeClr val="dk1"/>
                </a:solidFill>
              </a:rPr>
              <a:t>: Estructura del lenguaje natural para referirse nominalmente a un sujeto o sustantivo. Por ejemplo: gente, casas, números, teorías, Ronald McDonald, colores, partidos de béisbol, guerras, siglos.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b="1" dirty="0">
                <a:solidFill>
                  <a:schemeClr val="dk1"/>
                </a:solidFill>
              </a:rPr>
              <a:t>Relaciones</a:t>
            </a:r>
            <a:r>
              <a:rPr lang="es-ES" sz="1400" dirty="0">
                <a:solidFill>
                  <a:schemeClr val="dk1"/>
                </a:solidFill>
              </a:rPr>
              <a:t>: Verbos o sentencias verbales descriptivas.</a:t>
            </a:r>
          </a:p>
          <a:p>
            <a:pPr marL="1397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ES" sz="1400" dirty="0">
                <a:solidFill>
                  <a:schemeClr val="dk1"/>
                </a:solidFill>
              </a:rPr>
              <a:t>Tipo unitaria o propiedades (ser de color rojo, ser redondo, ser ficticio, ser un número primo). </a:t>
            </a:r>
            <a:endParaRPr sz="1400" dirty="0">
              <a:solidFill>
                <a:schemeClr val="dk1"/>
              </a:solidFill>
            </a:endParaRPr>
          </a:p>
          <a:p>
            <a:pPr marL="914400" lvl="1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ES" sz="1400" dirty="0">
                <a:solidFill>
                  <a:schemeClr val="dk1"/>
                </a:solidFill>
              </a:rPr>
              <a:t>Tipo n-arias genéricas (ser hermano de, ser más grande que, estar dentro de, formar parte de, tener color, ocurrir después de, o interponerse entre).</a:t>
            </a:r>
            <a:endParaRPr sz="1400" dirty="0">
              <a:solidFill>
                <a:schemeClr val="dk1"/>
              </a:solidFill>
            </a:endParaRPr>
          </a:p>
          <a:p>
            <a:pPr marL="9144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b="1" dirty="0">
                <a:solidFill>
                  <a:schemeClr val="dk1"/>
                </a:solidFill>
              </a:rPr>
              <a:t>Funciones</a:t>
            </a:r>
            <a:r>
              <a:rPr lang="es-ES" sz="1400" dirty="0">
                <a:solidFill>
                  <a:schemeClr val="dk1"/>
                </a:solidFill>
              </a:rPr>
              <a:t>: Relaciones que dada una entrada proporcionan un solo valor. Por ejemplo: el padre de, el mejor amigo de, el tercer turno, uno mayor que, el comienzo de.</a:t>
            </a: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del Lenguaje Natural</a:t>
            </a:r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</a:rPr>
              <a:t>Llevándolo a un contexto puntual matemático, se distribuiría de la siguiente manera: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>
                <a:solidFill>
                  <a:schemeClr val="dk1"/>
                </a:solidFill>
              </a:rPr>
              <a:t>Sentencia: “Uno sumado a dos es igual a tres”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>
                <a:solidFill>
                  <a:schemeClr val="dk1"/>
                </a:solidFill>
              </a:rPr>
              <a:t>Objetos: uno, dos, tres, uno sumado a dos.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>
                <a:solidFill>
                  <a:schemeClr val="dk1"/>
                </a:solidFill>
              </a:rPr>
              <a:t>Relaciones: es igual a.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>
                <a:solidFill>
                  <a:schemeClr val="dk1"/>
                </a:solidFill>
              </a:rPr>
              <a:t>Funciones: sumado a.</a:t>
            </a: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b15318cd8_0_13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Lógica de Primer Orden</a:t>
            </a:r>
            <a:endParaRPr/>
          </a:p>
        </p:txBody>
      </p:sp>
      <p:sp>
        <p:nvSpPr>
          <p:cNvPr id="90" name="Google Shape;90;g27b15318cd8_0_13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sz="1400" dirty="0">
                <a:solidFill>
                  <a:schemeClr val="dk1"/>
                </a:solidFill>
              </a:rPr>
              <a:t>Se basa en </a:t>
            </a:r>
            <a:r>
              <a:rPr lang="es-ES" sz="1400" b="1" dirty="0">
                <a:solidFill>
                  <a:schemeClr val="dk1"/>
                </a:solidFill>
              </a:rPr>
              <a:t>objetos </a:t>
            </a:r>
            <a:r>
              <a:rPr lang="es-ES" sz="1400" dirty="0">
                <a:solidFill>
                  <a:schemeClr val="dk1"/>
                </a:solidFill>
              </a:rPr>
              <a:t>y </a:t>
            </a:r>
            <a:r>
              <a:rPr lang="es-ES" sz="1400" b="1" dirty="0">
                <a:solidFill>
                  <a:schemeClr val="dk1"/>
                </a:solidFill>
              </a:rPr>
              <a:t>relaciones </a:t>
            </a:r>
            <a:r>
              <a:rPr lang="es-ES" sz="1400" dirty="0">
                <a:solidFill>
                  <a:schemeClr val="dk1"/>
                </a:solidFill>
              </a:rPr>
              <a:t>(</a:t>
            </a:r>
            <a:r>
              <a:rPr lang="es-ES" sz="1400" b="1" dirty="0">
                <a:solidFill>
                  <a:schemeClr val="dk1"/>
                </a:solidFill>
              </a:rPr>
              <a:t>algunas funciones</a:t>
            </a:r>
            <a:r>
              <a:rPr lang="es-ES" sz="1400" dirty="0">
                <a:solidFill>
                  <a:schemeClr val="dk1"/>
                </a:solidFill>
              </a:rPr>
              <a:t>), donde el </a:t>
            </a:r>
            <a:r>
              <a:rPr lang="es-ES" sz="1400" b="1" dirty="0">
                <a:solidFill>
                  <a:schemeClr val="dk1"/>
                </a:solidFill>
              </a:rPr>
              <a:t>conjunto de objetos</a:t>
            </a:r>
            <a:r>
              <a:rPr lang="es-ES" sz="1400" dirty="0">
                <a:solidFill>
                  <a:schemeClr val="dk1"/>
                </a:solidFill>
              </a:rPr>
              <a:t>  o elementos que contiene el modelo se conoce como </a:t>
            </a:r>
            <a:r>
              <a:rPr lang="es-ES" sz="1400" b="1" dirty="0">
                <a:solidFill>
                  <a:schemeClr val="dk1"/>
                </a:solidFill>
              </a:rPr>
              <a:t>dominio</a:t>
            </a:r>
            <a:r>
              <a:rPr lang="es-ES" sz="1400" dirty="0">
                <a:solidFill>
                  <a:schemeClr val="dk1"/>
                </a:solidFill>
              </a:rPr>
              <a:t>. Los </a:t>
            </a:r>
            <a:r>
              <a:rPr lang="es-ES" sz="1400" b="1" dirty="0">
                <a:solidFill>
                  <a:schemeClr val="dk1"/>
                </a:solidFill>
              </a:rPr>
              <a:t>elementos </a:t>
            </a:r>
            <a:r>
              <a:rPr lang="es-ES" sz="1400" dirty="0">
                <a:solidFill>
                  <a:schemeClr val="dk1"/>
                </a:solidFill>
              </a:rPr>
              <a:t>de dominio se pueden </a:t>
            </a:r>
            <a:r>
              <a:rPr lang="es-ES" sz="1400" b="1" dirty="0">
                <a:solidFill>
                  <a:schemeClr val="dk1"/>
                </a:solidFill>
              </a:rPr>
              <a:t>relacionar </a:t>
            </a:r>
            <a:r>
              <a:rPr lang="es-ES" sz="1400" dirty="0">
                <a:solidFill>
                  <a:schemeClr val="dk1"/>
                </a:solidFill>
              </a:rPr>
              <a:t>de diferentes maneras, y se representan mediante un </a:t>
            </a:r>
            <a:r>
              <a:rPr lang="es-ES" sz="1400" b="1" dirty="0">
                <a:solidFill>
                  <a:schemeClr val="dk1"/>
                </a:solidFill>
              </a:rPr>
              <a:t>conjunto de tuplas de objetos</a:t>
            </a:r>
            <a:r>
              <a:rPr lang="es-ES" sz="1400" dirty="0">
                <a:solidFill>
                  <a:schemeClr val="dk1"/>
                </a:solidFill>
              </a:rPr>
              <a:t>,  las cuales se escriben a partir de paréntesis triangulares.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91" name="Google Shape;91;g27b15318cd8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9561" y="2502401"/>
            <a:ext cx="3524876" cy="24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7b15318cd8_0_19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Lógica de Primer Orden</a:t>
            </a:r>
            <a:endParaRPr/>
          </a:p>
        </p:txBody>
      </p:sp>
      <p:sp>
        <p:nvSpPr>
          <p:cNvPr id="97" name="Google Shape;97;g27b15318cd8_0_19"/>
          <p:cNvSpPr txBox="1">
            <a:spLocks noGrp="1"/>
          </p:cNvSpPr>
          <p:nvPr>
            <p:ph type="body" idx="1"/>
          </p:nvPr>
        </p:nvSpPr>
        <p:spPr>
          <a:xfrm>
            <a:off x="210350" y="1228775"/>
            <a:ext cx="5124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Relaciones Binarias: (Relacionan parejas de objetos)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Hermandad: {〈Ricardo Corazón de León, Rey Juan〉, 〈Rey Juan, Ricardo Corazón de León〉}.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Sobre la cabeza: 〈Corona, Rey Juan〉.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Relaciones Unitarias: (Propiedades)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Ser persona: {〈Ricardo Corazón de León〉, 〈Rey Juan〉}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Ser rey: {〈Rey Juan〉}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Ser una corona: {〈Corona〉}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Funciones: (Un objeto se relaciona directamente con otro)</a:t>
            </a:r>
            <a:endParaRPr sz="1300">
              <a:solidFill>
                <a:schemeClr val="dk1"/>
              </a:solidFill>
            </a:endParaRPr>
          </a:p>
          <a:p>
            <a:pPr marL="914400" lvl="1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Pierna Izquierda (Cada persona tiene una pierna izquierda): </a:t>
            </a:r>
            <a:endParaRPr sz="1300">
              <a:solidFill>
                <a:schemeClr val="dk1"/>
              </a:solidFill>
            </a:endParaRPr>
          </a:p>
          <a:p>
            <a:pPr marL="1371600" lvl="2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s-ES" sz="1300">
                <a:solidFill>
                  <a:schemeClr val="dk1"/>
                </a:solidFill>
              </a:rPr>
              <a:t>〈Ricardo Corazón de León〉 ⇒ pierna izquierda de Ricardo</a:t>
            </a:r>
            <a:endParaRPr sz="1300">
              <a:solidFill>
                <a:schemeClr val="dk1"/>
              </a:solidFill>
            </a:endParaRPr>
          </a:p>
          <a:p>
            <a:pPr marL="1371600" lvl="2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■"/>
            </a:pPr>
            <a:r>
              <a:rPr lang="es-ES" sz="1300">
                <a:solidFill>
                  <a:schemeClr val="dk1"/>
                </a:solidFill>
              </a:rPr>
              <a:t>〈Rey Juan〉 ⇒ pierna izquierda de Juan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98" name="Google Shape;98;g27b15318cd8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8161" y="1639838"/>
            <a:ext cx="3524876" cy="244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7b15318cd8_0_2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Lógica de Primer Orden</a:t>
            </a:r>
            <a:endParaRPr/>
          </a:p>
        </p:txBody>
      </p:sp>
      <p:sp>
        <p:nvSpPr>
          <p:cNvPr id="104" name="Google Shape;104;g27b15318cd8_0_26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Los símbolos de </a:t>
            </a:r>
            <a:r>
              <a:rPr lang="es-ES" sz="1300" b="1">
                <a:solidFill>
                  <a:schemeClr val="dk1"/>
                </a:solidFill>
              </a:rPr>
              <a:t>constante </a:t>
            </a:r>
            <a:r>
              <a:rPr lang="es-ES" sz="1300">
                <a:solidFill>
                  <a:schemeClr val="dk1"/>
                </a:solidFill>
              </a:rPr>
              <a:t>representan los </a:t>
            </a:r>
            <a:r>
              <a:rPr lang="es-ES" sz="1300" b="1">
                <a:solidFill>
                  <a:schemeClr val="dk1"/>
                </a:solidFill>
              </a:rPr>
              <a:t>objetos</a:t>
            </a:r>
            <a:r>
              <a:rPr lang="es-ES" sz="1300">
                <a:solidFill>
                  <a:schemeClr val="dk1"/>
                </a:solidFill>
              </a:rPr>
              <a:t>, los símbolos de </a:t>
            </a:r>
            <a:r>
              <a:rPr lang="es-ES" sz="1300" b="1">
                <a:solidFill>
                  <a:schemeClr val="dk1"/>
                </a:solidFill>
              </a:rPr>
              <a:t>predicado </a:t>
            </a:r>
            <a:r>
              <a:rPr lang="es-ES" sz="1300">
                <a:solidFill>
                  <a:schemeClr val="dk1"/>
                </a:solidFill>
              </a:rPr>
              <a:t>representan </a:t>
            </a:r>
            <a:r>
              <a:rPr lang="es-ES" sz="1300" b="1">
                <a:solidFill>
                  <a:schemeClr val="dk1"/>
                </a:solidFill>
              </a:rPr>
              <a:t>relaciones </a:t>
            </a:r>
            <a:r>
              <a:rPr lang="es-ES" sz="1300">
                <a:solidFill>
                  <a:schemeClr val="dk1"/>
                </a:solidFill>
              </a:rPr>
              <a:t>y los símbolos de </a:t>
            </a:r>
            <a:r>
              <a:rPr lang="es-ES" sz="1300" b="1">
                <a:solidFill>
                  <a:schemeClr val="dk1"/>
                </a:solidFill>
              </a:rPr>
              <a:t>función </a:t>
            </a:r>
            <a:r>
              <a:rPr lang="es-ES" sz="1300">
                <a:solidFill>
                  <a:schemeClr val="dk1"/>
                </a:solidFill>
              </a:rPr>
              <a:t>representan </a:t>
            </a:r>
            <a:r>
              <a:rPr lang="es-ES" sz="1300" b="1">
                <a:solidFill>
                  <a:schemeClr val="dk1"/>
                </a:solidFill>
              </a:rPr>
              <a:t>funciones</a:t>
            </a:r>
            <a:r>
              <a:rPr lang="es-ES" sz="1300">
                <a:solidFill>
                  <a:schemeClr val="dk1"/>
                </a:solidFill>
              </a:rPr>
              <a:t>. Se adopta la convención de emplear estos símbolos utilizando la primera letra en mayúscula y los nombres dependen de cada persona.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05" name="Google Shape;105;g27b15318cd8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987" y="2251075"/>
            <a:ext cx="4103826" cy="26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b15318cd8_0_3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Semántica Lógica de Primer Orden</a:t>
            </a:r>
            <a:endParaRPr/>
          </a:p>
        </p:txBody>
      </p:sp>
      <p:sp>
        <p:nvSpPr>
          <p:cNvPr id="111" name="Google Shape;111;g27b15318cd8_0_34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En cuanto a la semántica se refiere, se debe definir con base en el valor de verdad que sea fácilmente interpretable, simplificado y descriptivo, por ejemplo: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Ricardo se refiere a Ricardo Corazón de León.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Juan se refiere al malvado Rey Juan.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Hermano se refiere a la relación de “hermandad”.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SobreCabeza se refiere a la relación “sobre la cabeza”.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Persona, Rey y Corona se refieren a los conjuntos de objetos.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PiernaIzquierda se refiere a la función “pierna izquierda”.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b15318cd8_0_4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Sintaxis Lógica de Primer Orden</a:t>
            </a:r>
            <a:endParaRPr/>
          </a:p>
        </p:txBody>
      </p:sp>
      <p:sp>
        <p:nvSpPr>
          <p:cNvPr id="117" name="Google Shape;117;g27b15318cd8_0_41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100" b="1" dirty="0">
                <a:solidFill>
                  <a:schemeClr val="dk1"/>
                </a:solidFill>
              </a:rPr>
              <a:t>Término:</a:t>
            </a:r>
            <a:r>
              <a:rPr lang="es-ES" sz="1100" dirty="0">
                <a:solidFill>
                  <a:schemeClr val="dk1"/>
                </a:solidFill>
              </a:rPr>
              <a:t> es una </a:t>
            </a:r>
            <a:r>
              <a:rPr lang="es-ES" sz="1100" b="1" dirty="0">
                <a:solidFill>
                  <a:schemeClr val="dk1"/>
                </a:solidFill>
              </a:rPr>
              <a:t>expresión lógica</a:t>
            </a:r>
            <a:r>
              <a:rPr lang="es-ES" sz="1100" dirty="0">
                <a:solidFill>
                  <a:schemeClr val="dk1"/>
                </a:solidFill>
              </a:rPr>
              <a:t> que se refiere a un objeto representada por una función que entre paréntesis contiene todos aquellos argumentos de dicha función. Por ejemplo: de la expresión “la pierna izquierda del rey juan” se podría emplear el término “</a:t>
            </a:r>
            <a:r>
              <a:rPr lang="es-ES" sz="1100" b="1" dirty="0" err="1">
                <a:solidFill>
                  <a:schemeClr val="dk1"/>
                </a:solidFill>
              </a:rPr>
              <a:t>PiernaIzquierda</a:t>
            </a:r>
            <a:r>
              <a:rPr lang="es-ES" sz="1100" b="1" dirty="0">
                <a:solidFill>
                  <a:schemeClr val="dk1"/>
                </a:solidFill>
              </a:rPr>
              <a:t>(Juan)</a:t>
            </a:r>
            <a:r>
              <a:rPr lang="es-ES" sz="1100" dirty="0">
                <a:solidFill>
                  <a:schemeClr val="dk1"/>
                </a:solidFill>
              </a:rPr>
              <a:t>”.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100" b="1" dirty="0">
                <a:solidFill>
                  <a:schemeClr val="dk1"/>
                </a:solidFill>
              </a:rPr>
              <a:t>Sentencias Atómicas</a:t>
            </a:r>
            <a:r>
              <a:rPr lang="es-ES" sz="1100" dirty="0">
                <a:solidFill>
                  <a:schemeClr val="dk1"/>
                </a:solidFill>
              </a:rPr>
              <a:t>:  representan </a:t>
            </a:r>
            <a:r>
              <a:rPr lang="es-ES" sz="1100" b="1" dirty="0">
                <a:solidFill>
                  <a:schemeClr val="dk1"/>
                </a:solidFill>
              </a:rPr>
              <a:t>hechos </a:t>
            </a:r>
            <a:r>
              <a:rPr lang="es-ES" sz="1100" dirty="0">
                <a:solidFill>
                  <a:schemeClr val="dk1"/>
                </a:solidFill>
              </a:rPr>
              <a:t>y se componen de un símbolo de </a:t>
            </a:r>
            <a:r>
              <a:rPr lang="es-ES" sz="1100" b="1" dirty="0">
                <a:solidFill>
                  <a:schemeClr val="dk1"/>
                </a:solidFill>
              </a:rPr>
              <a:t>predicado </a:t>
            </a:r>
            <a:r>
              <a:rPr lang="es-ES" sz="1100" dirty="0">
                <a:solidFill>
                  <a:schemeClr val="dk1"/>
                </a:solidFill>
              </a:rPr>
              <a:t>y seguido de una lista de </a:t>
            </a:r>
            <a:r>
              <a:rPr lang="es-ES" sz="1100" b="1" dirty="0">
                <a:solidFill>
                  <a:schemeClr val="dk1"/>
                </a:solidFill>
              </a:rPr>
              <a:t>términos </a:t>
            </a:r>
            <a:r>
              <a:rPr lang="es-ES" sz="1100" dirty="0">
                <a:solidFill>
                  <a:schemeClr val="dk1"/>
                </a:solidFill>
              </a:rPr>
              <a:t>entre paréntesis:</a:t>
            </a:r>
            <a:endParaRPr sz="1100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>
                <a:solidFill>
                  <a:schemeClr val="dk1"/>
                </a:solidFill>
              </a:rPr>
              <a:t>Hermano(Ricardo, Juan)</a:t>
            </a:r>
            <a:endParaRPr sz="1100" i="1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 err="1">
                <a:solidFill>
                  <a:schemeClr val="dk1"/>
                </a:solidFill>
              </a:rPr>
              <a:t>CasadoCon</a:t>
            </a:r>
            <a:r>
              <a:rPr lang="es-ES" sz="1100" i="1" dirty="0">
                <a:solidFill>
                  <a:schemeClr val="dk1"/>
                </a:solidFill>
              </a:rPr>
              <a:t>(Padre(Ricardo), Madre(Juan))</a:t>
            </a:r>
            <a:endParaRPr sz="1100" i="1" dirty="0">
              <a:solidFill>
                <a:schemeClr val="dk1"/>
              </a:solidFill>
            </a:endParaRPr>
          </a:p>
          <a:p>
            <a:pPr marL="457200" lvl="0" indent="-29845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ES" sz="1100" b="1" dirty="0">
                <a:solidFill>
                  <a:schemeClr val="dk1"/>
                </a:solidFill>
              </a:rPr>
              <a:t>Sentencias Compuestas:</a:t>
            </a:r>
            <a:r>
              <a:rPr lang="es-ES" sz="1100" dirty="0">
                <a:solidFill>
                  <a:schemeClr val="dk1"/>
                </a:solidFill>
              </a:rPr>
              <a:t> emplean </a:t>
            </a:r>
            <a:r>
              <a:rPr lang="es-ES" sz="1100" b="1" dirty="0">
                <a:solidFill>
                  <a:schemeClr val="dk1"/>
                </a:solidFill>
              </a:rPr>
              <a:t>conectores lógicos </a:t>
            </a:r>
            <a:r>
              <a:rPr lang="es-ES" sz="1100" dirty="0">
                <a:solidFill>
                  <a:schemeClr val="dk1"/>
                </a:solidFill>
              </a:rPr>
              <a:t>para unir sentencias atómicas:</a:t>
            </a:r>
            <a:endParaRPr sz="1100" dirty="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>
                <a:solidFill>
                  <a:schemeClr val="dk1"/>
                </a:solidFill>
              </a:rPr>
              <a:t>¬Hermano(</a:t>
            </a:r>
            <a:r>
              <a:rPr lang="es-ES" sz="1100" i="1" dirty="0" err="1">
                <a:solidFill>
                  <a:schemeClr val="dk1"/>
                </a:solidFill>
              </a:rPr>
              <a:t>PiernaIzquierda</a:t>
            </a:r>
            <a:r>
              <a:rPr lang="es-ES" sz="1100" i="1" dirty="0">
                <a:solidFill>
                  <a:schemeClr val="dk1"/>
                </a:solidFill>
              </a:rPr>
              <a:t>(Ricardo), Juan)</a:t>
            </a:r>
            <a:endParaRPr sz="1100" i="1" dirty="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>
                <a:solidFill>
                  <a:schemeClr val="dk1"/>
                </a:solidFill>
              </a:rPr>
              <a:t>Hermano(Ricardo, Juan) ∧ Hermano(Juan, Ricardo)</a:t>
            </a:r>
            <a:endParaRPr sz="1100" i="1" dirty="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>
                <a:solidFill>
                  <a:schemeClr val="dk1"/>
                </a:solidFill>
              </a:rPr>
              <a:t>Rey(Ricardo) ∨ Rey(Juan)</a:t>
            </a:r>
            <a:endParaRPr sz="1100" i="1" dirty="0">
              <a:solidFill>
                <a:schemeClr val="dk1"/>
              </a:solidFill>
            </a:endParaRPr>
          </a:p>
          <a:p>
            <a:pPr marL="45720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i="1" dirty="0">
                <a:solidFill>
                  <a:schemeClr val="dk1"/>
                </a:solidFill>
              </a:rPr>
              <a:t>¬Rey(Ricardo) ⇒ Rey(Juan)</a:t>
            </a:r>
            <a:endParaRPr sz="10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29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/>
              <a:t>Permiten expresar propiedades a colecciones completas de objetos en vez de nombrar cada objeto particular por su nombre: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b="1"/>
              <a:t>Cuantificador Universal (∀):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/>
              <a:t>Para poder </a:t>
            </a:r>
            <a:r>
              <a:rPr lang="es-ES" b="1"/>
              <a:t>expresar reglas </a:t>
            </a:r>
            <a:r>
              <a:rPr lang="es-ES"/>
              <a:t>para </a:t>
            </a:r>
            <a:r>
              <a:rPr lang="es-ES" b="1"/>
              <a:t>todo un tipo de objeto</a:t>
            </a:r>
            <a:r>
              <a:rPr lang="es-ES"/>
              <a:t> existe el cuantificador universal “</a:t>
            </a:r>
            <a:r>
              <a:rPr lang="es-ES" i="1"/>
              <a:t>Para todo</a:t>
            </a:r>
            <a:r>
              <a:rPr lang="es-ES"/>
              <a:t>” denotado por el símbolo “∀”, por lo que expresar que todo rey es persona en el lenguaje de lógica de primer orden es: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/>
              <a:t>∀x Rey(x) ⇒ Persona(x)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Cuantificadores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b15318cd8_0_56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29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b="1"/>
              <a:t>Cuantificador Existencial (∃):</a:t>
            </a:r>
            <a:endParaRPr b="1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/>
              <a:t>Mediante este cuantificador existencial se puede referir a </a:t>
            </a:r>
            <a:r>
              <a:rPr lang="es-ES" b="1"/>
              <a:t>algún objeto en el universo</a:t>
            </a:r>
            <a:r>
              <a:rPr lang="es-ES"/>
              <a:t>. Se pronuncia “Existe un x tal que…”, por ejemplo, que el Rey Juan tiene una corona sobre su cabeza se escribe: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s-ES"/>
              <a:t>∃x Corona(x) ∧ SobreCabeza (x, Juan)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31" name="Google Shape;131;g27b15318cd8_0_56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27b15318cd8_0_56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27b15318cd8_0_5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Cuantificadores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7b15318cd8_0_65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29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b="1"/>
              <a:t>Cuantificadores anidados:</a:t>
            </a:r>
            <a:endParaRPr b="1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Se utilizan cuando se desean expresar sentencias más complejas empleando varios cuantificadores ∀ y ∃.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/>
              <a:t>Los camaradas son hermanos: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Hermano(x, y) </a:t>
            </a: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Camarada(x, y)</a:t>
            </a:r>
            <a:endParaRPr sz="12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x,y Hermano(x, y) </a:t>
            </a: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Camarada(x, y)</a:t>
            </a:r>
            <a:endParaRPr sz="12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ES"/>
              <a:t>Todo el mundo ama a alguien: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</a:t>
            </a: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 Ama(x, y)</a:t>
            </a:r>
            <a:endParaRPr sz="12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ES"/>
              <a:t>Hay alguien que es amado por todos:</a:t>
            </a:r>
            <a:endParaRPr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s-ES" sz="12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∀</a:t>
            </a:r>
            <a:r>
              <a:rPr lang="es-ES" sz="12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Ama(x, y)</a:t>
            </a:r>
            <a:endParaRPr sz="12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39" name="Google Shape;139;g27b15318cd8_0_65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27b15318cd8_0_65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27b15318cd8_0_65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Cuantificadores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7b15318cd8_0_80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3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b="1" dirty="0"/>
              <a:t>Equivalencias entre cuantificadores</a:t>
            </a:r>
            <a:endParaRPr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Los cuantificadores están </a:t>
            </a:r>
            <a:r>
              <a:rPr lang="es-ES" b="1" dirty="0"/>
              <a:t>inversamente </a:t>
            </a:r>
            <a:r>
              <a:rPr lang="es-ES" dirty="0"/>
              <a:t>correlacionados a través de la negación.</a:t>
            </a:r>
            <a:endParaRPr dirty="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ES" dirty="0"/>
              <a:t>Afirmar que a todo el mundo no le gustan las pastinacas es lo mismo que afirmar que no existe alguien a quien le gusten.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¬Gusta(x, Pastinacas)   es equivalente a   	¬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Gusta(x, Pastinacas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s-ES" dirty="0"/>
              <a:t>A todo el mundo le gusta el helado</a:t>
            </a: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Gusta(x, Helado)   	 es equivalente a   	¬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¬Gusta(x, Helado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47" name="Google Shape;147;g27b15318cd8_0_80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7b15318cd8_0_80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27b15318cd8_0_8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Cuantificadores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7b15318cd8_0_90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3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s-ES" b="1"/>
              <a:t>Equivalencias entre cuantificadores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¬P         </a:t>
            </a:r>
            <a:r>
              <a:rPr lang="es-ES" sz="135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≡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¬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P</a:t>
            </a:r>
            <a:endParaRPr sz="1200" i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P    </a:t>
            </a:r>
            <a:r>
              <a:rPr lang="es-ES" sz="135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≡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¬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¬P</a:t>
            </a:r>
            <a:endParaRPr sz="1200" i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¬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P          </a:t>
            </a:r>
            <a:r>
              <a:rPr lang="es-ES" sz="135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≡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¬P</a:t>
            </a:r>
            <a:endParaRPr sz="1200" i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P     </a:t>
            </a:r>
            <a:r>
              <a:rPr lang="es-ES" sz="135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≡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¬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sz="1200" i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¬P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55" name="Google Shape;155;g27b15318cd8_0_90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7b15318cd8_0_90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27b15318cd8_0_9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Cuantificadores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b15318cd8_0_98"/>
          <p:cNvSpPr txBox="1">
            <a:spLocks noGrp="1"/>
          </p:cNvSpPr>
          <p:nvPr>
            <p:ph type="body" idx="1"/>
          </p:nvPr>
        </p:nvSpPr>
        <p:spPr>
          <a:xfrm>
            <a:off x="610500" y="1204675"/>
            <a:ext cx="6051600" cy="3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dirty="0"/>
              <a:t>Es un </a:t>
            </a:r>
            <a:r>
              <a:rPr lang="es-ES" sz="1200" b="1" dirty="0"/>
              <a:t>mecanismo </a:t>
            </a:r>
            <a:r>
              <a:rPr lang="es-ES" sz="1200" dirty="0"/>
              <a:t>de la lógica  de primer orden que permite </a:t>
            </a:r>
            <a:r>
              <a:rPr lang="es-ES" sz="1200" b="1" dirty="0"/>
              <a:t>construir sentencias atómicas</a:t>
            </a:r>
            <a:r>
              <a:rPr lang="es-ES" sz="1200" dirty="0"/>
              <a:t> utilizando un predicado, en el cual se utiliza el símbolo de igualdad para construir enunciados de manera que ambos términos se refieren al mismo objeto.</a:t>
            </a:r>
            <a:endParaRPr sz="1200" dirty="0"/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Padre(Juan) = Enrique</a:t>
            </a:r>
            <a:endParaRPr sz="12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dirty="0"/>
              <a:t>Este símbolo se puede emplear para </a:t>
            </a:r>
            <a:r>
              <a:rPr lang="es-ES" sz="1200" b="1" dirty="0"/>
              <a:t>restringir </a:t>
            </a:r>
            <a:r>
              <a:rPr lang="es-ES" sz="1200" dirty="0"/>
              <a:t>o </a:t>
            </a:r>
            <a:r>
              <a:rPr lang="es-ES" sz="1200" b="1" dirty="0"/>
              <a:t>delimitar </a:t>
            </a:r>
            <a:r>
              <a:rPr lang="es-ES" sz="1200" dirty="0"/>
              <a:t>de mejor manera las sentencias, dado que si Ricardo tiene dos hermanos y se desea restringir a que estos dos objetos no sean el mismo, el símbolo de igualdad es fundamental:</a:t>
            </a:r>
            <a:endParaRPr sz="1200" dirty="0"/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sz="12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x,y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Hermano(Ricardo, x) 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∧ 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Hermano(Ricardo, y) </a:t>
            </a:r>
            <a:r>
              <a:rPr lang="es-ES" sz="12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∧ </a:t>
            </a:r>
            <a:r>
              <a:rPr lang="es-ES" sz="12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¬(x = y)</a:t>
            </a:r>
            <a:endParaRPr sz="1200" i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63" name="Google Shape;163;g27b15318cd8_0_98"/>
          <p:cNvSpPr/>
          <p:nvPr/>
        </p:nvSpPr>
        <p:spPr>
          <a:xfrm>
            <a:off x="6732125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27b15318cd8_0_98"/>
          <p:cNvSpPr/>
          <p:nvPr/>
        </p:nvSpPr>
        <p:spPr>
          <a:xfrm>
            <a:off x="7951325" y="2571750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27b15318cd8_0_98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Igualdad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b15318cd8_0_109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Uso Lógica de Primer Orden</a:t>
            </a:r>
            <a:endParaRPr/>
          </a:p>
        </p:txBody>
      </p:sp>
      <p:sp>
        <p:nvSpPr>
          <p:cNvPr id="171" name="Google Shape;171;g27b15318cd8_0_109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Al definir el lenguaje lógico de primer orden, se abordan ejemplos sobre cómo utilizar esta estrategia para representar un dominio, comenzando con la interfaz DECIR/PREGUNTAR que permitirá administrar las bases de conocimiento.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DECIR(BC, Rey(Juan))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DECIR(BC, </a:t>
            </a:r>
            <a:r>
              <a:rPr lang="es-E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∀</a:t>
            </a: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 Rey(x) </a:t>
            </a:r>
            <a:r>
              <a:rPr lang="es-E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⇒ </a:t>
            </a: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Persona(x))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Para preguntar a la base de conocimiento se emplea la función o estrategia “Preguntar”: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PREGUNTAR(BC, Rey(Juan))    RTA: Verdadero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PREGUNTAR(BC, Persona(Juan)) RTA: Verdadero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>
                <a:solidFill>
                  <a:schemeClr val="dk1"/>
                </a:solidFill>
              </a:rPr>
              <a:t>Se pueden realizar preguntas cuantificadas:</a:t>
            </a: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PREGUNTAR(BC, </a:t>
            </a:r>
            <a:r>
              <a:rPr lang="es-ES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∃</a:t>
            </a: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 Persona(x))  RTA: {x/Juan}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Responde los nombres de objetos que cumplen con la petición de cuantificación.</a:t>
            </a: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b15318cd8_0_12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177" name="Google Shape;177;g27b15318cd8_0_120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</a:rPr>
              <a:t>Se basa en la cláusula de </a:t>
            </a:r>
            <a:r>
              <a:rPr lang="es-ES" sz="1100" b="1" dirty="0">
                <a:solidFill>
                  <a:schemeClr val="dk1"/>
                </a:solidFill>
              </a:rPr>
              <a:t>HORN </a:t>
            </a:r>
            <a:r>
              <a:rPr lang="es-ES" sz="1100" dirty="0">
                <a:solidFill>
                  <a:schemeClr val="dk1"/>
                </a:solidFill>
              </a:rPr>
              <a:t>que dice que </a:t>
            </a:r>
            <a:r>
              <a:rPr lang="es-ES" sz="1100" b="1" dirty="0">
                <a:solidFill>
                  <a:schemeClr val="dk1"/>
                </a:solidFill>
              </a:rPr>
              <a:t>máximo </a:t>
            </a:r>
            <a:r>
              <a:rPr lang="es-ES" sz="1100" dirty="0">
                <a:solidFill>
                  <a:schemeClr val="dk1"/>
                </a:solidFill>
              </a:rPr>
              <a:t>debe existir </a:t>
            </a:r>
            <a:r>
              <a:rPr lang="es-ES" sz="1100" b="1" dirty="0">
                <a:solidFill>
                  <a:schemeClr val="dk1"/>
                </a:solidFill>
              </a:rPr>
              <a:t>un literal</a:t>
            </a:r>
            <a:r>
              <a:rPr lang="es-ES" sz="1100" dirty="0">
                <a:solidFill>
                  <a:schemeClr val="dk1"/>
                </a:solidFill>
              </a:rPr>
              <a:t> o sentencia atómica </a:t>
            </a:r>
            <a:r>
              <a:rPr lang="es-ES" sz="1100" b="1" dirty="0">
                <a:solidFill>
                  <a:schemeClr val="dk1"/>
                </a:solidFill>
              </a:rPr>
              <a:t>positiva </a:t>
            </a:r>
            <a:r>
              <a:rPr lang="es-ES" sz="1100" dirty="0">
                <a:solidFill>
                  <a:schemeClr val="dk1"/>
                </a:solidFill>
              </a:rPr>
              <a:t>en una sentencia compuesta por operadores de conjunción.</a:t>
            </a:r>
            <a:endParaRPr sz="11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</a:rPr>
              <a:t>Traduciéndose en una implicación: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100" dirty="0">
                <a:solidFill>
                  <a:schemeClr val="dk1"/>
                </a:solidFill>
              </a:rPr>
              <a:t>En lógica la implicación se observaría de la siguiente manera, obteniéndose por la cláusula de </a:t>
            </a:r>
            <a:r>
              <a:rPr lang="es-ES" sz="1100" dirty="0" err="1">
                <a:solidFill>
                  <a:schemeClr val="dk1"/>
                </a:solidFill>
              </a:rPr>
              <a:t>Horn</a:t>
            </a:r>
            <a:r>
              <a:rPr lang="es-ES" sz="1100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178" name="Google Shape;178;g27b15318cd8_0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7622" y="1977812"/>
            <a:ext cx="2590497" cy="2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27b15318cd8_0_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2432" y="2608239"/>
            <a:ext cx="2020875" cy="27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27b15318cd8_0_1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1860" y="3421498"/>
            <a:ext cx="3382017" cy="23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b15318cd8_0_129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187" name="Google Shape;187;g27b15318cd8_0_129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Cláusula definida.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Resolución SLD (Resolución </a:t>
            </a:r>
            <a:r>
              <a:rPr lang="es-ES" sz="1300" b="1" dirty="0">
                <a:solidFill>
                  <a:schemeClr val="dk1"/>
                </a:solidFill>
              </a:rPr>
              <a:t>L</a:t>
            </a:r>
            <a:r>
              <a:rPr lang="es-ES" sz="1300" dirty="0">
                <a:solidFill>
                  <a:schemeClr val="dk1"/>
                </a:solidFill>
              </a:rPr>
              <a:t>ineal con función de </a:t>
            </a:r>
            <a:r>
              <a:rPr lang="es-ES" sz="1300" b="1" dirty="0">
                <a:solidFill>
                  <a:schemeClr val="dk1"/>
                </a:solidFill>
              </a:rPr>
              <a:t>S</a:t>
            </a:r>
            <a:r>
              <a:rPr lang="es-ES" sz="1300" dirty="0">
                <a:solidFill>
                  <a:schemeClr val="dk1"/>
                </a:solidFill>
              </a:rPr>
              <a:t>elección para cláusulas </a:t>
            </a:r>
            <a:r>
              <a:rPr lang="es-ES" sz="1300" b="1" dirty="0">
                <a:solidFill>
                  <a:schemeClr val="dk1"/>
                </a:solidFill>
              </a:rPr>
              <a:t>D</a:t>
            </a:r>
            <a:r>
              <a:rPr lang="es-ES" sz="1300" dirty="0">
                <a:solidFill>
                  <a:schemeClr val="dk1"/>
                </a:solidFill>
              </a:rPr>
              <a:t>efinidas)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Consecuente y antecedente.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Ejemplo:</a:t>
            </a: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lang="es-ES"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Si tenemos un animal que es doméstico y un individuo es amo (dueño) de ese animal doméstico, ¿cómo le denominamos?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9C508549-629C-DB61-5F75-FB2BB5221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b15318cd8_0_129">
            <a:extLst>
              <a:ext uri="{FF2B5EF4-FFF2-40B4-BE49-F238E27FC236}">
                <a16:creationId xmlns:a16="http://schemas.microsoft.com/office/drawing/2014/main" id="{1B9DE177-C974-FBD4-8529-8A9C8597A7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187" name="Google Shape;187;g27b15318cd8_0_129">
            <a:extLst>
              <a:ext uri="{FF2B5EF4-FFF2-40B4-BE49-F238E27FC236}">
                <a16:creationId xmlns:a16="http://schemas.microsoft.com/office/drawing/2014/main" id="{F9991893-AB52-11F8-B61A-210A3F82F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Cláusula definida.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Resolución SLD (Resolución </a:t>
            </a:r>
            <a:r>
              <a:rPr lang="es-ES" sz="1300" b="1" dirty="0">
                <a:solidFill>
                  <a:schemeClr val="dk1"/>
                </a:solidFill>
              </a:rPr>
              <a:t>L</a:t>
            </a:r>
            <a:r>
              <a:rPr lang="es-ES" sz="1300" dirty="0">
                <a:solidFill>
                  <a:schemeClr val="dk1"/>
                </a:solidFill>
              </a:rPr>
              <a:t>ineal con función de </a:t>
            </a:r>
            <a:r>
              <a:rPr lang="es-ES" sz="1300" b="1" dirty="0">
                <a:solidFill>
                  <a:schemeClr val="dk1"/>
                </a:solidFill>
              </a:rPr>
              <a:t>S</a:t>
            </a:r>
            <a:r>
              <a:rPr lang="es-ES" sz="1300" dirty="0">
                <a:solidFill>
                  <a:schemeClr val="dk1"/>
                </a:solidFill>
              </a:rPr>
              <a:t>elección para cláusulas </a:t>
            </a:r>
            <a:r>
              <a:rPr lang="es-ES" sz="1300" b="1" dirty="0">
                <a:solidFill>
                  <a:schemeClr val="dk1"/>
                </a:solidFill>
              </a:rPr>
              <a:t>D</a:t>
            </a:r>
            <a:r>
              <a:rPr lang="es-ES" sz="1300" dirty="0">
                <a:solidFill>
                  <a:schemeClr val="dk1"/>
                </a:solidFill>
              </a:rPr>
              <a:t>efinidas)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Consecuente y antecedente.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Ejemplo:</a:t>
            </a:r>
            <a:endParaRPr sz="1300" dirty="0">
              <a:solidFill>
                <a:schemeClr val="dk1"/>
              </a:solidFill>
            </a:endParaRPr>
          </a:p>
          <a:p>
            <a:pPr marL="457200" marR="0" lvl="0" indent="4572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188" name="Google Shape;188;g27b15318cd8_0_129">
            <a:extLst>
              <a:ext uri="{FF2B5EF4-FFF2-40B4-BE49-F238E27FC236}">
                <a16:creationId xmlns:a16="http://schemas.microsoft.com/office/drawing/2014/main" id="{B910D845-5423-79E5-F2CA-E5FDF48E06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998" y="2651043"/>
            <a:ext cx="6917800" cy="48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27b15318cd8_0_129">
            <a:extLst>
              <a:ext uri="{FF2B5EF4-FFF2-40B4-BE49-F238E27FC236}">
                <a16:creationId xmlns:a16="http://schemas.microsoft.com/office/drawing/2014/main" id="{E558495F-AAE9-29C5-61AE-F640B62170B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5898" y="3618409"/>
            <a:ext cx="5932001" cy="33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492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7b15318cd8_0_142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195" name="Google Shape;195;g27b15318cd8_0_142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Resolución SLD (Resolución </a:t>
            </a:r>
            <a:r>
              <a:rPr lang="es-ES" sz="1300" b="1">
                <a:solidFill>
                  <a:schemeClr val="dk1"/>
                </a:solidFill>
              </a:rPr>
              <a:t>L</a:t>
            </a:r>
            <a:r>
              <a:rPr lang="es-ES" sz="1300">
                <a:solidFill>
                  <a:schemeClr val="dk1"/>
                </a:solidFill>
              </a:rPr>
              <a:t>ineal con función de </a:t>
            </a:r>
            <a:r>
              <a:rPr lang="es-ES" sz="1300" b="1">
                <a:solidFill>
                  <a:schemeClr val="dk1"/>
                </a:solidFill>
              </a:rPr>
              <a:t>S</a:t>
            </a:r>
            <a:r>
              <a:rPr lang="es-ES" sz="1300">
                <a:solidFill>
                  <a:schemeClr val="dk1"/>
                </a:solidFill>
              </a:rPr>
              <a:t>elección para cláusulas </a:t>
            </a:r>
            <a:r>
              <a:rPr lang="es-ES" sz="1300" b="1">
                <a:solidFill>
                  <a:schemeClr val="dk1"/>
                </a:solidFill>
              </a:rPr>
              <a:t>D</a:t>
            </a:r>
            <a:r>
              <a:rPr lang="es-ES" sz="1300">
                <a:solidFill>
                  <a:schemeClr val="dk1"/>
                </a:solidFill>
              </a:rPr>
              <a:t>efinidas)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196" name="Google Shape;196;g27b15318cd8_0_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575" y="1652977"/>
            <a:ext cx="5310649" cy="32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b15318cd8_0_15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202" name="Google Shape;202;g27b15318cd8_0_150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Resolución SLD (Resolución </a:t>
            </a:r>
            <a:r>
              <a:rPr lang="es-ES" sz="1300" b="1">
                <a:solidFill>
                  <a:schemeClr val="dk1"/>
                </a:solidFill>
              </a:rPr>
              <a:t>L</a:t>
            </a:r>
            <a:r>
              <a:rPr lang="es-ES" sz="1300">
                <a:solidFill>
                  <a:schemeClr val="dk1"/>
                </a:solidFill>
              </a:rPr>
              <a:t>ineal con función de </a:t>
            </a:r>
            <a:r>
              <a:rPr lang="es-ES" sz="1300" b="1">
                <a:solidFill>
                  <a:schemeClr val="dk1"/>
                </a:solidFill>
              </a:rPr>
              <a:t>S</a:t>
            </a:r>
            <a:r>
              <a:rPr lang="es-ES" sz="1300">
                <a:solidFill>
                  <a:schemeClr val="dk1"/>
                </a:solidFill>
              </a:rPr>
              <a:t>elección para cláusulas </a:t>
            </a:r>
            <a:r>
              <a:rPr lang="es-ES" sz="1300" b="1">
                <a:solidFill>
                  <a:schemeClr val="dk1"/>
                </a:solidFill>
              </a:rPr>
              <a:t>D</a:t>
            </a:r>
            <a:r>
              <a:rPr lang="es-ES" sz="1300">
                <a:solidFill>
                  <a:schemeClr val="dk1"/>
                </a:solidFill>
              </a:rPr>
              <a:t>efinidas)</a:t>
            </a:r>
            <a:endParaRPr sz="1300">
              <a:solidFill>
                <a:schemeClr val="dk1"/>
              </a:solidFill>
            </a:endParaRPr>
          </a:p>
          <a:p>
            <a:pPr marL="914400" marR="0" lvl="1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Back tracking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203" name="Google Shape;203;g27b15318cd8_0_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8371" y="2189895"/>
            <a:ext cx="6247258" cy="2382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b15318cd8_0_15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209" name="Google Shape;209;g27b15318cd8_0_157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Resolución SLD (Resolución </a:t>
            </a:r>
            <a:r>
              <a:rPr lang="es-ES" sz="1300" b="1">
                <a:solidFill>
                  <a:schemeClr val="dk1"/>
                </a:solidFill>
              </a:rPr>
              <a:t>L</a:t>
            </a:r>
            <a:r>
              <a:rPr lang="es-ES" sz="1300">
                <a:solidFill>
                  <a:schemeClr val="dk1"/>
                </a:solidFill>
              </a:rPr>
              <a:t>ineal con función de </a:t>
            </a:r>
            <a:r>
              <a:rPr lang="es-ES" sz="1300" b="1">
                <a:solidFill>
                  <a:schemeClr val="dk1"/>
                </a:solidFill>
              </a:rPr>
              <a:t>S</a:t>
            </a:r>
            <a:r>
              <a:rPr lang="es-ES" sz="1300">
                <a:solidFill>
                  <a:schemeClr val="dk1"/>
                </a:solidFill>
              </a:rPr>
              <a:t>elección para cláusulas </a:t>
            </a:r>
            <a:r>
              <a:rPr lang="es-ES" sz="1300" b="1">
                <a:solidFill>
                  <a:schemeClr val="dk1"/>
                </a:solidFill>
              </a:rPr>
              <a:t>D</a:t>
            </a:r>
            <a:r>
              <a:rPr lang="es-ES" sz="1300">
                <a:solidFill>
                  <a:schemeClr val="dk1"/>
                </a:solidFill>
              </a:rPr>
              <a:t>efinidas)</a:t>
            </a:r>
            <a:endParaRPr sz="1300">
              <a:solidFill>
                <a:schemeClr val="dk1"/>
              </a:solidFill>
            </a:endParaRPr>
          </a:p>
          <a:p>
            <a:pPr marL="914400" marR="0" lvl="1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Back tracking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210" name="Google Shape;210;g27b15318cd8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0898" y="2179191"/>
            <a:ext cx="5582203" cy="26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7b15318cd8_0_16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sp>
        <p:nvSpPr>
          <p:cNvPr id="216" name="Google Shape;216;g27b15318cd8_0_164"/>
          <p:cNvSpPr txBox="1">
            <a:spLocks noGrp="1"/>
          </p:cNvSpPr>
          <p:nvPr>
            <p:ph type="body" idx="1"/>
          </p:nvPr>
        </p:nvSpPr>
        <p:spPr>
          <a:xfrm>
            <a:off x="713150" y="1228775"/>
            <a:ext cx="7717500" cy="3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115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Resolución SLD (Resolución </a:t>
            </a:r>
            <a:r>
              <a:rPr lang="es-ES" sz="1300" b="1">
                <a:solidFill>
                  <a:schemeClr val="dk1"/>
                </a:solidFill>
              </a:rPr>
              <a:t>L</a:t>
            </a:r>
            <a:r>
              <a:rPr lang="es-ES" sz="1300">
                <a:solidFill>
                  <a:schemeClr val="dk1"/>
                </a:solidFill>
              </a:rPr>
              <a:t>ineal con función de </a:t>
            </a:r>
            <a:r>
              <a:rPr lang="es-ES" sz="1300" b="1">
                <a:solidFill>
                  <a:schemeClr val="dk1"/>
                </a:solidFill>
              </a:rPr>
              <a:t>S</a:t>
            </a:r>
            <a:r>
              <a:rPr lang="es-ES" sz="1300">
                <a:solidFill>
                  <a:schemeClr val="dk1"/>
                </a:solidFill>
              </a:rPr>
              <a:t>elección para cláusulas </a:t>
            </a:r>
            <a:r>
              <a:rPr lang="es-ES" sz="1300" b="1">
                <a:solidFill>
                  <a:schemeClr val="dk1"/>
                </a:solidFill>
              </a:rPr>
              <a:t>D</a:t>
            </a:r>
            <a:r>
              <a:rPr lang="es-ES" sz="1300">
                <a:solidFill>
                  <a:schemeClr val="dk1"/>
                </a:solidFill>
              </a:rPr>
              <a:t>efinidas)</a:t>
            </a:r>
            <a:endParaRPr sz="1300">
              <a:solidFill>
                <a:schemeClr val="dk1"/>
              </a:solidFill>
            </a:endParaRPr>
          </a:p>
          <a:p>
            <a:pPr marL="914400" marR="0" lvl="1" indent="-3111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○"/>
            </a:pPr>
            <a:r>
              <a:rPr lang="es-ES" sz="1300">
                <a:solidFill>
                  <a:schemeClr val="dk1"/>
                </a:solidFill>
              </a:rPr>
              <a:t>Back tracking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  <a:p>
            <a:pPr marL="45720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</a:endParaRPr>
          </a:p>
        </p:txBody>
      </p:sp>
      <p:pic>
        <p:nvPicPr>
          <p:cNvPr id="217" name="Google Shape;217;g27b15318cd8_0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650" y="2070250"/>
            <a:ext cx="7366000" cy="2575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7b15318cd8_0_17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pic>
        <p:nvPicPr>
          <p:cNvPr id="223" name="Google Shape;223;g27b15318cd8_0_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163" y="1109148"/>
            <a:ext cx="6367630" cy="3881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7b15318cd8_0_178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pic>
        <p:nvPicPr>
          <p:cNvPr id="229" name="Google Shape;229;g27b15318cd8_0_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5363" y="1109148"/>
            <a:ext cx="6313278" cy="388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7b15318cd8_0_18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pic>
        <p:nvPicPr>
          <p:cNvPr id="235" name="Google Shape;235;g27b15318cd8_0_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3263" y="1102123"/>
            <a:ext cx="6197415" cy="388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Características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DFF40-37C2-FB6E-113F-94CE9FE84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18" y="4033940"/>
            <a:ext cx="8167914" cy="3231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SELECT name FROM people AS kids WHERE age &lt;= 12;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F0180B-6AE7-8DE8-132F-C78854006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05" y="1547288"/>
            <a:ext cx="7850940" cy="19495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var people = [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Aang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12, },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Sokka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15, }, { name: 'Toph', age: 12, },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Iroh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55, } 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var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 = [];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for (let person of people) { if 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person.age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 &lt;= 12) {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kid_names.push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(person.name); }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);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Google Shape;192;p31">
            <a:extLst>
              <a:ext uri="{FF2B5EF4-FFF2-40B4-BE49-F238E27FC236}">
                <a16:creationId xmlns:a16="http://schemas.microsoft.com/office/drawing/2014/main" id="{E1DE70C5-5A21-F864-8BC8-A9C7BE3ED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200" y="1105754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0609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>
          <a:extLst>
            <a:ext uri="{FF2B5EF4-FFF2-40B4-BE49-F238E27FC236}">
              <a16:creationId xmlns:a16="http://schemas.microsoft.com/office/drawing/2014/main" id="{EAF44AC4-E067-D3A6-531F-D5742365F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>
            <a:extLst>
              <a:ext uri="{FF2B5EF4-FFF2-40B4-BE49-F238E27FC236}">
                <a16:creationId xmlns:a16="http://schemas.microsoft.com/office/drawing/2014/main" id="{B9FCD9E9-2141-051A-9BD0-05C0E56CA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Características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6B4B0-9BEE-F7B1-EE19-E8D368731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018" y="4033940"/>
            <a:ext cx="8167914" cy="3231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SELECT name FROM people AS kids WHERE age &lt;= 12;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04B884-0ED4-AB3A-9213-DEBC0CFBA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05" y="1547288"/>
            <a:ext cx="7850940" cy="194950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var people = [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Aang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12, },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Sokka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15, }, { name: 'Toph', age: 12, }, { name: '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Iroh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', age: 55, } 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var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 = [];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for (let person of people) { if 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person.age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 &lt;= 12) {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kid_names.push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(person.name); }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00" dirty="0">
              <a:solidFill>
                <a:srgbClr val="222222"/>
              </a:solidFill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console.log(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kid_names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 Unicode MS"/>
              </a:rPr>
              <a:t>);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Google Shape;192;p31">
            <a:extLst>
              <a:ext uri="{FF2B5EF4-FFF2-40B4-BE49-F238E27FC236}">
                <a16:creationId xmlns:a16="http://schemas.microsoft.com/office/drawing/2014/main" id="{5DD57245-5CB0-D041-9CCF-B957F4BE47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6200" y="1105754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s-MX" sz="1400" dirty="0">
                <a:solidFill>
                  <a:schemeClr val="dk1"/>
                </a:solidFill>
              </a:rPr>
              <a:t>Imperativo</a:t>
            </a: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endParaRPr lang="es-MX" sz="1400" dirty="0">
              <a:solidFill>
                <a:schemeClr val="dk1"/>
              </a:solidFill>
            </a:endParaRPr>
          </a:p>
          <a:p>
            <a:pPr marL="0" indent="0" algn="just">
              <a:buClr>
                <a:schemeClr val="dk1"/>
              </a:buClr>
              <a:buSzPts val="1100"/>
              <a:buNone/>
            </a:pPr>
            <a:r>
              <a:rPr lang="es-MX" sz="1400" dirty="0">
                <a:solidFill>
                  <a:schemeClr val="dk1"/>
                </a:solidFill>
              </a:rPr>
              <a:t>Declarativo</a:t>
            </a:r>
          </a:p>
        </p:txBody>
      </p:sp>
    </p:spTree>
    <p:extLst>
      <p:ext uri="{BB962C8B-B14F-4D97-AF65-F5344CB8AC3E}">
        <p14:creationId xmlns:p14="http://schemas.microsoft.com/office/powerpoint/2010/main" val="4248580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Características</a:t>
            </a:r>
            <a:endParaRPr dirty="0"/>
          </a:p>
        </p:txBody>
      </p:sp>
      <p:pic>
        <p:nvPicPr>
          <p:cNvPr id="4" name="Picture 2" descr="Paradigmas de Programación: Programación Imperativa y Programación  Declarativa | by LOOPA | Medium">
            <a:extLst>
              <a:ext uri="{FF2B5EF4-FFF2-40B4-BE49-F238E27FC236}">
                <a16:creationId xmlns:a16="http://schemas.microsoft.com/office/drawing/2014/main" id="{91B22916-A0DC-A076-28CC-71961F471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587" y="1137450"/>
            <a:ext cx="6805268" cy="336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58367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b15318cd8_0_19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pic>
        <p:nvPicPr>
          <p:cNvPr id="241" name="Google Shape;241;g27b15318cd8_0_1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375" y="1060023"/>
            <a:ext cx="6863207" cy="3881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b15318cd8_0_19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ES"/>
              <a:t>Programación Lógica</a:t>
            </a:r>
            <a:endParaRPr/>
          </a:p>
        </p:txBody>
      </p:sp>
      <p:pic>
        <p:nvPicPr>
          <p:cNvPr id="247" name="Google Shape;247;g27b15318cd8_0_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1109148"/>
            <a:ext cx="5887780" cy="3881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7b15318cd8_0_296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</a:rPr>
              <a:t>Para descargar PROLOG, se debe dirigir al sitio web oficial: https://www.swi-prolog.org/, buscar en el menú la opción “DOWNLOAD”, escoger SWI-</a:t>
            </a:r>
            <a:r>
              <a:rPr lang="es-ES" sz="1300" dirty="0" err="1">
                <a:solidFill>
                  <a:schemeClr val="dk1"/>
                </a:solidFill>
              </a:rPr>
              <a:t>Prolog</a:t>
            </a:r>
            <a:r>
              <a:rPr lang="es-ES" sz="1300" dirty="0">
                <a:solidFill>
                  <a:schemeClr val="dk1"/>
                </a:solidFill>
              </a:rPr>
              <a:t>, seleccionar </a:t>
            </a:r>
            <a:r>
              <a:rPr lang="es-ES" sz="1300" dirty="0" err="1">
                <a:solidFill>
                  <a:schemeClr val="dk1"/>
                </a:solidFill>
              </a:rPr>
              <a:t>stable-release</a:t>
            </a:r>
            <a:r>
              <a:rPr lang="es-ES" sz="1300" dirty="0">
                <a:solidFill>
                  <a:schemeClr val="dk1"/>
                </a:solidFill>
              </a:rPr>
              <a:t> u buscar el instalador para su computadora.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</a:rPr>
              <a:t>Puede utilizar herramientas online: 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u="sng" dirty="0">
                <a:solidFill>
                  <a:schemeClr val="hlink"/>
                </a:solidFill>
                <a:hlinkClick r:id="rId3"/>
              </a:rPr>
              <a:t>https://swish.swi-prolog.org/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u="sng" dirty="0">
                <a:solidFill>
                  <a:schemeClr val="hlink"/>
                </a:solidFill>
                <a:hlinkClick r:id="rId4"/>
              </a:rPr>
              <a:t>https://www.tutorialspoint.com/execute_prolog_online.php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53" name="Google Shape;253;g27b15318cd8_0_29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Descargar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7b15318cd8_0_202"/>
          <p:cNvSpPr txBox="1">
            <a:spLocks noGrp="1"/>
          </p:cNvSpPr>
          <p:nvPr>
            <p:ph type="body" idx="1"/>
          </p:nvPr>
        </p:nvSpPr>
        <p:spPr>
          <a:xfrm>
            <a:off x="713225" y="956748"/>
            <a:ext cx="7717500" cy="38738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ES" sz="1300" b="1" dirty="0">
                <a:solidFill>
                  <a:schemeClr val="dk1"/>
                </a:solidFill>
              </a:rPr>
              <a:t>Importante:  El operador :- significa “implica” en lógica de primer orden.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En PROLOG existen dos tipos de cláusulas: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s-ES" dirty="0">
                <a:solidFill>
                  <a:schemeClr val="dk1"/>
                </a:solidFill>
              </a:rPr>
              <a:t>Hechos y Reglas: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dirty="0"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ES" dirty="0">
                <a:solidFill>
                  <a:schemeClr val="dk1"/>
                </a:solidFill>
              </a:rPr>
              <a:t>Una </a:t>
            </a:r>
            <a:r>
              <a:rPr lang="es-ES" b="1" dirty="0">
                <a:solidFill>
                  <a:schemeClr val="dk1"/>
                </a:solidFill>
              </a:rPr>
              <a:t>Regla </a:t>
            </a:r>
            <a:r>
              <a:rPr lang="es-ES" dirty="0">
                <a:solidFill>
                  <a:schemeClr val="dk1"/>
                </a:solidFill>
              </a:rPr>
              <a:t>consiste en llamadas a Predicado (Objetivos de las reglas).</a:t>
            </a:r>
            <a:endParaRPr dirty="0">
              <a:solidFill>
                <a:schemeClr val="dk1"/>
              </a:solidFill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Si la Cabeza es verdad el Cuerpo es verdad.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13716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Cabeza :- Cuerpo.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                       </a:t>
            </a:r>
            <a:r>
              <a:rPr lang="es-ES" dirty="0" err="1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hijode</a:t>
            </a: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(A,B) :- </a:t>
            </a:r>
            <a:r>
              <a:rPr lang="es-ES" dirty="0" err="1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padrede</a:t>
            </a: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(B,A).</a:t>
            </a:r>
            <a:endParaRPr dirty="0">
              <a:solidFill>
                <a:srgbClr val="2F549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s-ES" dirty="0">
                <a:solidFill>
                  <a:schemeClr val="dk1"/>
                </a:solidFill>
              </a:rPr>
              <a:t>Las cláusulas sin antecedente son </a:t>
            </a:r>
            <a:r>
              <a:rPr lang="es-ES" b="1" dirty="0">
                <a:solidFill>
                  <a:schemeClr val="dk1"/>
                </a:solidFill>
              </a:rPr>
              <a:t>hechos</a:t>
            </a:r>
            <a:r>
              <a:rPr lang="es-ES" dirty="0">
                <a:solidFill>
                  <a:schemeClr val="dk1"/>
                </a:solidFill>
              </a:rPr>
              <a:t>, dado que siempre son ciertos:</a:t>
            </a:r>
          </a:p>
          <a:p>
            <a:pPr marL="105410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s-ES" dirty="0">
              <a:solidFill>
                <a:schemeClr val="dk1"/>
              </a:solidFill>
            </a:endParaRPr>
          </a:p>
          <a:p>
            <a:pPr marL="105410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1200" dirty="0">
                <a:solidFill>
                  <a:schemeClr val="dk1"/>
                </a:solidFill>
              </a:rPr>
              <a:t>Tom es un gato:</a:t>
            </a:r>
            <a:endParaRPr sz="1200" dirty="0">
              <a:solidFill>
                <a:schemeClr val="dk1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914400" lvl="0" indent="45720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gato(</a:t>
            </a:r>
            <a:r>
              <a:rPr lang="es-ES" dirty="0" err="1">
                <a:solidFill>
                  <a:schemeClr val="dk1"/>
                </a:solidFill>
              </a:rPr>
              <a:t>tom</a:t>
            </a:r>
            <a:r>
              <a:rPr lang="es-ES" dirty="0">
                <a:solidFill>
                  <a:schemeClr val="dk1"/>
                </a:solidFill>
              </a:rPr>
              <a:t>) :- true.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59" name="Google Shape;259;g27b15318cd8_0_202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7b15318cd8_0_21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</a:rPr>
              <a:t>Para preguntar o hacer </a:t>
            </a:r>
            <a:r>
              <a:rPr lang="es-ES" sz="1300" dirty="0" err="1">
                <a:solidFill>
                  <a:schemeClr val="dk1"/>
                </a:solidFill>
              </a:rPr>
              <a:t>Querys</a:t>
            </a:r>
            <a:r>
              <a:rPr lang="es-ES" sz="1300" dirty="0">
                <a:solidFill>
                  <a:schemeClr val="dk1"/>
                </a:solidFill>
              </a:rPr>
              <a:t> en PROLOG, se emplea el operador </a:t>
            </a:r>
            <a:r>
              <a:rPr lang="es-ES" sz="1300" b="1" dirty="0">
                <a:solidFill>
                  <a:schemeClr val="dk1"/>
                </a:solidFill>
              </a:rPr>
              <a:t>(?-)</a:t>
            </a:r>
            <a:r>
              <a:rPr lang="es-ES" sz="1300" dirty="0">
                <a:solidFill>
                  <a:schemeClr val="dk1"/>
                </a:solidFill>
              </a:rPr>
              <a:t>, por ejemplo: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gato(</a:t>
            </a:r>
            <a:r>
              <a:rPr lang="es-ES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tom</a:t>
            </a: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dirty="0">
              <a:solidFill>
                <a:srgbClr val="2F549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dirty="0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Yes (Retorno PROLOG)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just" rtl="0">
              <a:spcBef>
                <a:spcPts val="14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</a:rPr>
              <a:t>Para preguntar conocer que objetos pertenecen a una categoría:</a:t>
            </a:r>
            <a:endParaRPr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gato(</a:t>
            </a:r>
            <a:r>
              <a:rPr lang="es-ES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s-ES" dirty="0">
                <a:solidFill>
                  <a:srgbClr val="2F5496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dirty="0">
              <a:solidFill>
                <a:srgbClr val="2F5496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X = </a:t>
            </a:r>
            <a:r>
              <a:rPr lang="es-ES" dirty="0" err="1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tom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65" name="Google Shape;265;g27b15318cd8_0_211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7b15318cd8_0_223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Unificación: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is Y (Unificación con evaluación).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X is 3+5.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X = 8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= Y (Unificación simbólica)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X = 3+5.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X = 3+5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71" name="Google Shape;271;g27b15318cd8_0_223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b15318cd8_0_240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X=:=Y (comparación con evaluación)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?- 3+5 =:= 2+6.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yes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X=\=Y (comparación con evaluación) - (Diferente de)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?- 3+5 =\= 3+6.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yes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g27b15318cd8_0_240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b15318cd8_0_232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== Y (comparación simbólica)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?- 3+5 == 2+6.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no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?- 3+5 == 3+5.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  yes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83" name="Google Shape;283;g27b15318cd8_0_232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b15318cd8_0_247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X&lt;Y (comparación con evaluación)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?- 3 &lt; 6.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X&gt;Y (comparación con evaluación)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&gt; 3.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89" name="Google Shape;289;g27b15318cd8_0_24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7b15318cd8_0_257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Comparación:</a:t>
            </a:r>
            <a:endParaRPr sz="1300" dirty="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X&lt;=Y (comparación con evaluación)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=&lt; 6.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 dirty="0">
                <a:solidFill>
                  <a:schemeClr val="dk1"/>
                </a:solidFill>
              </a:rPr>
              <a:t>X&gt;=Y (comparación con evaluación)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&gt;= 4.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 dirty="0"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295" name="Google Shape;295;g27b15318cd8_0_25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7b15318cd8_0_266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+ Y (comparación con evaluación aritmética)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+ 4 =:= 10.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- Y (comparación con evaluación aritmética)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?- 6 - 4 =:= 2.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g27b15318cd8_0_26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7b15318cd8_0_276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* Y (comparación con evaluación aritmética)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* 4 =:= 24.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/ Y (comparación con evaluación aritmética)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/ 2 =:= 3.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g27b15318cd8_0_276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7b15318cd8_0_287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Comparación:</a:t>
            </a:r>
            <a:endParaRPr sz="1300">
              <a:solidFill>
                <a:schemeClr val="dk1"/>
              </a:solidFill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// Y (comparación con evaluación aritmética – Cociente entero entre X y Y)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// 5 =:= 1.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914400" lvl="0" indent="-31115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X mod Y (comparación con evaluación aritmética – resto de dividir entre X y Y)</a:t>
            </a: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?- 6 mod 2 =:= 0.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>
                <a:solidFill>
                  <a:srgbClr val="1F386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 true</a:t>
            </a:r>
            <a:endParaRPr>
              <a:solidFill>
                <a:srgbClr val="1F386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g27b15318cd8_0_287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Operadores y expresiones aritméticas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7b15318cd8_0_304"/>
          <p:cNvSpPr txBox="1">
            <a:spLocks noGrp="1"/>
          </p:cNvSpPr>
          <p:nvPr>
            <p:ph type="body" idx="1"/>
          </p:nvPr>
        </p:nvSpPr>
        <p:spPr>
          <a:xfrm>
            <a:off x="713225" y="13810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s-ES" sz="1300">
                <a:solidFill>
                  <a:schemeClr val="dk1"/>
                </a:solidFill>
              </a:rPr>
              <a:t>Ejemplo en prolog:</a:t>
            </a:r>
            <a:endParaRPr sz="130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chemeClr val="dk1"/>
                </a:solidFill>
              </a:rPr>
              <a:t>Se trata de un ejemplo asociado a la pertenencia de ciudades norteamericanas y su respectiva ubicación, comprendida en ciudad, estado, país y división del continente. El archivo del ejemplo se llama “ejemplo.pl” y se conforma por los hechos correspondientes a las ciudades y sus estados; las reglas correspondientes para asociar un estado a un país y para relacionar un país con el continente norteamericano; un conjunto de inferencias para correr en la consola.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457200" lvl="0" indent="0" algn="ctr" rtl="0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19" name="Google Shape;319;g27b15318cd8_0_30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Ejemplo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7b15318cd8_0_30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PROLOG - Ejemplo</a:t>
            </a:r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3620748-5975-35AD-B209-9C07AB4A9786}"/>
              </a:ext>
            </a:extLst>
          </p:cNvPr>
          <p:cNvSpPr txBox="1">
            <a:spLocks noChangeArrowheads="1"/>
          </p:cNvSpPr>
          <p:nvPr/>
        </p:nvSpPr>
        <p:spPr>
          <a:xfrm>
            <a:off x="457175" y="1227969"/>
            <a:ext cx="8229600" cy="338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●"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"/>
              <a:buChar char="○"/>
              <a:defRPr sz="12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/>
              <a:t>“</a:t>
            </a:r>
            <a:r>
              <a:rPr lang="es-CO" altLang="es-CO" sz="1800" b="1" dirty="0"/>
              <a:t>X</a:t>
            </a:r>
            <a:r>
              <a:rPr lang="es-CO" altLang="es-CO" sz="1800" dirty="0"/>
              <a:t> es abuelo de </a:t>
            </a:r>
            <a:r>
              <a:rPr lang="es-CO" altLang="es-CO" sz="1800" b="1" dirty="0"/>
              <a:t>Y</a:t>
            </a:r>
            <a:r>
              <a:rPr lang="es-CO" altLang="es-CO" sz="1800" dirty="0"/>
              <a:t> si </a:t>
            </a:r>
            <a:r>
              <a:rPr lang="es-CO" altLang="es-CO" sz="1800" b="1" dirty="0"/>
              <a:t>X</a:t>
            </a:r>
            <a:r>
              <a:rPr lang="es-CO" altLang="es-CO" sz="1800" dirty="0"/>
              <a:t> es padre de </a:t>
            </a:r>
            <a:r>
              <a:rPr lang="es-CO" altLang="es-CO" sz="1800" b="1" dirty="0"/>
              <a:t>Z</a:t>
            </a:r>
            <a:r>
              <a:rPr lang="es-CO" altLang="es-CO" sz="1800" dirty="0"/>
              <a:t> y </a:t>
            </a:r>
            <a:r>
              <a:rPr lang="es-CO" altLang="es-CO" sz="1800" b="1" dirty="0"/>
              <a:t>Z</a:t>
            </a:r>
            <a:r>
              <a:rPr lang="es-CO" altLang="es-CO" sz="1800" dirty="0"/>
              <a:t> es padre de </a:t>
            </a:r>
            <a:r>
              <a:rPr lang="es-CO" altLang="es-CO" sz="1800" b="1" dirty="0"/>
              <a:t>Y</a:t>
            </a:r>
            <a:r>
              <a:rPr lang="es-CO" altLang="es-CO" sz="1800" dirty="0"/>
              <a:t>”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>
                <a:sym typeface="Symbol" panose="05050102010706020507" pitchFamily="18" charset="2"/>
              </a:rPr>
              <a:t> </a:t>
            </a:r>
            <a:r>
              <a:rPr lang="es-CO" altLang="es-CO" sz="1800" dirty="0"/>
              <a:t>X,Y </a:t>
            </a:r>
            <a:r>
              <a:rPr lang="es-CO" altLang="es-CO" sz="1800" dirty="0">
                <a:sym typeface="Symbol" panose="05050102010706020507" pitchFamily="18" charset="2"/>
              </a:rPr>
              <a:t> </a:t>
            </a:r>
            <a:r>
              <a:rPr lang="es-CO" altLang="es-CO" sz="1800" dirty="0"/>
              <a:t>Z padre(X,Z) </a:t>
            </a:r>
            <a:r>
              <a:rPr lang="es-CO" altLang="es-CO" sz="1800" dirty="0">
                <a:sym typeface="Symbol" panose="05050102010706020507" pitchFamily="18" charset="2"/>
              </a:rPr>
              <a:t></a:t>
            </a:r>
            <a:r>
              <a:rPr lang="es-CO" altLang="es-CO" sz="1800" dirty="0"/>
              <a:t> padre(Z,Y) </a:t>
            </a:r>
            <a:r>
              <a:rPr lang="es-CO" altLang="es-CO" sz="1800" dirty="0">
                <a:sym typeface="Symbol" panose="05050102010706020507" pitchFamily="18" charset="2"/>
              </a:rPr>
              <a:t> </a:t>
            </a:r>
            <a:r>
              <a:rPr lang="es-CO" altLang="es-CO" sz="1800" dirty="0"/>
              <a:t>abuelo(X,Y)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/>
              <a:t>abuelo(X,Y) :- padre(X,Z), padre(Z,Y)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/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/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/>
              <a:t>“</a:t>
            </a:r>
            <a:r>
              <a:rPr lang="es-CO" altLang="es-CO" sz="1800" dirty="0" err="1"/>
              <a:t>Maria</a:t>
            </a:r>
            <a:r>
              <a:rPr lang="es-CO" altLang="es-CO" sz="1800" dirty="0"/>
              <a:t> adora a los animales, excepto a los gatos”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>
              <a:sym typeface="Symbol" panose="05050102010706020507" pitchFamily="18" charset="2"/>
            </a:endParaRPr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>
                <a:sym typeface="Symbol" panose="05050102010706020507" pitchFamily="18" charset="2"/>
              </a:rPr>
              <a:t> </a:t>
            </a:r>
            <a:r>
              <a:rPr lang="es-CO" altLang="es-CO" sz="1800" dirty="0"/>
              <a:t>X (animal(X) </a:t>
            </a:r>
            <a:r>
              <a:rPr lang="es-CO" altLang="es-CO" sz="1800" dirty="0">
                <a:sym typeface="Symbol" panose="05050102010706020507" pitchFamily="18" charset="2"/>
              </a:rPr>
              <a:t></a:t>
            </a:r>
            <a:r>
              <a:rPr lang="es-CO" altLang="es-CO" sz="1800" dirty="0"/>
              <a:t> ¬gato(X) </a:t>
            </a:r>
            <a:r>
              <a:rPr lang="es-CO" altLang="es-CO" sz="1800" dirty="0">
                <a:sym typeface="Symbol" panose="05050102010706020507" pitchFamily="18" charset="2"/>
              </a:rPr>
              <a:t></a:t>
            </a:r>
            <a:r>
              <a:rPr lang="es-CO" altLang="es-CO" sz="1800" dirty="0"/>
              <a:t> adora(</a:t>
            </a:r>
            <a:r>
              <a:rPr lang="es-CO" altLang="es-CO" sz="1800" dirty="0" err="1"/>
              <a:t>Maria</a:t>
            </a:r>
            <a:r>
              <a:rPr lang="es-CO" altLang="es-CO" sz="1800" dirty="0"/>
              <a:t>, X))</a:t>
            </a:r>
          </a:p>
          <a:p>
            <a:pPr marL="0" indent="0">
              <a:lnSpc>
                <a:spcPct val="80000"/>
              </a:lnSpc>
              <a:buFontTx/>
              <a:buNone/>
            </a:pPr>
            <a:endParaRPr lang="es-CO" altLang="es-CO" sz="1800" dirty="0"/>
          </a:p>
          <a:p>
            <a:pPr marL="0" indent="0">
              <a:lnSpc>
                <a:spcPct val="80000"/>
              </a:lnSpc>
              <a:buFontTx/>
              <a:buNone/>
            </a:pPr>
            <a:r>
              <a:rPr lang="es-CO" altLang="es-CO" sz="1800" dirty="0"/>
              <a:t>adora(</a:t>
            </a:r>
            <a:r>
              <a:rPr lang="es-CO" altLang="es-CO" sz="1800" dirty="0" err="1"/>
              <a:t>maria,X</a:t>
            </a:r>
            <a:r>
              <a:rPr lang="es-CO" altLang="es-CO" sz="1800" dirty="0"/>
              <a:t>) :- animal(X), </a:t>
            </a:r>
            <a:r>
              <a:rPr lang="es-CO" altLang="es-CO" sz="1800" dirty="0" err="1"/>
              <a:t>not</a:t>
            </a:r>
            <a:r>
              <a:rPr lang="es-CO" altLang="es-CO" sz="1800" dirty="0"/>
              <a:t> gato(X).</a:t>
            </a:r>
            <a:endParaRPr lang="es-ES" altLang="es-CO" sz="1800" dirty="0"/>
          </a:p>
        </p:txBody>
      </p:sp>
    </p:spTree>
    <p:extLst>
      <p:ext uri="{BB962C8B-B14F-4D97-AF65-F5344CB8AC3E}">
        <p14:creationId xmlns:p14="http://schemas.microsoft.com/office/powerpoint/2010/main" val="364359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4A8CFF"/>
      </a:dk2>
      <a:lt2>
        <a:srgbClr val="EFEFEF"/>
      </a:lt2>
      <a:accent1>
        <a:srgbClr val="003BA3"/>
      </a:accent1>
      <a:accent2>
        <a:srgbClr val="000000"/>
      </a:accent2>
      <a:accent3>
        <a:srgbClr val="4A8CFF"/>
      </a:accent3>
      <a:accent4>
        <a:srgbClr val="EFEFEF"/>
      </a:accent4>
      <a:accent5>
        <a:srgbClr val="003BA3"/>
      </a:accent5>
      <a:accent6>
        <a:srgbClr val="000000"/>
      </a:accent6>
      <a:hlink>
        <a:srgbClr val="003B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2934</Words>
  <Application>Microsoft Office PowerPoint</Application>
  <PresentationFormat>Presentación en pantalla (16:9)</PresentationFormat>
  <Paragraphs>429</Paragraphs>
  <Slides>49</Slides>
  <Notes>49</Notes>
  <HiddenSlides>2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49</vt:i4>
      </vt:variant>
    </vt:vector>
  </HeadingPairs>
  <TitlesOfParts>
    <vt:vector size="60" baseType="lpstr">
      <vt:lpstr>Times New Roman</vt:lpstr>
      <vt:lpstr>Barlow</vt:lpstr>
      <vt:lpstr>Montserrat</vt:lpstr>
      <vt:lpstr>Arial</vt:lpstr>
      <vt:lpstr>Proxima Nova</vt:lpstr>
      <vt:lpstr>Symbol</vt:lpstr>
      <vt:lpstr>Arial Unicode MS</vt:lpstr>
      <vt:lpstr>Proxima Nova Semibold</vt:lpstr>
      <vt:lpstr>-apple-system</vt:lpstr>
      <vt:lpstr>Management Consulting Toolkit by Slidesgo</vt:lpstr>
      <vt:lpstr>Slidesgo Final Pages</vt:lpstr>
      <vt:lpstr>Lógica de Primer Orden</vt:lpstr>
      <vt:lpstr>Ejemplo de clase</vt:lpstr>
      <vt:lpstr>Ejemplo de clase</vt:lpstr>
      <vt:lpstr>Agenda</vt:lpstr>
      <vt:lpstr>Lógica Primer Orden</vt:lpstr>
      <vt:lpstr>Lógica de Primer Orden </vt:lpstr>
      <vt:lpstr>Sintaxis del Lenguaje Natural</vt:lpstr>
      <vt:lpstr>Sintaxis del Lenguaje Natural</vt:lpstr>
      <vt:lpstr>Sintaxis Lógica de Primer Orden</vt:lpstr>
      <vt:lpstr>Sintaxis Lógica de Primer Orden</vt:lpstr>
      <vt:lpstr>Sintaxis Lógica de Primer Orden</vt:lpstr>
      <vt:lpstr>Semántica Lógica de Primer Orden</vt:lpstr>
      <vt:lpstr>Sintaxis Lógica de Primer Orden</vt:lpstr>
      <vt:lpstr>Cuantificadores</vt:lpstr>
      <vt:lpstr>Cuantificadores</vt:lpstr>
      <vt:lpstr>Cuantificadores</vt:lpstr>
      <vt:lpstr>Cuantificadores</vt:lpstr>
      <vt:lpstr>Cuantificadores</vt:lpstr>
      <vt:lpstr>Igualdad</vt:lpstr>
      <vt:lpstr>Uso Lógica de Primer Orden</vt:lpstr>
      <vt:lpstr>Programación Lógica</vt:lpstr>
      <vt:lpstr>Programación Lógica</vt:lpstr>
      <vt:lpstr>Programación Lógica</vt:lpstr>
      <vt:lpstr>Programación Lógica</vt:lpstr>
      <vt:lpstr>Programación Lógica</vt:lpstr>
      <vt:lpstr>Programación Lógica</vt:lpstr>
      <vt:lpstr>Programación Lógica</vt:lpstr>
      <vt:lpstr>Programación Lógica</vt:lpstr>
      <vt:lpstr>Programación Lógica</vt:lpstr>
      <vt:lpstr>Programación Lógica</vt:lpstr>
      <vt:lpstr>Características</vt:lpstr>
      <vt:lpstr>Características</vt:lpstr>
      <vt:lpstr>Características</vt:lpstr>
      <vt:lpstr>Programación Lógica</vt:lpstr>
      <vt:lpstr>Programación Lógica</vt:lpstr>
      <vt:lpstr>PROLOG - Descargar</vt:lpstr>
      <vt:lpstr>PROLOG</vt:lpstr>
      <vt:lpstr>PROLOG</vt:lpstr>
      <vt:lpstr>PROLOG - Operadores y expresiones aritméticas</vt:lpstr>
      <vt:lpstr>PROLOG - Operadores y expresiones aritméticas</vt:lpstr>
      <vt:lpstr>PROLOG - Operadores y expresiones aritméticas</vt:lpstr>
      <vt:lpstr>PROLOG - Operadores y expresiones aritméticas</vt:lpstr>
      <vt:lpstr>PROLOG - Operadores y expresiones aritméticas</vt:lpstr>
      <vt:lpstr>PROLOG - Operadores y expresiones aritméticas</vt:lpstr>
      <vt:lpstr>PROLOG - Operadores y expresiones aritméticas</vt:lpstr>
      <vt:lpstr>PROLOG - Operadores y expresiones aritméticas</vt:lpstr>
      <vt:lpstr>PROLOG - Ejemplo</vt:lpstr>
      <vt:lpstr>PROLOG - Ejemplo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Lógica de Primer Orden</dc:title>
  <cp:lastModifiedBy>Norbey Danilo Muñoz Cañon</cp:lastModifiedBy>
  <cp:revision>1</cp:revision>
  <dcterms:modified xsi:type="dcterms:W3CDTF">2024-03-13T21:33:59Z</dcterms:modified>
</cp:coreProperties>
</file>