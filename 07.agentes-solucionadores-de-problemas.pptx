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9"/>
  </p:notesMasterIdLst>
  <p:sldIdLst>
    <p:sldId id="256" r:id="rId2"/>
    <p:sldId id="257" r:id="rId3"/>
    <p:sldId id="258" r:id="rId4"/>
    <p:sldId id="259" r:id="rId5"/>
    <p:sldId id="260" r:id="rId6"/>
    <p:sldId id="261" r:id="rId7"/>
    <p:sldId id="263" r:id="rId8"/>
    <p:sldId id="264" r:id="rId9"/>
    <p:sldId id="265" r:id="rId10"/>
    <p:sldId id="266" r:id="rId11"/>
    <p:sldId id="267" r:id="rId12"/>
    <p:sldId id="268" r:id="rId13"/>
    <p:sldId id="269" r:id="rId14"/>
    <p:sldId id="279" r:id="rId15"/>
    <p:sldId id="280" r:id="rId16"/>
    <p:sldId id="270" r:id="rId17"/>
    <p:sldId id="271" r:id="rId18"/>
    <p:sldId id="272" r:id="rId19"/>
    <p:sldId id="273" r:id="rId20"/>
    <p:sldId id="274" r:id="rId21"/>
    <p:sldId id="275" r:id="rId22"/>
    <p:sldId id="276" r:id="rId23"/>
    <p:sldId id="277" r:id="rId24"/>
    <p:sldId id="278" r:id="rId25"/>
    <p:sldId id="281" r:id="rId26"/>
    <p:sldId id="282" r:id="rId27"/>
    <p:sldId id="283" r:id="rId28"/>
  </p:sldIdLst>
  <p:sldSz cx="9144000" cy="5143500" type="screen16x9"/>
  <p:notesSz cx="6858000" cy="9144000"/>
  <p:embeddedFontLst>
    <p:embeddedFont>
      <p:font typeface="Open Sans" panose="020B0606030504020204" pitchFamily="34" charset="0"/>
      <p:regular r:id="rId30"/>
      <p:bold r:id="rId31"/>
      <p:italic r:id="rId32"/>
      <p:boldItalic r:id="rId33"/>
    </p:embeddedFont>
    <p:embeddedFont>
      <p:font typeface="PT Sans Narrow" panose="020B0506020203020204" pitchFamily="34" charset="0"/>
      <p:regular r:id="rId34"/>
      <p:bold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6387" autoAdjust="0"/>
  </p:normalViewPr>
  <p:slideViewPr>
    <p:cSldViewPr snapToGrid="0">
      <p:cViewPr varScale="1">
        <p:scale>
          <a:sx n="84" d="100"/>
          <a:sy n="84" d="100"/>
        </p:scale>
        <p:origin x="1426" y="7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font" Target="fonts/font6.fntdata"/><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ORBEY DANILO MUÑOZ CAÑON" userId="29f64d73-8b12-4c53-a9f3-1c223397a229" providerId="ADAL" clId="{0601DE15-016E-47C6-887E-08C4671EB537}"/>
    <pc:docChg chg="custSel addSld delSld modSld">
      <pc:chgData name="NORBEY DANILO MUÑOZ CAÑON" userId="29f64d73-8b12-4c53-a9f3-1c223397a229" providerId="ADAL" clId="{0601DE15-016E-47C6-887E-08C4671EB537}" dt="2024-04-01T01:48:45.291" v="187" actId="1076"/>
      <pc:docMkLst>
        <pc:docMk/>
      </pc:docMkLst>
      <pc:sldChg chg="delSp modSp mod">
        <pc:chgData name="NORBEY DANILO MUÑOZ CAÑON" userId="29f64d73-8b12-4c53-a9f3-1c223397a229" providerId="ADAL" clId="{0601DE15-016E-47C6-887E-08C4671EB537}" dt="2024-04-01T00:01:13.989" v="1" actId="478"/>
        <pc:sldMkLst>
          <pc:docMk/>
          <pc:sldMk cId="0" sldId="256"/>
        </pc:sldMkLst>
        <pc:spChg chg="del mod">
          <ac:chgData name="NORBEY DANILO MUÑOZ CAÑON" userId="29f64d73-8b12-4c53-a9f3-1c223397a229" providerId="ADAL" clId="{0601DE15-016E-47C6-887E-08C4671EB537}" dt="2024-04-01T00:01:13.989" v="1" actId="478"/>
          <ac:spMkLst>
            <pc:docMk/>
            <pc:sldMk cId="0" sldId="256"/>
            <ac:spMk id="67" creationId="{00000000-0000-0000-0000-000000000000}"/>
          </ac:spMkLst>
        </pc:spChg>
      </pc:sldChg>
      <pc:sldChg chg="del">
        <pc:chgData name="NORBEY DANILO MUÑOZ CAÑON" userId="29f64d73-8b12-4c53-a9f3-1c223397a229" providerId="ADAL" clId="{0601DE15-016E-47C6-887E-08C4671EB537}" dt="2024-04-01T00:28:33.122" v="2" actId="47"/>
        <pc:sldMkLst>
          <pc:docMk/>
          <pc:sldMk cId="0" sldId="262"/>
        </pc:sldMkLst>
      </pc:sldChg>
      <pc:sldChg chg="modSp mod">
        <pc:chgData name="NORBEY DANILO MUÑOZ CAÑON" userId="29f64d73-8b12-4c53-a9f3-1c223397a229" providerId="ADAL" clId="{0601DE15-016E-47C6-887E-08C4671EB537}" dt="2024-04-01T00:28:46.007" v="7" actId="20577"/>
        <pc:sldMkLst>
          <pc:docMk/>
          <pc:sldMk cId="0" sldId="263"/>
        </pc:sldMkLst>
        <pc:spChg chg="mod">
          <ac:chgData name="NORBEY DANILO MUÑOZ CAÑON" userId="29f64d73-8b12-4c53-a9f3-1c223397a229" providerId="ADAL" clId="{0601DE15-016E-47C6-887E-08C4671EB537}" dt="2024-04-01T00:28:46.007" v="7" actId="20577"/>
          <ac:spMkLst>
            <pc:docMk/>
            <pc:sldMk cId="0" sldId="263"/>
            <ac:spMk id="113" creationId="{00000000-0000-0000-0000-000000000000}"/>
          </ac:spMkLst>
        </pc:spChg>
      </pc:sldChg>
      <pc:sldChg chg="modSp mod">
        <pc:chgData name="NORBEY DANILO MUÑOZ CAÑON" userId="29f64d73-8b12-4c53-a9f3-1c223397a229" providerId="ADAL" clId="{0601DE15-016E-47C6-887E-08C4671EB537}" dt="2024-04-01T00:29:28.029" v="8" actId="20577"/>
        <pc:sldMkLst>
          <pc:docMk/>
          <pc:sldMk cId="0" sldId="264"/>
        </pc:sldMkLst>
        <pc:spChg chg="mod">
          <ac:chgData name="NORBEY DANILO MUÑOZ CAÑON" userId="29f64d73-8b12-4c53-a9f3-1c223397a229" providerId="ADAL" clId="{0601DE15-016E-47C6-887E-08C4671EB537}" dt="2024-04-01T00:29:28.029" v="8" actId="20577"/>
          <ac:spMkLst>
            <pc:docMk/>
            <pc:sldMk cId="0" sldId="264"/>
            <ac:spMk id="120" creationId="{00000000-0000-0000-0000-000000000000}"/>
          </ac:spMkLst>
        </pc:spChg>
      </pc:sldChg>
      <pc:sldChg chg="modSp mod">
        <pc:chgData name="NORBEY DANILO MUÑOZ CAÑON" userId="29f64d73-8b12-4c53-a9f3-1c223397a229" providerId="ADAL" clId="{0601DE15-016E-47C6-887E-08C4671EB537}" dt="2024-04-01T00:33:50.368" v="11" actId="20577"/>
        <pc:sldMkLst>
          <pc:docMk/>
          <pc:sldMk cId="0" sldId="267"/>
        </pc:sldMkLst>
        <pc:spChg chg="mod">
          <ac:chgData name="NORBEY DANILO MUÑOZ CAÑON" userId="29f64d73-8b12-4c53-a9f3-1c223397a229" providerId="ADAL" clId="{0601DE15-016E-47C6-887E-08C4671EB537}" dt="2024-04-01T00:33:50.368" v="11" actId="20577"/>
          <ac:spMkLst>
            <pc:docMk/>
            <pc:sldMk cId="0" sldId="267"/>
            <ac:spMk id="140" creationId="{00000000-0000-0000-0000-000000000000}"/>
          </ac:spMkLst>
        </pc:spChg>
      </pc:sldChg>
      <pc:sldChg chg="modSp mod">
        <pc:chgData name="NORBEY DANILO MUÑOZ CAÑON" userId="29f64d73-8b12-4c53-a9f3-1c223397a229" providerId="ADAL" clId="{0601DE15-016E-47C6-887E-08C4671EB537}" dt="2024-04-01T00:34:26.697" v="14" actId="20577"/>
        <pc:sldMkLst>
          <pc:docMk/>
          <pc:sldMk cId="0" sldId="268"/>
        </pc:sldMkLst>
        <pc:spChg chg="mod">
          <ac:chgData name="NORBEY DANILO MUÑOZ CAÑON" userId="29f64d73-8b12-4c53-a9f3-1c223397a229" providerId="ADAL" clId="{0601DE15-016E-47C6-887E-08C4671EB537}" dt="2024-04-01T00:34:26.697" v="14" actId="20577"/>
          <ac:spMkLst>
            <pc:docMk/>
            <pc:sldMk cId="0" sldId="268"/>
            <ac:spMk id="147" creationId="{00000000-0000-0000-0000-000000000000}"/>
          </ac:spMkLst>
        </pc:spChg>
      </pc:sldChg>
      <pc:sldChg chg="modSp mod">
        <pc:chgData name="NORBEY DANILO MUÑOZ CAÑON" userId="29f64d73-8b12-4c53-a9f3-1c223397a229" providerId="ADAL" clId="{0601DE15-016E-47C6-887E-08C4671EB537}" dt="2024-04-01T00:49:45.252" v="17" actId="20577"/>
        <pc:sldMkLst>
          <pc:docMk/>
          <pc:sldMk cId="0" sldId="272"/>
        </pc:sldMkLst>
        <pc:spChg chg="mod">
          <ac:chgData name="NORBEY DANILO MUÑOZ CAÑON" userId="29f64d73-8b12-4c53-a9f3-1c223397a229" providerId="ADAL" clId="{0601DE15-016E-47C6-887E-08C4671EB537}" dt="2024-04-01T00:49:45.252" v="17" actId="20577"/>
          <ac:spMkLst>
            <pc:docMk/>
            <pc:sldMk cId="0" sldId="272"/>
            <ac:spMk id="173" creationId="{00000000-0000-0000-0000-000000000000}"/>
          </ac:spMkLst>
        </pc:spChg>
      </pc:sldChg>
      <pc:sldChg chg="modSp mod">
        <pc:chgData name="NORBEY DANILO MUÑOZ CAÑON" userId="29f64d73-8b12-4c53-a9f3-1c223397a229" providerId="ADAL" clId="{0601DE15-016E-47C6-887E-08C4671EB537}" dt="2024-04-01T00:50:38.773" v="20" actId="20577"/>
        <pc:sldMkLst>
          <pc:docMk/>
          <pc:sldMk cId="0" sldId="273"/>
        </pc:sldMkLst>
        <pc:spChg chg="mod">
          <ac:chgData name="NORBEY DANILO MUÑOZ CAÑON" userId="29f64d73-8b12-4c53-a9f3-1c223397a229" providerId="ADAL" clId="{0601DE15-016E-47C6-887E-08C4671EB537}" dt="2024-04-01T00:50:38.773" v="20" actId="20577"/>
          <ac:spMkLst>
            <pc:docMk/>
            <pc:sldMk cId="0" sldId="273"/>
            <ac:spMk id="180" creationId="{00000000-0000-0000-0000-000000000000}"/>
          </ac:spMkLst>
        </pc:spChg>
      </pc:sldChg>
      <pc:sldChg chg="addSp delSp modSp add mod">
        <pc:chgData name="NORBEY DANILO MUÑOZ CAÑON" userId="29f64d73-8b12-4c53-a9f3-1c223397a229" providerId="ADAL" clId="{0601DE15-016E-47C6-887E-08C4671EB537}" dt="2024-04-01T01:39:50.098" v="107" actId="1076"/>
        <pc:sldMkLst>
          <pc:docMk/>
          <pc:sldMk cId="1398929889" sldId="277"/>
        </pc:sldMkLst>
        <pc:spChg chg="add del mod">
          <ac:chgData name="NORBEY DANILO MUÑOZ CAÑON" userId="29f64d73-8b12-4c53-a9f3-1c223397a229" providerId="ADAL" clId="{0601DE15-016E-47C6-887E-08C4671EB537}" dt="2024-04-01T01:37:37.004" v="64" actId="478"/>
          <ac:spMkLst>
            <pc:docMk/>
            <pc:sldMk cId="1398929889" sldId="277"/>
            <ac:spMk id="3" creationId="{02EBE077-2B95-4FE0-F29B-7BD0E793AC82}"/>
          </ac:spMkLst>
        </pc:spChg>
        <pc:spChg chg="add mod">
          <ac:chgData name="NORBEY DANILO MUÑOZ CAÑON" userId="29f64d73-8b12-4c53-a9f3-1c223397a229" providerId="ADAL" clId="{0601DE15-016E-47C6-887E-08C4671EB537}" dt="2024-04-01T01:39:50.098" v="107" actId="1076"/>
          <ac:spMkLst>
            <pc:docMk/>
            <pc:sldMk cId="1398929889" sldId="277"/>
            <ac:spMk id="7" creationId="{553E23AD-64BB-179B-7DAD-CC458954F41A}"/>
          </ac:spMkLst>
        </pc:spChg>
        <pc:spChg chg="mod">
          <ac:chgData name="NORBEY DANILO MUÑOZ CAÑON" userId="29f64d73-8b12-4c53-a9f3-1c223397a229" providerId="ADAL" clId="{0601DE15-016E-47C6-887E-08C4671EB537}" dt="2024-04-01T01:37:32.281" v="62" actId="20577"/>
          <ac:spMkLst>
            <pc:docMk/>
            <pc:sldMk cId="1398929889" sldId="277"/>
            <ac:spMk id="204" creationId="{00000000-0000-0000-0000-000000000000}"/>
          </ac:spMkLst>
        </pc:spChg>
        <pc:spChg chg="del mod">
          <ac:chgData name="NORBEY DANILO MUÑOZ CAÑON" userId="29f64d73-8b12-4c53-a9f3-1c223397a229" providerId="ADAL" clId="{0601DE15-016E-47C6-887E-08C4671EB537}" dt="2024-04-01T01:37:36.012" v="63" actId="478"/>
          <ac:spMkLst>
            <pc:docMk/>
            <pc:sldMk cId="1398929889" sldId="277"/>
            <ac:spMk id="205" creationId="{00000000-0000-0000-0000-000000000000}"/>
          </ac:spMkLst>
        </pc:spChg>
        <pc:picChg chg="add mod">
          <ac:chgData name="NORBEY DANILO MUÑOZ CAÑON" userId="29f64d73-8b12-4c53-a9f3-1c223397a229" providerId="ADAL" clId="{0601DE15-016E-47C6-887E-08C4671EB537}" dt="2024-04-01T01:39:08.913" v="73" actId="1076"/>
          <ac:picMkLst>
            <pc:docMk/>
            <pc:sldMk cId="1398929889" sldId="277"/>
            <ac:picMk id="5" creationId="{D929D272-75A1-F9C3-C976-E69F3BACDCD0}"/>
          </ac:picMkLst>
        </pc:picChg>
        <pc:picChg chg="del">
          <ac:chgData name="NORBEY DANILO MUÑOZ CAÑON" userId="29f64d73-8b12-4c53-a9f3-1c223397a229" providerId="ADAL" clId="{0601DE15-016E-47C6-887E-08C4671EB537}" dt="2024-04-01T01:37:38.162" v="65" actId="478"/>
          <ac:picMkLst>
            <pc:docMk/>
            <pc:sldMk cId="1398929889" sldId="277"/>
            <ac:picMk id="206" creationId="{00000000-0000-0000-0000-000000000000}"/>
          </ac:picMkLst>
        </pc:picChg>
        <pc:cxnChg chg="del">
          <ac:chgData name="NORBEY DANILO MUÑOZ CAÑON" userId="29f64d73-8b12-4c53-a9f3-1c223397a229" providerId="ADAL" clId="{0601DE15-016E-47C6-887E-08C4671EB537}" dt="2024-04-01T01:37:40.417" v="66" actId="478"/>
          <ac:cxnSpMkLst>
            <pc:docMk/>
            <pc:sldMk cId="1398929889" sldId="277"/>
            <ac:cxnSpMk id="207" creationId="{00000000-0000-0000-0000-000000000000}"/>
          </ac:cxnSpMkLst>
        </pc:cxnChg>
        <pc:cxnChg chg="del">
          <ac:chgData name="NORBEY DANILO MUÑOZ CAÑON" userId="29f64d73-8b12-4c53-a9f3-1c223397a229" providerId="ADAL" clId="{0601DE15-016E-47C6-887E-08C4671EB537}" dt="2024-04-01T01:37:40.417" v="66" actId="478"/>
          <ac:cxnSpMkLst>
            <pc:docMk/>
            <pc:sldMk cId="1398929889" sldId="277"/>
            <ac:cxnSpMk id="208" creationId="{00000000-0000-0000-0000-000000000000}"/>
          </ac:cxnSpMkLst>
        </pc:cxnChg>
        <pc:cxnChg chg="del">
          <ac:chgData name="NORBEY DANILO MUÑOZ CAÑON" userId="29f64d73-8b12-4c53-a9f3-1c223397a229" providerId="ADAL" clId="{0601DE15-016E-47C6-887E-08C4671EB537}" dt="2024-04-01T01:37:40.417" v="66" actId="478"/>
          <ac:cxnSpMkLst>
            <pc:docMk/>
            <pc:sldMk cId="1398929889" sldId="277"/>
            <ac:cxnSpMk id="209" creationId="{00000000-0000-0000-0000-000000000000}"/>
          </ac:cxnSpMkLst>
        </pc:cxnChg>
      </pc:sldChg>
      <pc:sldChg chg="addSp delSp modSp add mod">
        <pc:chgData name="NORBEY DANILO MUÑOZ CAÑON" userId="29f64d73-8b12-4c53-a9f3-1c223397a229" providerId="ADAL" clId="{0601DE15-016E-47C6-887E-08C4671EB537}" dt="2024-04-01T01:40:20.893" v="150" actId="1076"/>
        <pc:sldMkLst>
          <pc:docMk/>
          <pc:sldMk cId="2879392949" sldId="278"/>
        </pc:sldMkLst>
        <pc:spChg chg="del">
          <ac:chgData name="NORBEY DANILO MUÑOZ CAÑON" userId="29f64d73-8b12-4c53-a9f3-1c223397a229" providerId="ADAL" clId="{0601DE15-016E-47C6-887E-08C4671EB537}" dt="2024-04-01T01:40:10.586" v="147" actId="478"/>
          <ac:spMkLst>
            <pc:docMk/>
            <pc:sldMk cId="2879392949" sldId="278"/>
            <ac:spMk id="7" creationId="{553E23AD-64BB-179B-7DAD-CC458954F41A}"/>
          </ac:spMkLst>
        </pc:spChg>
        <pc:spChg chg="mod">
          <ac:chgData name="NORBEY DANILO MUÑOZ CAÑON" userId="29f64d73-8b12-4c53-a9f3-1c223397a229" providerId="ADAL" clId="{0601DE15-016E-47C6-887E-08C4671EB537}" dt="2024-04-01T01:40:08.003" v="145" actId="20577"/>
          <ac:spMkLst>
            <pc:docMk/>
            <pc:sldMk cId="2879392949" sldId="278"/>
            <ac:spMk id="204" creationId="{00000000-0000-0000-0000-000000000000}"/>
          </ac:spMkLst>
        </pc:spChg>
        <pc:picChg chg="add mod">
          <ac:chgData name="NORBEY DANILO MUÑOZ CAÑON" userId="29f64d73-8b12-4c53-a9f3-1c223397a229" providerId="ADAL" clId="{0601DE15-016E-47C6-887E-08C4671EB537}" dt="2024-04-01T01:40:20.893" v="150" actId="1076"/>
          <ac:picMkLst>
            <pc:docMk/>
            <pc:sldMk cId="2879392949" sldId="278"/>
            <ac:picMk id="3" creationId="{09F6E564-AF4C-585B-8337-4958D3CFD8FF}"/>
          </ac:picMkLst>
        </pc:picChg>
        <pc:picChg chg="del">
          <ac:chgData name="NORBEY DANILO MUÑOZ CAÑON" userId="29f64d73-8b12-4c53-a9f3-1c223397a229" providerId="ADAL" clId="{0601DE15-016E-47C6-887E-08C4671EB537}" dt="2024-04-01T01:40:09.572" v="146" actId="478"/>
          <ac:picMkLst>
            <pc:docMk/>
            <pc:sldMk cId="2879392949" sldId="278"/>
            <ac:picMk id="5" creationId="{D929D272-75A1-F9C3-C976-E69F3BACDCD0}"/>
          </ac:picMkLst>
        </pc:picChg>
      </pc:sldChg>
      <pc:sldChg chg="addSp delSp modSp add mod">
        <pc:chgData name="NORBEY DANILO MUÑOZ CAÑON" userId="29f64d73-8b12-4c53-a9f3-1c223397a229" providerId="ADAL" clId="{0601DE15-016E-47C6-887E-08C4671EB537}" dt="2024-04-01T01:41:12.617" v="156" actId="1076"/>
        <pc:sldMkLst>
          <pc:docMk/>
          <pc:sldMk cId="474803553" sldId="279"/>
        </pc:sldMkLst>
        <pc:spChg chg="add del mod">
          <ac:chgData name="NORBEY DANILO MUÑOZ CAÑON" userId="29f64d73-8b12-4c53-a9f3-1c223397a229" providerId="ADAL" clId="{0601DE15-016E-47C6-887E-08C4671EB537}" dt="2024-04-01T01:40:58.975" v="153" actId="478"/>
          <ac:spMkLst>
            <pc:docMk/>
            <pc:sldMk cId="474803553" sldId="279"/>
            <ac:spMk id="3" creationId="{8FED9EBB-A893-76BD-6662-4CE5C70D8BEE}"/>
          </ac:spMkLst>
        </pc:spChg>
        <pc:spChg chg="del">
          <ac:chgData name="NORBEY DANILO MUÑOZ CAÑON" userId="29f64d73-8b12-4c53-a9f3-1c223397a229" providerId="ADAL" clId="{0601DE15-016E-47C6-887E-08C4671EB537}" dt="2024-04-01T01:40:58.262" v="152" actId="478"/>
          <ac:spMkLst>
            <pc:docMk/>
            <pc:sldMk cId="474803553" sldId="279"/>
            <ac:spMk id="153" creationId="{00000000-0000-0000-0000-000000000000}"/>
          </ac:spMkLst>
        </pc:spChg>
        <pc:picChg chg="add mod">
          <ac:chgData name="NORBEY DANILO MUÑOZ CAÑON" userId="29f64d73-8b12-4c53-a9f3-1c223397a229" providerId="ADAL" clId="{0601DE15-016E-47C6-887E-08C4671EB537}" dt="2024-04-01T01:41:12.617" v="156" actId="1076"/>
          <ac:picMkLst>
            <pc:docMk/>
            <pc:sldMk cId="474803553" sldId="279"/>
            <ac:picMk id="5" creationId="{8073047E-BE49-6A51-5270-481E22D84FF7}"/>
          </ac:picMkLst>
        </pc:picChg>
      </pc:sldChg>
      <pc:sldChg chg="addSp delSp modSp add mod">
        <pc:chgData name="NORBEY DANILO MUÑOZ CAÑON" userId="29f64d73-8b12-4c53-a9f3-1c223397a229" providerId="ADAL" clId="{0601DE15-016E-47C6-887E-08C4671EB537}" dt="2024-04-01T01:41:52.862" v="166" actId="1076"/>
        <pc:sldMkLst>
          <pc:docMk/>
          <pc:sldMk cId="3813693848" sldId="280"/>
        </pc:sldMkLst>
        <pc:spChg chg="mod">
          <ac:chgData name="NORBEY DANILO MUÑOZ CAÑON" userId="29f64d73-8b12-4c53-a9f3-1c223397a229" providerId="ADAL" clId="{0601DE15-016E-47C6-887E-08C4671EB537}" dt="2024-04-01T01:41:35.421" v="162" actId="20577"/>
          <ac:spMkLst>
            <pc:docMk/>
            <pc:sldMk cId="3813693848" sldId="280"/>
            <ac:spMk id="152" creationId="{00000000-0000-0000-0000-000000000000}"/>
          </ac:spMkLst>
        </pc:spChg>
        <pc:picChg chg="add mod">
          <ac:chgData name="NORBEY DANILO MUÑOZ CAÑON" userId="29f64d73-8b12-4c53-a9f3-1c223397a229" providerId="ADAL" clId="{0601DE15-016E-47C6-887E-08C4671EB537}" dt="2024-04-01T01:41:52.862" v="166" actId="1076"/>
          <ac:picMkLst>
            <pc:docMk/>
            <pc:sldMk cId="3813693848" sldId="280"/>
            <ac:picMk id="3" creationId="{4A81304B-DD08-DFDF-2C3D-D6FF536E532A}"/>
          </ac:picMkLst>
        </pc:picChg>
        <pc:picChg chg="del">
          <ac:chgData name="NORBEY DANILO MUÑOZ CAÑON" userId="29f64d73-8b12-4c53-a9f3-1c223397a229" providerId="ADAL" clId="{0601DE15-016E-47C6-887E-08C4671EB537}" dt="2024-04-01T01:41:37.530" v="163" actId="478"/>
          <ac:picMkLst>
            <pc:docMk/>
            <pc:sldMk cId="3813693848" sldId="280"/>
            <ac:picMk id="5" creationId="{8073047E-BE49-6A51-5270-481E22D84FF7}"/>
          </ac:picMkLst>
        </pc:picChg>
      </pc:sldChg>
      <pc:sldChg chg="addSp delSp modSp add mod">
        <pc:chgData name="NORBEY DANILO MUÑOZ CAÑON" userId="29f64d73-8b12-4c53-a9f3-1c223397a229" providerId="ADAL" clId="{0601DE15-016E-47C6-887E-08C4671EB537}" dt="2024-04-01T01:47:58.253" v="173" actId="1076"/>
        <pc:sldMkLst>
          <pc:docMk/>
          <pc:sldMk cId="1721718498" sldId="281"/>
        </pc:sldMkLst>
        <pc:picChg chg="del">
          <ac:chgData name="NORBEY DANILO MUÑOZ CAÑON" userId="29f64d73-8b12-4c53-a9f3-1c223397a229" providerId="ADAL" clId="{0601DE15-016E-47C6-887E-08C4671EB537}" dt="2024-04-01T01:47:41.103" v="168" actId="478"/>
          <ac:picMkLst>
            <pc:docMk/>
            <pc:sldMk cId="1721718498" sldId="281"/>
            <ac:picMk id="3" creationId="{09F6E564-AF4C-585B-8337-4958D3CFD8FF}"/>
          </ac:picMkLst>
        </pc:picChg>
        <pc:picChg chg="add mod">
          <ac:chgData name="NORBEY DANILO MUÑOZ CAÑON" userId="29f64d73-8b12-4c53-a9f3-1c223397a229" providerId="ADAL" clId="{0601DE15-016E-47C6-887E-08C4671EB537}" dt="2024-04-01T01:47:58.253" v="173" actId="1076"/>
          <ac:picMkLst>
            <pc:docMk/>
            <pc:sldMk cId="1721718498" sldId="281"/>
            <ac:picMk id="4" creationId="{A8A9D084-7181-9488-5877-10646CD977BC}"/>
          </ac:picMkLst>
        </pc:picChg>
      </pc:sldChg>
      <pc:sldChg chg="addSp delSp modSp add mod">
        <pc:chgData name="NORBEY DANILO MUÑOZ CAÑON" userId="29f64d73-8b12-4c53-a9f3-1c223397a229" providerId="ADAL" clId="{0601DE15-016E-47C6-887E-08C4671EB537}" dt="2024-04-01T01:48:19.725" v="178" actId="1076"/>
        <pc:sldMkLst>
          <pc:docMk/>
          <pc:sldMk cId="1443243473" sldId="282"/>
        </pc:sldMkLst>
        <pc:picChg chg="add mod">
          <ac:chgData name="NORBEY DANILO MUÑOZ CAÑON" userId="29f64d73-8b12-4c53-a9f3-1c223397a229" providerId="ADAL" clId="{0601DE15-016E-47C6-887E-08C4671EB537}" dt="2024-04-01T01:48:19.725" v="178" actId="1076"/>
          <ac:picMkLst>
            <pc:docMk/>
            <pc:sldMk cId="1443243473" sldId="282"/>
            <ac:picMk id="3" creationId="{00BFD103-868B-AAB2-8894-B305EA1887C6}"/>
          </ac:picMkLst>
        </pc:picChg>
        <pc:picChg chg="del">
          <ac:chgData name="NORBEY DANILO MUÑOZ CAÑON" userId="29f64d73-8b12-4c53-a9f3-1c223397a229" providerId="ADAL" clId="{0601DE15-016E-47C6-887E-08C4671EB537}" dt="2024-04-01T01:48:13.739" v="175" actId="478"/>
          <ac:picMkLst>
            <pc:docMk/>
            <pc:sldMk cId="1443243473" sldId="282"/>
            <ac:picMk id="4" creationId="{A8A9D084-7181-9488-5877-10646CD977BC}"/>
          </ac:picMkLst>
        </pc:picChg>
      </pc:sldChg>
      <pc:sldChg chg="addSp delSp modSp add mod">
        <pc:chgData name="NORBEY DANILO MUÑOZ CAÑON" userId="29f64d73-8b12-4c53-a9f3-1c223397a229" providerId="ADAL" clId="{0601DE15-016E-47C6-887E-08C4671EB537}" dt="2024-04-01T01:48:45.291" v="187" actId="1076"/>
        <pc:sldMkLst>
          <pc:docMk/>
          <pc:sldMk cId="3699765161" sldId="283"/>
        </pc:sldMkLst>
        <pc:picChg chg="del">
          <ac:chgData name="NORBEY DANILO MUÑOZ CAÑON" userId="29f64d73-8b12-4c53-a9f3-1c223397a229" providerId="ADAL" clId="{0601DE15-016E-47C6-887E-08C4671EB537}" dt="2024-04-01T01:48:25.349" v="180" actId="478"/>
          <ac:picMkLst>
            <pc:docMk/>
            <pc:sldMk cId="3699765161" sldId="283"/>
            <ac:picMk id="3" creationId="{00BFD103-868B-AAB2-8894-B305EA1887C6}"/>
          </ac:picMkLst>
        </pc:picChg>
        <pc:picChg chg="add mod">
          <ac:chgData name="NORBEY DANILO MUÑOZ CAÑON" userId="29f64d73-8b12-4c53-a9f3-1c223397a229" providerId="ADAL" clId="{0601DE15-016E-47C6-887E-08C4671EB537}" dt="2024-04-01T01:48:45.291" v="187" actId="1076"/>
          <ac:picMkLst>
            <pc:docMk/>
            <pc:sldMk cId="3699765161" sldId="283"/>
            <ac:picMk id="4" creationId="{53A399ED-A557-789E-0273-FA156B6C5AF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g1e84ec17e13_0_5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0" name="Google Shape;70;g1e84ec17e13_0_5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1e84ec17e13_0_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1e84ec17e13_0_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g1e84ec17e13_0_6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 name="Google Shape;83;g1e84ec17e13_0_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1e84ec17e13_0_7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1e84ec17e13_0_7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g1e84ec17e13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8" name="Google Shape;98;g1e84ec17e13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1e84ec17e13_0_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1e84ec17e13_0_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200">
                <a:solidFill>
                  <a:schemeClr val="dk1"/>
                </a:solidFill>
              </a:rPr>
              <a:t>Bogotá, el objetivo es desplazarse del centro comercial norte al sur en determinada hora, esto limita el comportamiento del agente, pues él no quedará vagando en un mundo infinito de oportunidades, sino que tendrá un objetivo determinado al cual deberá llegar basado en el estado actual.</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1e84ec17e13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1e84ec17e13_0_1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200">
                <a:solidFill>
                  <a:schemeClr val="dk1"/>
                </a:solidFill>
              </a:rPr>
              <a:t>Bogotá, imagine que, dado el objetivo de llegar a determinado centro comercial en el sector sur, el trayecto que tiene el agente desde el lugar de salida del centro comercial norte hasta la dirección que tiene por objetivo, tiene varias rutas. Esto ampliaría el campo de análisis del agente, pero si por medio de un mapa se le brinda información adicional para ubicarse, la cantidad de información que este debe analizar se reduce y a la vez se le facilita identificar la ruta más cercana, agregue a eso un sistema que le permita identificar la vía con menor tráfico, esto facilitaría y potenciaría el rendimiento del agente, de no contar con esas herramientas tendría que tomar una decisión al azar.</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1e84ec17e13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1e84ec17e13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200">
                <a:solidFill>
                  <a:schemeClr val="dk1"/>
                </a:solidFill>
              </a:rPr>
              <a:t>En el ejemplo adoptado del agente en Bogotá, la búsqueda puede identificarse cuando este asemeja la mejor ruta y descubre una secuencia de mecanismos y actividades que puede ejecutar hasta llegar al centro comercial ubicado en el sur de la ciudad. Estas acciones deben ser analizadas de manera minuciosa, pues en cada una de ellas el agente cambia de estado, por lo cual deberá prever dichas situaciones. Es decir, si decide manejar existe una variedad de escenarios que se le pueden presentar como, el límite de velocidad permitido por diferentes áreas, la identificación de los semáforos, la visibilidad respecto de los demás carros, entre otras muchas, para cada situación deberá tener preparada una acción.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1e84ec17e13_0_1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1e84ec17e13_0_1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sz="1200">
                <a:solidFill>
                  <a:schemeClr val="dk1"/>
                </a:solidFill>
              </a:rPr>
              <a:t>En nuestro ejemplo del agente en Bogotá esta etapa puede observarse cuando el agente luego de analizar todas las opciones de rutas identifica aquella que tiene menos tránsito y le tarda menor tiempo en desplazarse del norte a sur.</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5"/>
        <p:cNvGrpSpPr/>
        <p:nvPr/>
      </p:nvGrpSpPr>
      <p:grpSpPr>
        <a:xfrm>
          <a:off x="0" y="0"/>
          <a:ext cx="0" cy="0"/>
          <a:chOff x="0" y="0"/>
          <a:chExt cx="0" cy="0"/>
        </a:xfrm>
      </p:grpSpPr>
      <p:sp>
        <p:nvSpPr>
          <p:cNvPr id="136" name="Google Shape;136;g1e84ec17e13_0_1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7" name="Google Shape;137;g1e84ec17e13_0_1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r>
              <a:rPr lang="es" sz="1200">
                <a:solidFill>
                  <a:schemeClr val="dk1"/>
                </a:solidFill>
              </a:rPr>
              <a:t>En nuestro ejemplo el agente en Bogotá, después de analizar las diferentes rutas, las acciones que debe llevar a cabo y encontrar la mejor opción procede con la ejecución que consiste en trasladarse y alterar constantemente el entorno hasta cumplir su tarea. En esta etapa él tomará la ruta que lo lleve al centro comercial del sector sur para cumplir su objetivo, la ruta no será elegida al azar, sino que será aquella que tras un análisis sea la mejor opción y esto podría determinarse porque tiene menor tráfico, es más rápida, tiene menor cantidad de dificultades, etc</a:t>
            </a:r>
            <a:endParaRPr sz="1200">
              <a:solidFill>
                <a:schemeClr val="dk1"/>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1e84ec17e13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1e84ec17e13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1e84ec17e13_0_17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1e84ec17e13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1e84ec17e13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1e84ec17e13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extLst>
      <p:ext uri="{BB962C8B-B14F-4D97-AF65-F5344CB8AC3E}">
        <p14:creationId xmlns:p14="http://schemas.microsoft.com/office/powerpoint/2010/main" val="96525162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g1e84ec17e13_0_17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 name="Google Shape;150;g1e84ec17e13_0_17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extLst>
      <p:ext uri="{BB962C8B-B14F-4D97-AF65-F5344CB8AC3E}">
        <p14:creationId xmlns:p14="http://schemas.microsoft.com/office/powerpoint/2010/main" val="231388250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4"/>
        <p:cNvGrpSpPr/>
        <p:nvPr/>
      </p:nvGrpSpPr>
      <p:grpSpPr>
        <a:xfrm>
          <a:off x="0" y="0"/>
          <a:ext cx="0" cy="0"/>
          <a:chOff x="0" y="0"/>
          <a:chExt cx="0" cy="0"/>
        </a:xfrm>
      </p:grpSpPr>
      <p:sp>
        <p:nvSpPr>
          <p:cNvPr id="155" name="Google Shape;155;g1e84ec17e13_0_16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 name="Google Shape;156;g1e84ec17e13_0_1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1e84ec17e13_0_15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1e84ec17e13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g1e84ec17e13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0" name="Google Shape;170;g1e84ec17e13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
        <p:cNvGrpSpPr/>
        <p:nvPr/>
      </p:nvGrpSpPr>
      <p:grpSpPr>
        <a:xfrm>
          <a:off x="0" y="0"/>
          <a:ext cx="0" cy="0"/>
          <a:chOff x="0" y="0"/>
          <a:chExt cx="0" cy="0"/>
        </a:xfrm>
      </p:grpSpPr>
      <p:sp>
        <p:nvSpPr>
          <p:cNvPr id="176" name="Google Shape;176;g1e84ec17e13_0_1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7" name="Google Shape;177;g1e84ec17e13_0_1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
        <p:cNvGrpSpPr/>
        <p:nvPr/>
      </p:nvGrpSpPr>
      <p:grpSpPr>
        <a:xfrm>
          <a:off x="0" y="0"/>
          <a:ext cx="0" cy="0"/>
          <a:chOff x="0" y="0"/>
          <a:chExt cx="0" cy="0"/>
        </a:xfrm>
      </p:grpSpPr>
      <p:sp>
        <p:nvSpPr>
          <p:cNvPr id="183" name="Google Shape;183;g1e84ec17e13_0_17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 name="Google Shape;184;g1e84ec17e13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1e85b2da4a7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5" name="Google Shape;195;g1e85b2da4a7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1e85b2da4a7_0_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1e85b2da4a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1e85b2da4a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1e85b2da4a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extLst>
      <p:ext uri="{BB962C8B-B14F-4D97-AF65-F5344CB8AC3E}">
        <p14:creationId xmlns:p14="http://schemas.microsoft.com/office/powerpoint/2010/main" val="42794769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1e85b2da4a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1e85b2da4a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extLst>
      <p:ext uri="{BB962C8B-B14F-4D97-AF65-F5344CB8AC3E}">
        <p14:creationId xmlns:p14="http://schemas.microsoft.com/office/powerpoint/2010/main" val="91358864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1e85b2da4a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1e85b2da4a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extLst>
      <p:ext uri="{BB962C8B-B14F-4D97-AF65-F5344CB8AC3E}">
        <p14:creationId xmlns:p14="http://schemas.microsoft.com/office/powerpoint/2010/main" val="104947463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1e85b2da4a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1e85b2da4a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extLst>
      <p:ext uri="{BB962C8B-B14F-4D97-AF65-F5344CB8AC3E}">
        <p14:creationId xmlns:p14="http://schemas.microsoft.com/office/powerpoint/2010/main" val="366360048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g1e85b2da4a7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2" name="Google Shape;202;g1e85b2da4a7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just" rtl="0">
              <a:lnSpc>
                <a:spcPct val="150000"/>
              </a:lnSpc>
              <a:spcBef>
                <a:spcPts val="1200"/>
              </a:spcBef>
              <a:spcAft>
                <a:spcPts val="1200"/>
              </a:spcAft>
              <a:buNone/>
            </a:pPr>
            <a:endParaRPr sz="1200">
              <a:solidFill>
                <a:schemeClr val="dk1"/>
              </a:solidFill>
            </a:endParaRPr>
          </a:p>
        </p:txBody>
      </p:sp>
    </p:spTree>
    <p:extLst>
      <p:ext uri="{BB962C8B-B14F-4D97-AF65-F5344CB8AC3E}">
        <p14:creationId xmlns:p14="http://schemas.microsoft.com/office/powerpoint/2010/main" val="425207241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cxnSp>
        <p:nvCxnSpPr>
          <p:cNvPr id="10" name="Google Shape;10;p2"/>
          <p:cNvCxnSpPr/>
          <p:nvPr/>
        </p:nvCxnSpPr>
        <p:spPr>
          <a:xfrm>
            <a:off x="7007735" y="3176888"/>
            <a:ext cx="562200" cy="0"/>
          </a:xfrm>
          <a:prstGeom prst="straightConnector1">
            <a:avLst/>
          </a:prstGeom>
          <a:noFill/>
          <a:ln w="76200" cap="flat" cmpd="sng">
            <a:solidFill>
              <a:schemeClr val="lt2"/>
            </a:solidFill>
            <a:prstDash val="solid"/>
            <a:round/>
            <a:headEnd type="none" w="sm" len="sm"/>
            <a:tailEnd type="none" w="sm" len="sm"/>
          </a:ln>
        </p:spPr>
      </p:cxnSp>
      <p:cxnSp>
        <p:nvCxnSpPr>
          <p:cNvPr id="11" name="Google Shape;11;p2"/>
          <p:cNvCxnSpPr/>
          <p:nvPr/>
        </p:nvCxnSpPr>
        <p:spPr>
          <a:xfrm>
            <a:off x="1575035" y="3158252"/>
            <a:ext cx="562200" cy="0"/>
          </a:xfrm>
          <a:prstGeom prst="straightConnector1">
            <a:avLst/>
          </a:prstGeom>
          <a:noFill/>
          <a:ln w="76200" cap="flat" cmpd="sng">
            <a:solidFill>
              <a:schemeClr val="lt2"/>
            </a:solidFill>
            <a:prstDash val="solid"/>
            <a:round/>
            <a:headEnd type="none" w="sm" len="sm"/>
            <a:tailEnd type="none" w="sm" len="sm"/>
          </a:ln>
        </p:spPr>
      </p:cxnSp>
      <p:grpSp>
        <p:nvGrpSpPr>
          <p:cNvPr id="12" name="Google Shape;12;p2"/>
          <p:cNvGrpSpPr/>
          <p:nvPr/>
        </p:nvGrpSpPr>
        <p:grpSpPr>
          <a:xfrm>
            <a:off x="1004144" y="1022025"/>
            <a:ext cx="7136668" cy="152400"/>
            <a:chOff x="1346429" y="1011300"/>
            <a:chExt cx="6452100" cy="152400"/>
          </a:xfrm>
        </p:grpSpPr>
        <p:cxnSp>
          <p:nvCxnSpPr>
            <p:cNvPr id="13" name="Google Shape;13;p2"/>
            <p:cNvCxnSpPr/>
            <p:nvPr/>
          </p:nvCxnSpPr>
          <p:spPr>
            <a:xfrm rot="10800000">
              <a:off x="1346429" y="1011300"/>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4" name="Google Shape;14;p2"/>
            <p:cNvCxnSpPr/>
            <p:nvPr/>
          </p:nvCxnSpPr>
          <p:spPr>
            <a:xfrm rot="10800000">
              <a:off x="1346429" y="1163700"/>
              <a:ext cx="6452100" cy="0"/>
            </a:xfrm>
            <a:prstGeom prst="straightConnector1">
              <a:avLst/>
            </a:prstGeom>
            <a:noFill/>
            <a:ln w="9525" cap="flat" cmpd="sng">
              <a:solidFill>
                <a:schemeClr val="accent3"/>
              </a:solidFill>
              <a:prstDash val="solid"/>
              <a:round/>
              <a:headEnd type="none" w="sm" len="sm"/>
              <a:tailEnd type="none" w="sm" len="sm"/>
            </a:ln>
          </p:spPr>
        </p:cxnSp>
      </p:grpSp>
      <p:grpSp>
        <p:nvGrpSpPr>
          <p:cNvPr id="15" name="Google Shape;15;p2"/>
          <p:cNvGrpSpPr/>
          <p:nvPr/>
        </p:nvGrpSpPr>
        <p:grpSpPr>
          <a:xfrm>
            <a:off x="1004151" y="3969100"/>
            <a:ext cx="7136668" cy="152400"/>
            <a:chOff x="1346435" y="3969088"/>
            <a:chExt cx="6452100" cy="152400"/>
          </a:xfrm>
        </p:grpSpPr>
        <p:cxnSp>
          <p:nvCxnSpPr>
            <p:cNvPr id="16" name="Google Shape;16;p2"/>
            <p:cNvCxnSpPr/>
            <p:nvPr/>
          </p:nvCxnSpPr>
          <p:spPr>
            <a:xfrm>
              <a:off x="1346435" y="4121488"/>
              <a:ext cx="6452100" cy="0"/>
            </a:xfrm>
            <a:prstGeom prst="straightConnector1">
              <a:avLst/>
            </a:prstGeom>
            <a:noFill/>
            <a:ln w="76200" cap="flat" cmpd="sng">
              <a:solidFill>
                <a:schemeClr val="accent3"/>
              </a:solidFill>
              <a:prstDash val="solid"/>
              <a:round/>
              <a:headEnd type="none" w="sm" len="sm"/>
              <a:tailEnd type="none" w="sm" len="sm"/>
            </a:ln>
          </p:spPr>
        </p:cxnSp>
        <p:cxnSp>
          <p:nvCxnSpPr>
            <p:cNvPr id="17" name="Google Shape;17;p2"/>
            <p:cNvCxnSpPr/>
            <p:nvPr/>
          </p:nvCxnSpPr>
          <p:spPr>
            <a:xfrm>
              <a:off x="1346435" y="3969088"/>
              <a:ext cx="6452100" cy="0"/>
            </a:xfrm>
            <a:prstGeom prst="straightConnector1">
              <a:avLst/>
            </a:prstGeom>
            <a:noFill/>
            <a:ln w="9525" cap="flat" cmpd="sng">
              <a:solidFill>
                <a:schemeClr val="accent3"/>
              </a:solidFill>
              <a:prstDash val="solid"/>
              <a:round/>
              <a:headEnd type="none" w="sm" len="sm"/>
              <a:tailEnd type="none" w="sm" len="sm"/>
            </a:ln>
          </p:spPr>
        </p:cxnSp>
      </p:grpSp>
      <p:sp>
        <p:nvSpPr>
          <p:cNvPr id="18" name="Google Shape;18;p2"/>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a:bodyPr>
          <a:lstStyle>
            <a:lvl1pPr lvl="0" algn="ctr">
              <a:spcBef>
                <a:spcPts val="0"/>
              </a:spcBef>
              <a:spcAft>
                <a:spcPts val="0"/>
              </a:spcAft>
              <a:buSzPts val="5400"/>
              <a:buNone/>
              <a:defRPr sz="5400"/>
            </a:lvl1pPr>
            <a:lvl2pPr lvl="1" algn="ctr">
              <a:spcBef>
                <a:spcPts val="0"/>
              </a:spcBef>
              <a:spcAft>
                <a:spcPts val="0"/>
              </a:spcAft>
              <a:buSzPts val="5400"/>
              <a:buNone/>
              <a:defRPr sz="5400"/>
            </a:lvl2pPr>
            <a:lvl3pPr lvl="2" algn="ctr">
              <a:spcBef>
                <a:spcPts val="0"/>
              </a:spcBef>
              <a:spcAft>
                <a:spcPts val="0"/>
              </a:spcAft>
              <a:buSzPts val="5400"/>
              <a:buNone/>
              <a:defRPr sz="5400"/>
            </a:lvl3pPr>
            <a:lvl4pPr lvl="3" algn="ctr">
              <a:spcBef>
                <a:spcPts val="0"/>
              </a:spcBef>
              <a:spcAft>
                <a:spcPts val="0"/>
              </a:spcAft>
              <a:buSzPts val="5400"/>
              <a:buNone/>
              <a:defRPr sz="5400"/>
            </a:lvl4pPr>
            <a:lvl5pPr lvl="4" algn="ctr">
              <a:spcBef>
                <a:spcPts val="0"/>
              </a:spcBef>
              <a:spcAft>
                <a:spcPts val="0"/>
              </a:spcAft>
              <a:buSzPts val="5400"/>
              <a:buNone/>
              <a:defRPr sz="5400"/>
            </a:lvl5pPr>
            <a:lvl6pPr lvl="5" algn="ctr">
              <a:spcBef>
                <a:spcPts val="0"/>
              </a:spcBef>
              <a:spcAft>
                <a:spcPts val="0"/>
              </a:spcAft>
              <a:buSzPts val="5400"/>
              <a:buNone/>
              <a:defRPr sz="5400"/>
            </a:lvl6pPr>
            <a:lvl7pPr lvl="6" algn="ctr">
              <a:spcBef>
                <a:spcPts val="0"/>
              </a:spcBef>
              <a:spcAft>
                <a:spcPts val="0"/>
              </a:spcAft>
              <a:buSzPts val="5400"/>
              <a:buNone/>
              <a:defRPr sz="5400"/>
            </a:lvl7pPr>
            <a:lvl8pPr lvl="7" algn="ctr">
              <a:spcBef>
                <a:spcPts val="0"/>
              </a:spcBef>
              <a:spcAft>
                <a:spcPts val="0"/>
              </a:spcAft>
              <a:buSzPts val="5400"/>
              <a:buNone/>
              <a:defRPr sz="5400"/>
            </a:lvl8pPr>
            <a:lvl9pPr lvl="8" algn="ctr">
              <a:spcBef>
                <a:spcPts val="0"/>
              </a:spcBef>
              <a:spcAft>
                <a:spcPts val="0"/>
              </a:spcAft>
              <a:buSzPts val="5400"/>
              <a:buNone/>
              <a:defRPr sz="5400"/>
            </a:lvl9pPr>
          </a:lstStyle>
          <a:p>
            <a:endParaRPr/>
          </a:p>
        </p:txBody>
      </p:sp>
      <p:sp>
        <p:nvSpPr>
          <p:cNvPr id="19" name="Google Shape;19;p2"/>
          <p:cNvSpPr txBox="1">
            <a:spLocks noGrp="1"/>
          </p:cNvSpPr>
          <p:nvPr>
            <p:ph type="subTitle" idx="1"/>
          </p:nvPr>
        </p:nvSpPr>
        <p:spPr>
          <a:xfrm>
            <a:off x="2137225" y="2850039"/>
            <a:ext cx="48705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400"/>
              <a:buNone/>
              <a:defRPr sz="2400"/>
            </a:lvl1pPr>
            <a:lvl2pPr lvl="1" algn="ctr">
              <a:lnSpc>
                <a:spcPct val="100000"/>
              </a:lnSpc>
              <a:spcBef>
                <a:spcPts val="0"/>
              </a:spcBef>
              <a:spcAft>
                <a:spcPts val="0"/>
              </a:spcAft>
              <a:buSzPts val="2400"/>
              <a:buNone/>
              <a:defRPr sz="2400"/>
            </a:lvl2pPr>
            <a:lvl3pPr lvl="2" algn="ctr">
              <a:lnSpc>
                <a:spcPct val="100000"/>
              </a:lnSpc>
              <a:spcBef>
                <a:spcPts val="0"/>
              </a:spcBef>
              <a:spcAft>
                <a:spcPts val="0"/>
              </a:spcAft>
              <a:buSzPts val="2400"/>
              <a:buNone/>
              <a:defRPr sz="2400"/>
            </a:lvl3pPr>
            <a:lvl4pPr lvl="3" algn="ctr">
              <a:lnSpc>
                <a:spcPct val="100000"/>
              </a:lnSpc>
              <a:spcBef>
                <a:spcPts val="0"/>
              </a:spcBef>
              <a:spcAft>
                <a:spcPts val="0"/>
              </a:spcAft>
              <a:buSzPts val="2400"/>
              <a:buNone/>
              <a:defRPr sz="2400"/>
            </a:lvl4pPr>
            <a:lvl5pPr lvl="4" algn="ctr">
              <a:lnSpc>
                <a:spcPct val="100000"/>
              </a:lnSpc>
              <a:spcBef>
                <a:spcPts val="0"/>
              </a:spcBef>
              <a:spcAft>
                <a:spcPts val="0"/>
              </a:spcAft>
              <a:buSzPts val="2400"/>
              <a:buNone/>
              <a:defRPr sz="2400"/>
            </a:lvl5pPr>
            <a:lvl6pPr lvl="5" algn="ctr">
              <a:lnSpc>
                <a:spcPct val="100000"/>
              </a:lnSpc>
              <a:spcBef>
                <a:spcPts val="0"/>
              </a:spcBef>
              <a:spcAft>
                <a:spcPts val="0"/>
              </a:spcAft>
              <a:buSzPts val="2400"/>
              <a:buNone/>
              <a:defRPr sz="2400"/>
            </a:lvl6pPr>
            <a:lvl7pPr lvl="6" algn="ctr">
              <a:lnSpc>
                <a:spcPct val="100000"/>
              </a:lnSpc>
              <a:spcBef>
                <a:spcPts val="0"/>
              </a:spcBef>
              <a:spcAft>
                <a:spcPts val="0"/>
              </a:spcAft>
              <a:buSzPts val="2400"/>
              <a:buNone/>
              <a:defRPr sz="2400"/>
            </a:lvl7pPr>
            <a:lvl8pPr lvl="7" algn="ctr">
              <a:lnSpc>
                <a:spcPct val="100000"/>
              </a:lnSpc>
              <a:spcBef>
                <a:spcPts val="0"/>
              </a:spcBef>
              <a:spcAft>
                <a:spcPts val="0"/>
              </a:spcAft>
              <a:buSzPts val="2400"/>
              <a:buNone/>
              <a:defRPr sz="2400"/>
            </a:lvl8pPr>
            <a:lvl9pPr lvl="8" algn="ctr">
              <a:lnSpc>
                <a:spcPct val="100000"/>
              </a:lnSpc>
              <a:spcBef>
                <a:spcPts val="0"/>
              </a:spcBef>
              <a:spcAft>
                <a:spcPts val="0"/>
              </a:spcAft>
              <a:buSzPts val="2400"/>
              <a:buNone/>
              <a:defRPr sz="2400"/>
            </a:lvl9pPr>
          </a:lstStyle>
          <a:p>
            <a:endParaRPr/>
          </a:p>
        </p:txBody>
      </p:sp>
      <p:sp>
        <p:nvSpPr>
          <p:cNvPr id="20" name="Google Shape;20;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3"/>
          <p:cNvSpPr/>
          <p:nvPr/>
        </p:nvSpPr>
        <p:spPr>
          <a:xfrm>
            <a:off x="-50" y="2571900"/>
            <a:ext cx="9144000" cy="25716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txBox="1">
            <a:spLocks noGrp="1"/>
          </p:cNvSpPr>
          <p:nvPr>
            <p:ph type="title"/>
          </p:nvPr>
        </p:nvSpPr>
        <p:spPr>
          <a:xfrm>
            <a:off x="311700" y="814800"/>
            <a:ext cx="8571300" cy="9420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a:lvl1pPr>
            <a:lvl2pPr lvl="1" algn="ctr">
              <a:spcBef>
                <a:spcPts val="0"/>
              </a:spcBef>
              <a:spcAft>
                <a:spcPts val="0"/>
              </a:spcAft>
              <a:buSzPts val="3600"/>
              <a:buNone/>
              <a:defRPr/>
            </a:lvl2pPr>
            <a:lvl3pPr lvl="2" algn="ctr">
              <a:spcBef>
                <a:spcPts val="0"/>
              </a:spcBef>
              <a:spcAft>
                <a:spcPts val="0"/>
              </a:spcAft>
              <a:buSzPts val="3600"/>
              <a:buNone/>
              <a:defRPr/>
            </a:lvl3pPr>
            <a:lvl4pPr lvl="3" algn="ctr">
              <a:spcBef>
                <a:spcPts val="0"/>
              </a:spcBef>
              <a:spcAft>
                <a:spcPts val="0"/>
              </a:spcAft>
              <a:buSzPts val="3600"/>
              <a:buNone/>
              <a:defRPr/>
            </a:lvl4pPr>
            <a:lvl5pPr lvl="4" algn="ctr">
              <a:spcBef>
                <a:spcPts val="0"/>
              </a:spcBef>
              <a:spcAft>
                <a:spcPts val="0"/>
              </a:spcAft>
              <a:buSzPts val="3600"/>
              <a:buNone/>
              <a:defRPr/>
            </a:lvl5pPr>
            <a:lvl6pPr lvl="5" algn="ctr">
              <a:spcBef>
                <a:spcPts val="0"/>
              </a:spcBef>
              <a:spcAft>
                <a:spcPts val="0"/>
              </a:spcAft>
              <a:buSzPts val="3600"/>
              <a:buNone/>
              <a:defRPr/>
            </a:lvl6pPr>
            <a:lvl7pPr lvl="6" algn="ctr">
              <a:spcBef>
                <a:spcPts val="0"/>
              </a:spcBef>
              <a:spcAft>
                <a:spcPts val="0"/>
              </a:spcAft>
              <a:buSzPts val="3600"/>
              <a:buNone/>
              <a:defRPr/>
            </a:lvl7pPr>
            <a:lvl8pPr lvl="7" algn="ctr">
              <a:spcBef>
                <a:spcPts val="0"/>
              </a:spcBef>
              <a:spcAft>
                <a:spcPts val="0"/>
              </a:spcAft>
              <a:buSzPts val="3600"/>
              <a:buNone/>
              <a:defRPr/>
            </a:lvl8pPr>
            <a:lvl9pPr lvl="8" algn="ctr">
              <a:spcBef>
                <a:spcPts val="0"/>
              </a:spcBef>
              <a:spcAft>
                <a:spcPts val="0"/>
              </a:spcAft>
              <a:buSzPts val="3600"/>
              <a:buNone/>
              <a:defRPr/>
            </a:lvl9pPr>
          </a:lstStyle>
          <a:p>
            <a:endParaRPr/>
          </a:p>
        </p:txBody>
      </p:sp>
      <p:sp>
        <p:nvSpPr>
          <p:cNvPr id="24" name="Google Shape;24;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5"/>
        <p:cNvGrpSpPr/>
        <p:nvPr/>
      </p:nvGrpSpPr>
      <p:grpSpPr>
        <a:xfrm>
          <a:off x="0" y="0"/>
          <a:ext cx="0" cy="0"/>
          <a:chOff x="0" y="0"/>
          <a:chExt cx="0" cy="0"/>
        </a:xfrm>
      </p:grpSpPr>
      <p:sp>
        <p:nvSpPr>
          <p:cNvPr id="26" name="Google Shape;26;p4"/>
          <p:cNvSpPr/>
          <p:nvPr/>
        </p:nvSpPr>
        <p:spPr>
          <a:xfrm>
            <a:off x="-75" y="5045700"/>
            <a:ext cx="9144000" cy="978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28" name="Google Shape;28;p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29" name="Google Shape;2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30"/>
        <p:cNvGrpSpPr/>
        <p:nvPr/>
      </p:nvGrpSpPr>
      <p:grpSpPr>
        <a:xfrm>
          <a:off x="0" y="0"/>
          <a:ext cx="0" cy="0"/>
          <a:chOff x="0" y="0"/>
          <a:chExt cx="0" cy="0"/>
        </a:xfrm>
      </p:grpSpPr>
      <p:sp>
        <p:nvSpPr>
          <p:cNvPr id="31" name="Google Shape;31;p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2" name="Google Shape;32;p5"/>
          <p:cNvSpPr txBox="1">
            <a:spLocks noGrp="1"/>
          </p:cNvSpPr>
          <p:nvPr>
            <p:ph type="body" idx="1"/>
          </p:nvPr>
        </p:nvSpPr>
        <p:spPr>
          <a:xfrm>
            <a:off x="3117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3" name="Google Shape;33;p5"/>
          <p:cNvSpPr txBox="1">
            <a:spLocks noGrp="1"/>
          </p:cNvSpPr>
          <p:nvPr>
            <p:ph type="body" idx="2"/>
          </p:nvPr>
        </p:nvSpPr>
        <p:spPr>
          <a:xfrm>
            <a:off x="4832400" y="1266175"/>
            <a:ext cx="3999900" cy="33027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4" name="Google Shape;3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5"/>
        <p:cNvGrpSpPr/>
        <p:nvPr/>
      </p:nvGrpSpPr>
      <p:grpSpPr>
        <a:xfrm>
          <a:off x="0" y="0"/>
          <a:ext cx="0" cy="0"/>
          <a:chOff x="0" y="0"/>
          <a:chExt cx="0" cy="0"/>
        </a:xfrm>
      </p:grpSpPr>
      <p:sp>
        <p:nvSpPr>
          <p:cNvPr id="36" name="Google Shape;36;p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37" name="Google Shape;3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8"/>
        <p:cNvGrpSpPr/>
        <p:nvPr/>
      </p:nvGrpSpPr>
      <p:grpSpPr>
        <a:xfrm>
          <a:off x="0" y="0"/>
          <a:ext cx="0" cy="0"/>
          <a:chOff x="0" y="0"/>
          <a:chExt cx="0" cy="0"/>
        </a:xfrm>
      </p:grpSpPr>
      <p:sp>
        <p:nvSpPr>
          <p:cNvPr id="39" name="Google Shape;3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0" name="Google Shape;4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41" name="Google Shape;4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bg>
      <p:bgPr>
        <a:solidFill>
          <a:schemeClr val="accent6"/>
        </a:solidFill>
        <a:effectLst/>
      </p:bgPr>
    </p:bg>
    <p:spTree>
      <p:nvGrpSpPr>
        <p:cNvPr id="1" name="Shape 42"/>
        <p:cNvGrpSpPr/>
        <p:nvPr/>
      </p:nvGrpSpPr>
      <p:grpSpPr>
        <a:xfrm>
          <a:off x="0" y="0"/>
          <a:ext cx="0" cy="0"/>
          <a:chOff x="0" y="0"/>
          <a:chExt cx="0" cy="0"/>
        </a:xfrm>
      </p:grpSpPr>
      <p:sp>
        <p:nvSpPr>
          <p:cNvPr id="43" name="Google Shape;43;p8"/>
          <p:cNvSpPr txBox="1">
            <a:spLocks noGrp="1"/>
          </p:cNvSpPr>
          <p:nvPr>
            <p:ph type="title"/>
          </p:nvPr>
        </p:nvSpPr>
        <p:spPr>
          <a:xfrm>
            <a:off x="490250" y="526350"/>
            <a:ext cx="5613600" cy="4090800"/>
          </a:xfrm>
          <a:prstGeom prst="rect">
            <a:avLst/>
          </a:prstGeom>
        </p:spPr>
        <p:txBody>
          <a:bodyPr spcFirstLastPara="1" wrap="square" lIns="91425" tIns="91425" rIns="91425" bIns="91425" anchor="ctr" anchorCtr="0">
            <a:normAutofit/>
          </a:bodyPr>
          <a:lstStyle>
            <a:lvl1pPr lvl="0">
              <a:spcBef>
                <a:spcPts val="0"/>
              </a:spcBef>
              <a:spcAft>
                <a:spcPts val="0"/>
              </a:spcAft>
              <a:buClr>
                <a:schemeClr val="dk2"/>
              </a:buClr>
              <a:buSzPts val="5400"/>
              <a:buNone/>
              <a:defRPr sz="5400" b="0">
                <a:solidFill>
                  <a:schemeClr val="dk2"/>
                </a:solidFill>
              </a:defRPr>
            </a:lvl1pPr>
            <a:lvl2pPr lvl="1">
              <a:spcBef>
                <a:spcPts val="0"/>
              </a:spcBef>
              <a:spcAft>
                <a:spcPts val="0"/>
              </a:spcAft>
              <a:buClr>
                <a:schemeClr val="dk2"/>
              </a:buClr>
              <a:buSzPts val="5400"/>
              <a:buNone/>
              <a:defRPr sz="5400" b="0">
                <a:solidFill>
                  <a:schemeClr val="dk2"/>
                </a:solidFill>
              </a:defRPr>
            </a:lvl2pPr>
            <a:lvl3pPr lvl="2">
              <a:spcBef>
                <a:spcPts val="0"/>
              </a:spcBef>
              <a:spcAft>
                <a:spcPts val="0"/>
              </a:spcAft>
              <a:buClr>
                <a:schemeClr val="dk2"/>
              </a:buClr>
              <a:buSzPts val="5400"/>
              <a:buNone/>
              <a:defRPr sz="5400" b="0">
                <a:solidFill>
                  <a:schemeClr val="dk2"/>
                </a:solidFill>
              </a:defRPr>
            </a:lvl3pPr>
            <a:lvl4pPr lvl="3">
              <a:spcBef>
                <a:spcPts val="0"/>
              </a:spcBef>
              <a:spcAft>
                <a:spcPts val="0"/>
              </a:spcAft>
              <a:buClr>
                <a:schemeClr val="dk2"/>
              </a:buClr>
              <a:buSzPts val="5400"/>
              <a:buNone/>
              <a:defRPr sz="5400" b="0">
                <a:solidFill>
                  <a:schemeClr val="dk2"/>
                </a:solidFill>
              </a:defRPr>
            </a:lvl4pPr>
            <a:lvl5pPr lvl="4">
              <a:spcBef>
                <a:spcPts val="0"/>
              </a:spcBef>
              <a:spcAft>
                <a:spcPts val="0"/>
              </a:spcAft>
              <a:buClr>
                <a:schemeClr val="dk2"/>
              </a:buClr>
              <a:buSzPts val="5400"/>
              <a:buNone/>
              <a:defRPr sz="5400" b="0">
                <a:solidFill>
                  <a:schemeClr val="dk2"/>
                </a:solidFill>
              </a:defRPr>
            </a:lvl5pPr>
            <a:lvl6pPr lvl="5">
              <a:spcBef>
                <a:spcPts val="0"/>
              </a:spcBef>
              <a:spcAft>
                <a:spcPts val="0"/>
              </a:spcAft>
              <a:buClr>
                <a:schemeClr val="dk2"/>
              </a:buClr>
              <a:buSzPts val="5400"/>
              <a:buNone/>
              <a:defRPr sz="5400" b="0">
                <a:solidFill>
                  <a:schemeClr val="dk2"/>
                </a:solidFill>
              </a:defRPr>
            </a:lvl6pPr>
            <a:lvl7pPr lvl="6">
              <a:spcBef>
                <a:spcPts val="0"/>
              </a:spcBef>
              <a:spcAft>
                <a:spcPts val="0"/>
              </a:spcAft>
              <a:buClr>
                <a:schemeClr val="dk2"/>
              </a:buClr>
              <a:buSzPts val="5400"/>
              <a:buNone/>
              <a:defRPr sz="5400" b="0">
                <a:solidFill>
                  <a:schemeClr val="dk2"/>
                </a:solidFill>
              </a:defRPr>
            </a:lvl7pPr>
            <a:lvl8pPr lvl="7">
              <a:spcBef>
                <a:spcPts val="0"/>
              </a:spcBef>
              <a:spcAft>
                <a:spcPts val="0"/>
              </a:spcAft>
              <a:buClr>
                <a:schemeClr val="dk2"/>
              </a:buClr>
              <a:buSzPts val="5400"/>
              <a:buNone/>
              <a:defRPr sz="5400" b="0">
                <a:solidFill>
                  <a:schemeClr val="dk2"/>
                </a:solidFill>
              </a:defRPr>
            </a:lvl8pPr>
            <a:lvl9pPr lvl="8">
              <a:spcBef>
                <a:spcPts val="0"/>
              </a:spcBef>
              <a:spcAft>
                <a:spcPts val="0"/>
              </a:spcAft>
              <a:buClr>
                <a:schemeClr val="dk2"/>
              </a:buClr>
              <a:buSzPts val="5400"/>
              <a:buNone/>
              <a:defRPr sz="5400" b="0">
                <a:solidFill>
                  <a:schemeClr val="dk2"/>
                </a:solidFill>
              </a:defRPr>
            </a:lvl9pPr>
          </a:lstStyle>
          <a:p>
            <a:endParaRPr/>
          </a:p>
        </p:txBody>
      </p:sp>
      <p:sp>
        <p:nvSpPr>
          <p:cNvPr id="44" name="Google Shape;4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5"/>
        <p:cNvGrpSpPr/>
        <p:nvPr/>
      </p:nvGrpSpPr>
      <p:grpSpPr>
        <a:xfrm>
          <a:off x="0" y="0"/>
          <a:ext cx="0" cy="0"/>
          <a:chOff x="0" y="0"/>
          <a:chExt cx="0" cy="0"/>
        </a:xfrm>
      </p:grpSpPr>
      <p:sp>
        <p:nvSpPr>
          <p:cNvPr id="46" name="Google Shape;46;p9"/>
          <p:cNvSpPr/>
          <p:nvPr/>
        </p:nvSpPr>
        <p:spPr>
          <a:xfrm>
            <a:off x="4572000" y="0"/>
            <a:ext cx="4572000" cy="5143500"/>
          </a:xfrm>
          <a:prstGeom prst="rect">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7" name="Google Shape;47;p9"/>
          <p:cNvCxnSpPr/>
          <p:nvPr/>
        </p:nvCxnSpPr>
        <p:spPr>
          <a:xfrm>
            <a:off x="5029675" y="4495500"/>
            <a:ext cx="468300" cy="0"/>
          </a:xfrm>
          <a:prstGeom prst="straightConnector1">
            <a:avLst/>
          </a:prstGeom>
          <a:noFill/>
          <a:ln w="19050" cap="flat" cmpd="sng">
            <a:solidFill>
              <a:schemeClr val="lt1"/>
            </a:solidFill>
            <a:prstDash val="solid"/>
            <a:round/>
            <a:headEnd type="none" w="sm" len="sm"/>
            <a:tailEnd type="none" w="sm" len="sm"/>
          </a:ln>
        </p:spPr>
      </p:cxnSp>
      <p:sp>
        <p:nvSpPr>
          <p:cNvPr id="48" name="Google Shape;48;p9"/>
          <p:cNvSpPr txBox="1">
            <a:spLocks noGrp="1"/>
          </p:cNvSpPr>
          <p:nvPr>
            <p:ph type="title"/>
          </p:nvPr>
        </p:nvSpPr>
        <p:spPr>
          <a:xfrm>
            <a:off x="265500" y="1039675"/>
            <a:ext cx="4045200" cy="16758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49" name="Google Shape;49;p9"/>
          <p:cNvSpPr txBox="1">
            <a:spLocks noGrp="1"/>
          </p:cNvSpPr>
          <p:nvPr>
            <p:ph type="subTitle" idx="1"/>
          </p:nvPr>
        </p:nvSpPr>
        <p:spPr>
          <a:xfrm>
            <a:off x="265500" y="27268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50" name="Google Shape;50;p9"/>
          <p:cNvSpPr txBox="1">
            <a:spLocks noGrp="1"/>
          </p:cNvSpPr>
          <p:nvPr>
            <p:ph type="body" idx="2"/>
          </p:nvPr>
        </p:nvSpPr>
        <p:spPr>
          <a:xfrm>
            <a:off x="4939500" y="724200"/>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Clr>
                <a:schemeClr val="lt1"/>
              </a:buClr>
              <a:buSzPts val="1800"/>
              <a:buChar char="●"/>
              <a:defRPr>
                <a:solidFill>
                  <a:schemeClr val="lt1"/>
                </a:solidFill>
              </a:defRPr>
            </a:lvl1pPr>
            <a:lvl2pPr marL="914400" lvl="1" indent="-317500">
              <a:spcBef>
                <a:spcPts val="0"/>
              </a:spcBef>
              <a:spcAft>
                <a:spcPts val="0"/>
              </a:spcAft>
              <a:buClr>
                <a:schemeClr val="lt1"/>
              </a:buClr>
              <a:buSzPts val="1400"/>
              <a:buChar char="○"/>
              <a:defRPr>
                <a:solidFill>
                  <a:schemeClr val="lt1"/>
                </a:solidFill>
              </a:defRPr>
            </a:lvl2pPr>
            <a:lvl3pPr marL="1371600" lvl="2" indent="-317500">
              <a:spcBef>
                <a:spcPts val="0"/>
              </a:spcBef>
              <a:spcAft>
                <a:spcPts val="0"/>
              </a:spcAft>
              <a:buClr>
                <a:schemeClr val="lt1"/>
              </a:buClr>
              <a:buSzPts val="1400"/>
              <a:buChar char="■"/>
              <a:defRPr>
                <a:solidFill>
                  <a:schemeClr val="lt1"/>
                </a:solidFill>
              </a:defRPr>
            </a:lvl3pPr>
            <a:lvl4pPr marL="1828800" lvl="3" indent="-317500">
              <a:spcBef>
                <a:spcPts val="0"/>
              </a:spcBef>
              <a:spcAft>
                <a:spcPts val="0"/>
              </a:spcAft>
              <a:buClr>
                <a:schemeClr val="lt1"/>
              </a:buClr>
              <a:buSzPts val="1400"/>
              <a:buChar char="●"/>
              <a:defRPr>
                <a:solidFill>
                  <a:schemeClr val="lt1"/>
                </a:solidFill>
              </a:defRPr>
            </a:lvl4pPr>
            <a:lvl5pPr marL="2286000" lvl="4" indent="-317500">
              <a:spcBef>
                <a:spcPts val="0"/>
              </a:spcBef>
              <a:spcAft>
                <a:spcPts val="0"/>
              </a:spcAft>
              <a:buClr>
                <a:schemeClr val="lt1"/>
              </a:buClr>
              <a:buSzPts val="1400"/>
              <a:buChar char="○"/>
              <a:defRPr>
                <a:solidFill>
                  <a:schemeClr val="lt1"/>
                </a:solidFill>
              </a:defRPr>
            </a:lvl5pPr>
            <a:lvl6pPr marL="2743200" lvl="5" indent="-317500">
              <a:spcBef>
                <a:spcPts val="0"/>
              </a:spcBef>
              <a:spcAft>
                <a:spcPts val="0"/>
              </a:spcAft>
              <a:buClr>
                <a:schemeClr val="lt1"/>
              </a:buClr>
              <a:buSzPts val="1400"/>
              <a:buChar char="■"/>
              <a:defRPr>
                <a:solidFill>
                  <a:schemeClr val="lt1"/>
                </a:solidFill>
              </a:defRPr>
            </a:lvl6pPr>
            <a:lvl7pPr marL="3200400" lvl="6" indent="-317500">
              <a:spcBef>
                <a:spcPts val="0"/>
              </a:spcBef>
              <a:spcAft>
                <a:spcPts val="0"/>
              </a:spcAft>
              <a:buClr>
                <a:schemeClr val="lt1"/>
              </a:buClr>
              <a:buSzPts val="1400"/>
              <a:buChar char="●"/>
              <a:defRPr>
                <a:solidFill>
                  <a:schemeClr val="lt1"/>
                </a:solidFill>
              </a:defRPr>
            </a:lvl7pPr>
            <a:lvl8pPr marL="3657600" lvl="7" indent="-317500">
              <a:spcBef>
                <a:spcPts val="0"/>
              </a:spcBef>
              <a:spcAft>
                <a:spcPts val="0"/>
              </a:spcAft>
              <a:buClr>
                <a:schemeClr val="lt1"/>
              </a:buClr>
              <a:buSzPts val="1400"/>
              <a:buChar char="○"/>
              <a:defRPr>
                <a:solidFill>
                  <a:schemeClr val="lt1"/>
                </a:solidFill>
              </a:defRPr>
            </a:lvl8pPr>
            <a:lvl9pPr marL="4114800" lvl="8" indent="-317500">
              <a:spcBef>
                <a:spcPts val="0"/>
              </a:spcBef>
              <a:spcAft>
                <a:spcPts val="0"/>
              </a:spcAft>
              <a:buClr>
                <a:schemeClr val="lt1"/>
              </a:buClr>
              <a:buSzPts val="1400"/>
              <a:buChar char="■"/>
              <a:defRPr>
                <a:solidFill>
                  <a:schemeClr val="lt1"/>
                </a:solidFill>
              </a:defRPr>
            </a:lvl9pPr>
          </a:lstStyle>
          <a:p>
            <a:endParaRPr/>
          </a:p>
        </p:txBody>
      </p:sp>
      <p:sp>
        <p:nvSpPr>
          <p:cNvPr id="51" name="Google Shape;5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52"/>
        <p:cNvGrpSpPr/>
        <p:nvPr/>
      </p:nvGrpSpPr>
      <p:grpSpPr>
        <a:xfrm>
          <a:off x="0" y="0"/>
          <a:ext cx="0" cy="0"/>
          <a:chOff x="0" y="0"/>
          <a:chExt cx="0" cy="0"/>
        </a:xfrm>
      </p:grpSpPr>
      <p:sp>
        <p:nvSpPr>
          <p:cNvPr id="53" name="Google Shape;53;p10"/>
          <p:cNvSpPr txBox="1">
            <a:spLocks noGrp="1"/>
          </p:cNvSpPr>
          <p:nvPr>
            <p:ph type="body" idx="1"/>
          </p:nvPr>
        </p:nvSpPr>
        <p:spPr>
          <a:xfrm>
            <a:off x="311700" y="4230725"/>
            <a:ext cx="5998800" cy="5988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2400"/>
              <a:buFont typeface="PT Sans Narrow"/>
              <a:buNone/>
              <a:defRPr sz="2400">
                <a:latin typeface="PT Sans Narrow"/>
                <a:ea typeface="PT Sans Narrow"/>
                <a:cs typeface="PT Sans Narrow"/>
                <a:sym typeface="PT Sans Narrow"/>
              </a:defRPr>
            </a:lvl1pPr>
          </a:lstStyle>
          <a:p>
            <a:endParaRPr/>
          </a:p>
        </p:txBody>
      </p:sp>
      <p:sp>
        <p:nvSpPr>
          <p:cNvPr id="54" name="Google Shape;5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5"/>
        <p:cNvGrpSpPr/>
        <p:nvPr/>
      </p:nvGrpSpPr>
      <p:grpSpPr>
        <a:xfrm>
          <a:off x="0" y="0"/>
          <a:ext cx="0" cy="0"/>
          <a:chOff x="0" y="0"/>
          <a:chExt cx="0" cy="0"/>
        </a:xfrm>
      </p:grpSpPr>
      <p:sp>
        <p:nvSpPr>
          <p:cNvPr id="56" name="Google Shape;56;p11"/>
          <p:cNvSpPr/>
          <p:nvPr/>
        </p:nvSpPr>
        <p:spPr>
          <a:xfrm>
            <a:off x="-75" y="5045700"/>
            <a:ext cx="9144000" cy="978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7" name="Google Shape;57;p11"/>
          <p:cNvSpPr txBox="1">
            <a:spLocks noGrp="1"/>
          </p:cNvSpPr>
          <p:nvPr>
            <p:ph type="title" hasCustomPrompt="1"/>
          </p:nvPr>
        </p:nvSpPr>
        <p:spPr>
          <a:xfrm>
            <a:off x="311700" y="1304850"/>
            <a:ext cx="8520600" cy="15384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accent3"/>
              </a:buClr>
              <a:buSzPts val="13000"/>
              <a:buNone/>
              <a:defRPr sz="13000">
                <a:solidFill>
                  <a:schemeClr val="accent3"/>
                </a:solidFill>
              </a:defRPr>
            </a:lvl1pPr>
            <a:lvl2pPr lvl="1" algn="ctr">
              <a:spcBef>
                <a:spcPts val="0"/>
              </a:spcBef>
              <a:spcAft>
                <a:spcPts val="0"/>
              </a:spcAft>
              <a:buClr>
                <a:schemeClr val="accent3"/>
              </a:buClr>
              <a:buSzPts val="13000"/>
              <a:buNone/>
              <a:defRPr sz="13000">
                <a:solidFill>
                  <a:schemeClr val="accent3"/>
                </a:solidFill>
              </a:defRPr>
            </a:lvl2pPr>
            <a:lvl3pPr lvl="2" algn="ctr">
              <a:spcBef>
                <a:spcPts val="0"/>
              </a:spcBef>
              <a:spcAft>
                <a:spcPts val="0"/>
              </a:spcAft>
              <a:buClr>
                <a:schemeClr val="accent3"/>
              </a:buClr>
              <a:buSzPts val="13000"/>
              <a:buNone/>
              <a:defRPr sz="13000">
                <a:solidFill>
                  <a:schemeClr val="accent3"/>
                </a:solidFill>
              </a:defRPr>
            </a:lvl3pPr>
            <a:lvl4pPr lvl="3" algn="ctr">
              <a:spcBef>
                <a:spcPts val="0"/>
              </a:spcBef>
              <a:spcAft>
                <a:spcPts val="0"/>
              </a:spcAft>
              <a:buClr>
                <a:schemeClr val="accent3"/>
              </a:buClr>
              <a:buSzPts val="13000"/>
              <a:buNone/>
              <a:defRPr sz="13000">
                <a:solidFill>
                  <a:schemeClr val="accent3"/>
                </a:solidFill>
              </a:defRPr>
            </a:lvl4pPr>
            <a:lvl5pPr lvl="4" algn="ctr">
              <a:spcBef>
                <a:spcPts val="0"/>
              </a:spcBef>
              <a:spcAft>
                <a:spcPts val="0"/>
              </a:spcAft>
              <a:buClr>
                <a:schemeClr val="accent3"/>
              </a:buClr>
              <a:buSzPts val="13000"/>
              <a:buNone/>
              <a:defRPr sz="13000">
                <a:solidFill>
                  <a:schemeClr val="accent3"/>
                </a:solidFill>
              </a:defRPr>
            </a:lvl5pPr>
            <a:lvl6pPr lvl="5" algn="ctr">
              <a:spcBef>
                <a:spcPts val="0"/>
              </a:spcBef>
              <a:spcAft>
                <a:spcPts val="0"/>
              </a:spcAft>
              <a:buClr>
                <a:schemeClr val="accent3"/>
              </a:buClr>
              <a:buSzPts val="13000"/>
              <a:buNone/>
              <a:defRPr sz="13000">
                <a:solidFill>
                  <a:schemeClr val="accent3"/>
                </a:solidFill>
              </a:defRPr>
            </a:lvl6pPr>
            <a:lvl7pPr lvl="6" algn="ctr">
              <a:spcBef>
                <a:spcPts val="0"/>
              </a:spcBef>
              <a:spcAft>
                <a:spcPts val="0"/>
              </a:spcAft>
              <a:buClr>
                <a:schemeClr val="accent3"/>
              </a:buClr>
              <a:buSzPts val="13000"/>
              <a:buNone/>
              <a:defRPr sz="13000">
                <a:solidFill>
                  <a:schemeClr val="accent3"/>
                </a:solidFill>
              </a:defRPr>
            </a:lvl7pPr>
            <a:lvl8pPr lvl="7" algn="ctr">
              <a:spcBef>
                <a:spcPts val="0"/>
              </a:spcBef>
              <a:spcAft>
                <a:spcPts val="0"/>
              </a:spcAft>
              <a:buClr>
                <a:schemeClr val="accent3"/>
              </a:buClr>
              <a:buSzPts val="13000"/>
              <a:buNone/>
              <a:defRPr sz="13000">
                <a:solidFill>
                  <a:schemeClr val="accent3"/>
                </a:solidFill>
              </a:defRPr>
            </a:lvl8pPr>
            <a:lvl9pPr lvl="8" algn="ctr">
              <a:spcBef>
                <a:spcPts val="0"/>
              </a:spcBef>
              <a:spcAft>
                <a:spcPts val="0"/>
              </a:spcAft>
              <a:buClr>
                <a:schemeClr val="accent3"/>
              </a:buClr>
              <a:buSzPts val="13000"/>
              <a:buNone/>
              <a:defRPr sz="13000">
                <a:solidFill>
                  <a:schemeClr val="accent3"/>
                </a:solidFill>
              </a:defRPr>
            </a:lvl9pPr>
          </a:lstStyle>
          <a:p>
            <a:r>
              <a:t>xx%</a:t>
            </a:r>
          </a:p>
        </p:txBody>
      </p:sp>
      <p:sp>
        <p:nvSpPr>
          <p:cNvPr id="58" name="Google Shape;58;p11"/>
          <p:cNvSpPr txBox="1">
            <a:spLocks noGrp="1"/>
          </p:cNvSpPr>
          <p:nvPr>
            <p:ph type="body" idx="1"/>
          </p:nvPr>
        </p:nvSpPr>
        <p:spPr>
          <a:xfrm>
            <a:off x="311700" y="2995650"/>
            <a:ext cx="8520600" cy="10716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59" name="Google Shape;5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0"/>
        <p:cNvGrpSpPr/>
        <p:nvPr/>
      </p:nvGrpSpPr>
      <p:grpSpPr>
        <a:xfrm>
          <a:off x="0" y="0"/>
          <a:ext cx="0" cy="0"/>
          <a:chOff x="0" y="0"/>
          <a:chExt cx="0" cy="0"/>
        </a:xfrm>
      </p:grpSpPr>
      <p:sp>
        <p:nvSpPr>
          <p:cNvPr id="61" name="Google Shape;61;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ropic">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7074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1pPr>
            <a:lvl2pPr lvl="1">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2pPr>
            <a:lvl3pPr lvl="2">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3pPr>
            <a:lvl4pPr lvl="3">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4pPr>
            <a:lvl5pPr lvl="4">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5pPr>
            <a:lvl6pPr lvl="5">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6pPr>
            <a:lvl7pPr lvl="6">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7pPr>
            <a:lvl8pPr lvl="7">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8pPr>
            <a:lvl9pPr lvl="8">
              <a:spcBef>
                <a:spcPts val="0"/>
              </a:spcBef>
              <a:spcAft>
                <a:spcPts val="0"/>
              </a:spcAft>
              <a:buClr>
                <a:schemeClr val="accent1"/>
              </a:buClr>
              <a:buSzPts val="3600"/>
              <a:buFont typeface="PT Sans Narrow"/>
              <a:buNone/>
              <a:defRPr sz="3600" b="1">
                <a:solidFill>
                  <a:schemeClr val="accent1"/>
                </a:solidFill>
                <a:latin typeface="PT Sans Narrow"/>
                <a:ea typeface="PT Sans Narrow"/>
                <a:cs typeface="PT Sans Narrow"/>
                <a:sym typeface="PT Sans Narrow"/>
              </a:defRPr>
            </a:lvl9pPr>
          </a:lstStyle>
          <a:p>
            <a:endParaRPr/>
          </a:p>
        </p:txBody>
      </p:sp>
      <p:sp>
        <p:nvSpPr>
          <p:cNvPr id="7" name="Google Shape;7;p1"/>
          <p:cNvSpPr txBox="1">
            <a:spLocks noGrp="1"/>
          </p:cNvSpPr>
          <p:nvPr>
            <p:ph type="body" idx="1"/>
          </p:nvPr>
        </p:nvSpPr>
        <p:spPr>
          <a:xfrm>
            <a:off x="311700" y="1266325"/>
            <a:ext cx="8520600" cy="33027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Open Sans"/>
              <a:buChar char="●"/>
              <a:defRPr sz="1800">
                <a:solidFill>
                  <a:schemeClr val="dk2"/>
                </a:solidFill>
                <a:latin typeface="Open Sans"/>
                <a:ea typeface="Open Sans"/>
                <a:cs typeface="Open Sans"/>
                <a:sym typeface="Open Sans"/>
              </a:defRPr>
            </a:lvl1pPr>
            <a:lvl2pPr marL="914400" lvl="1"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2pPr>
            <a:lvl3pPr marL="1371600" lvl="2"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3pPr>
            <a:lvl4pPr marL="1828800" lvl="3"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4pPr>
            <a:lvl5pPr marL="2286000" lvl="4"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5pPr>
            <a:lvl6pPr marL="2743200" lvl="5"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6pPr>
            <a:lvl7pPr marL="3200400" lvl="6"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7pPr>
            <a:lvl8pPr marL="3657600" lvl="7"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8pPr>
            <a:lvl9pPr marL="4114800" lvl="8" indent="-317500">
              <a:lnSpc>
                <a:spcPct val="115000"/>
              </a:lnSpc>
              <a:spcBef>
                <a:spcPts val="0"/>
              </a:spcBef>
              <a:spcAft>
                <a:spcPts val="0"/>
              </a:spcAft>
              <a:buClr>
                <a:schemeClr val="dk2"/>
              </a:buClr>
              <a:buSzPts val="1400"/>
              <a:buFont typeface="Open Sans"/>
              <a:buChar char="■"/>
              <a:defRPr>
                <a:solidFill>
                  <a:schemeClr val="dk2"/>
                </a:solidFill>
                <a:latin typeface="Open Sans"/>
                <a:ea typeface="Open Sans"/>
                <a:cs typeface="Open Sans"/>
                <a:sym typeface="Open Sans"/>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Open Sans"/>
                <a:ea typeface="Open Sans"/>
                <a:cs typeface="Open Sans"/>
                <a:sym typeface="Open Sans"/>
              </a:defRPr>
            </a:lvl1pPr>
            <a:lvl2pPr lvl="1" algn="r">
              <a:buNone/>
              <a:defRPr sz="1000">
                <a:solidFill>
                  <a:schemeClr val="dk2"/>
                </a:solidFill>
                <a:latin typeface="Open Sans"/>
                <a:ea typeface="Open Sans"/>
                <a:cs typeface="Open Sans"/>
                <a:sym typeface="Open Sans"/>
              </a:defRPr>
            </a:lvl2pPr>
            <a:lvl3pPr lvl="2" algn="r">
              <a:buNone/>
              <a:defRPr sz="1000">
                <a:solidFill>
                  <a:schemeClr val="dk2"/>
                </a:solidFill>
                <a:latin typeface="Open Sans"/>
                <a:ea typeface="Open Sans"/>
                <a:cs typeface="Open Sans"/>
                <a:sym typeface="Open Sans"/>
              </a:defRPr>
            </a:lvl3pPr>
            <a:lvl4pPr lvl="3" algn="r">
              <a:buNone/>
              <a:defRPr sz="1000">
                <a:solidFill>
                  <a:schemeClr val="dk2"/>
                </a:solidFill>
                <a:latin typeface="Open Sans"/>
                <a:ea typeface="Open Sans"/>
                <a:cs typeface="Open Sans"/>
                <a:sym typeface="Open Sans"/>
              </a:defRPr>
            </a:lvl4pPr>
            <a:lvl5pPr lvl="4" algn="r">
              <a:buNone/>
              <a:defRPr sz="1000">
                <a:solidFill>
                  <a:schemeClr val="dk2"/>
                </a:solidFill>
                <a:latin typeface="Open Sans"/>
                <a:ea typeface="Open Sans"/>
                <a:cs typeface="Open Sans"/>
                <a:sym typeface="Open Sans"/>
              </a:defRPr>
            </a:lvl5pPr>
            <a:lvl6pPr lvl="5" algn="r">
              <a:buNone/>
              <a:defRPr sz="1000">
                <a:solidFill>
                  <a:schemeClr val="dk2"/>
                </a:solidFill>
                <a:latin typeface="Open Sans"/>
                <a:ea typeface="Open Sans"/>
                <a:cs typeface="Open Sans"/>
                <a:sym typeface="Open Sans"/>
              </a:defRPr>
            </a:lvl6pPr>
            <a:lvl7pPr lvl="6" algn="r">
              <a:buNone/>
              <a:defRPr sz="1000">
                <a:solidFill>
                  <a:schemeClr val="dk2"/>
                </a:solidFill>
                <a:latin typeface="Open Sans"/>
                <a:ea typeface="Open Sans"/>
                <a:cs typeface="Open Sans"/>
                <a:sym typeface="Open Sans"/>
              </a:defRPr>
            </a:lvl7pPr>
            <a:lvl8pPr lvl="7" algn="r">
              <a:buNone/>
              <a:defRPr sz="1000">
                <a:solidFill>
                  <a:schemeClr val="dk2"/>
                </a:solidFill>
                <a:latin typeface="Open Sans"/>
                <a:ea typeface="Open Sans"/>
                <a:cs typeface="Open Sans"/>
                <a:sym typeface="Open Sans"/>
              </a:defRPr>
            </a:lvl8pPr>
            <a:lvl9pPr lvl="8" algn="r">
              <a:buNone/>
              <a:defRPr sz="1000">
                <a:solidFill>
                  <a:schemeClr val="dk2"/>
                </a:solidFill>
                <a:latin typeface="Open Sans"/>
                <a:ea typeface="Open Sans"/>
                <a:cs typeface="Open Sans"/>
                <a:sym typeface="Open Sans"/>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3"/>
          <p:cNvSpPr txBox="1">
            <a:spLocks noGrp="1"/>
          </p:cNvSpPr>
          <p:nvPr>
            <p:ph type="ctrTitle"/>
          </p:nvPr>
        </p:nvSpPr>
        <p:spPr>
          <a:xfrm>
            <a:off x="1004150" y="1751764"/>
            <a:ext cx="7136700" cy="1022400"/>
          </a:xfrm>
          <a:prstGeom prst="rect">
            <a:avLst/>
          </a:prstGeom>
        </p:spPr>
        <p:txBody>
          <a:bodyPr spcFirstLastPara="1" wrap="square" lIns="91425" tIns="91425" rIns="91425" bIns="91425" anchor="b" anchorCtr="0">
            <a:normAutofit fontScale="90000"/>
          </a:bodyPr>
          <a:lstStyle/>
          <a:p>
            <a:pPr marL="0" lvl="0" indent="0" algn="ctr" rtl="0">
              <a:spcBef>
                <a:spcPts val="0"/>
              </a:spcBef>
              <a:spcAft>
                <a:spcPts val="0"/>
              </a:spcAft>
              <a:buNone/>
            </a:pPr>
            <a:r>
              <a:rPr lang="es"/>
              <a:t>Agentes Solucionadores de Problemas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Agenda</a:t>
            </a:r>
            <a:endParaRPr/>
          </a:p>
        </p:txBody>
      </p:sp>
      <p:sp>
        <p:nvSpPr>
          <p:cNvPr id="73" name="Google Shape;73;p14"/>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457200" lvl="0" indent="-342900" algn="l" rtl="0">
              <a:spcBef>
                <a:spcPts val="0"/>
              </a:spcBef>
              <a:spcAft>
                <a:spcPts val="0"/>
              </a:spcAft>
              <a:buSzPts val="1800"/>
              <a:buChar char="●"/>
            </a:pPr>
            <a:r>
              <a:rPr lang="es"/>
              <a:t>Generalidades</a:t>
            </a:r>
            <a:endParaRPr/>
          </a:p>
          <a:p>
            <a:pPr marL="457200" lvl="0" indent="-342900" algn="l" rtl="0">
              <a:spcBef>
                <a:spcPts val="0"/>
              </a:spcBef>
              <a:spcAft>
                <a:spcPts val="0"/>
              </a:spcAft>
              <a:buSzPts val="1800"/>
              <a:buChar char="●"/>
            </a:pPr>
            <a:r>
              <a:rPr lang="es"/>
              <a:t>Funcionamiento</a:t>
            </a:r>
            <a:endParaRPr/>
          </a:p>
          <a:p>
            <a:pPr marL="457200" lvl="0" indent="-342900" algn="l" rtl="0">
              <a:spcBef>
                <a:spcPts val="0"/>
              </a:spcBef>
              <a:spcAft>
                <a:spcPts val="0"/>
              </a:spcAft>
              <a:buSzPts val="1800"/>
              <a:buChar char="●"/>
            </a:pPr>
            <a:r>
              <a:rPr lang="es"/>
              <a:t>Formulación de problemas</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Generalidades</a:t>
            </a:r>
            <a:endParaRPr/>
          </a:p>
        </p:txBody>
      </p:sp>
      <p:sp>
        <p:nvSpPr>
          <p:cNvPr id="79" name="Google Shape;79;p15"/>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s"/>
              <a:t>Es aquel que se basa en objetivos, este decide qué hacer para encontrar secuencias de acciones que le permite llegar al objetivo deseado, para esto utiliza dos elementos, el problema y la solución (Russell &amp; Norvig, 2008).</a:t>
            </a:r>
            <a:endParaRPr/>
          </a:p>
          <a:p>
            <a:pPr marL="0" lvl="0" indent="0" algn="just" rtl="0">
              <a:spcBef>
                <a:spcPts val="1200"/>
              </a:spcBef>
              <a:spcAft>
                <a:spcPts val="0"/>
              </a:spcAft>
              <a:buNone/>
            </a:pPr>
            <a:endParaRPr/>
          </a:p>
          <a:p>
            <a:pPr marL="0" lvl="0" indent="0" algn="just" rtl="0">
              <a:spcBef>
                <a:spcPts val="1200"/>
              </a:spcBef>
              <a:spcAft>
                <a:spcPts val="1200"/>
              </a:spcAft>
              <a:buNone/>
            </a:pPr>
            <a:endParaRPr/>
          </a:p>
        </p:txBody>
      </p:sp>
      <p:pic>
        <p:nvPicPr>
          <p:cNvPr id="80" name="Google Shape;80;p15"/>
          <p:cNvPicPr preferRelativeResize="0"/>
          <p:nvPr/>
        </p:nvPicPr>
        <p:blipFill>
          <a:blip r:embed="rId3">
            <a:alphaModFix/>
          </a:blip>
          <a:stretch>
            <a:fillRect/>
          </a:stretch>
        </p:blipFill>
        <p:spPr>
          <a:xfrm>
            <a:off x="2780534" y="2411150"/>
            <a:ext cx="3582925" cy="2232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4"/>
        <p:cNvGrpSpPr/>
        <p:nvPr/>
      </p:nvGrpSpPr>
      <p:grpSpPr>
        <a:xfrm>
          <a:off x="0" y="0"/>
          <a:ext cx="0" cy="0"/>
          <a:chOff x="0" y="0"/>
          <a:chExt cx="0" cy="0"/>
        </a:xfrm>
      </p:grpSpPr>
      <p:sp>
        <p:nvSpPr>
          <p:cNvPr id="85" name="Google Shape;85;p1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Generalidades</a:t>
            </a:r>
            <a:endParaRPr/>
          </a:p>
        </p:txBody>
      </p:sp>
      <p:sp>
        <p:nvSpPr>
          <p:cNvPr id="86" name="Google Shape;86;p16"/>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s"/>
              <a:t>Estos agentes se diferencian de los demás porque tiene la capacidad de llevar a cabo la ejecución de diferentes tareas de forma simultánea gracias a su gran capacidad de almacenamiento de información y para llegar al fin deseado.</a:t>
            </a:r>
            <a:endParaRPr/>
          </a:p>
          <a:p>
            <a:pPr marL="0" lvl="0" indent="0" algn="just" rtl="0">
              <a:spcBef>
                <a:spcPts val="1200"/>
              </a:spcBef>
              <a:spcAft>
                <a:spcPts val="0"/>
              </a:spcAft>
              <a:buNone/>
            </a:pPr>
            <a:endParaRPr/>
          </a:p>
          <a:p>
            <a:pPr marL="0" lvl="0" indent="0" algn="just" rtl="0">
              <a:spcBef>
                <a:spcPts val="1200"/>
              </a:spcBef>
              <a:spcAft>
                <a:spcPts val="1200"/>
              </a:spcAft>
              <a:buNone/>
            </a:pPr>
            <a:endParaRPr/>
          </a:p>
        </p:txBody>
      </p:sp>
      <p:pic>
        <p:nvPicPr>
          <p:cNvPr id="87" name="Google Shape;87;p16"/>
          <p:cNvPicPr preferRelativeResize="0"/>
          <p:nvPr/>
        </p:nvPicPr>
        <p:blipFill>
          <a:blip r:embed="rId3">
            <a:alphaModFix/>
          </a:blip>
          <a:stretch>
            <a:fillRect/>
          </a:stretch>
        </p:blipFill>
        <p:spPr>
          <a:xfrm>
            <a:off x="2096050" y="2571750"/>
            <a:ext cx="1773600" cy="1773600"/>
          </a:xfrm>
          <a:prstGeom prst="rect">
            <a:avLst/>
          </a:prstGeom>
          <a:noFill/>
          <a:ln>
            <a:noFill/>
          </a:ln>
        </p:spPr>
      </p:pic>
      <p:pic>
        <p:nvPicPr>
          <p:cNvPr id="88" name="Google Shape;88;p16"/>
          <p:cNvPicPr preferRelativeResize="0"/>
          <p:nvPr/>
        </p:nvPicPr>
        <p:blipFill>
          <a:blip r:embed="rId4">
            <a:alphaModFix/>
          </a:blip>
          <a:stretch>
            <a:fillRect/>
          </a:stretch>
        </p:blipFill>
        <p:spPr>
          <a:xfrm>
            <a:off x="5461175" y="2571750"/>
            <a:ext cx="1903974" cy="1903974"/>
          </a:xfrm>
          <a:prstGeom prst="rect">
            <a:avLst/>
          </a:prstGeom>
          <a:noFill/>
          <a:ln>
            <a:noFill/>
          </a:ln>
        </p:spPr>
      </p:pic>
      <p:sp>
        <p:nvSpPr>
          <p:cNvPr id="89" name="Google Shape;89;p16"/>
          <p:cNvSpPr/>
          <p:nvPr/>
        </p:nvSpPr>
        <p:spPr>
          <a:xfrm>
            <a:off x="4167250" y="3449350"/>
            <a:ext cx="961500" cy="2367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Open Sans"/>
              <a:ea typeface="Open Sans"/>
              <a:cs typeface="Open Sans"/>
              <a:sym typeface="Open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Generalidades</a:t>
            </a:r>
            <a:endParaRPr/>
          </a:p>
        </p:txBody>
      </p:sp>
      <p:sp>
        <p:nvSpPr>
          <p:cNvPr id="95" name="Google Shape;95;p17"/>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fontScale="85000" lnSpcReduction="20000"/>
          </a:bodyPr>
          <a:lstStyle/>
          <a:p>
            <a:pPr marL="0" lvl="0" indent="0" algn="just" rtl="0">
              <a:spcBef>
                <a:spcPts val="0"/>
              </a:spcBef>
              <a:spcAft>
                <a:spcPts val="0"/>
              </a:spcAft>
              <a:buNone/>
            </a:pPr>
            <a:r>
              <a:rPr lang="es"/>
              <a:t>Por ejemplo:</a:t>
            </a:r>
            <a:endParaRPr/>
          </a:p>
          <a:p>
            <a:pPr marL="0" lvl="0" indent="0" algn="just" rtl="0">
              <a:spcBef>
                <a:spcPts val="1200"/>
              </a:spcBef>
              <a:spcAft>
                <a:spcPts val="0"/>
              </a:spcAft>
              <a:buNone/>
            </a:pPr>
            <a:r>
              <a:rPr lang="es"/>
              <a:t>Supongamos que a nuestro agente le ponemos de objetivo desplazarse por la ciudad de Bogotá, desde un centro comercial en la zona norte, hasta un centro comercial en la zona sur, en un horario muy transitado y en determinado tiempo. </a:t>
            </a:r>
            <a:endParaRPr/>
          </a:p>
          <a:p>
            <a:pPr marL="0" lvl="0" indent="0" algn="just" rtl="0">
              <a:spcBef>
                <a:spcPts val="1200"/>
              </a:spcBef>
              <a:spcAft>
                <a:spcPts val="0"/>
              </a:spcAft>
              <a:buNone/>
            </a:pPr>
            <a:r>
              <a:rPr lang="es"/>
              <a:t>Este ejercicio le plantea:</a:t>
            </a:r>
            <a:endParaRPr/>
          </a:p>
          <a:p>
            <a:pPr marL="457200" lvl="0" indent="-325755" algn="just" rtl="0">
              <a:spcBef>
                <a:spcPts val="1200"/>
              </a:spcBef>
              <a:spcAft>
                <a:spcPts val="0"/>
              </a:spcAft>
              <a:buSzPct val="100000"/>
              <a:buChar char="●"/>
            </a:pPr>
            <a:r>
              <a:rPr lang="es"/>
              <a:t>Un objetivo a nuestro agente: llegar al punto sur determinado, el centro comercial de la zona sur</a:t>
            </a:r>
            <a:endParaRPr/>
          </a:p>
          <a:p>
            <a:pPr marL="457200" lvl="0" indent="-325755" algn="just" rtl="0">
              <a:spcBef>
                <a:spcPts val="0"/>
              </a:spcBef>
              <a:spcAft>
                <a:spcPts val="0"/>
              </a:spcAft>
              <a:buSzPct val="100000"/>
              <a:buChar char="●"/>
            </a:pPr>
            <a:r>
              <a:rPr lang="es"/>
              <a:t>Un problema: lograr llegar en un tiempo limitado y en un horario difícil de transitar a su punto de llegada, esto obliga al agente analizar todas las rutas posibles y las consecuencias de tomar por cada una de ellas</a:t>
            </a:r>
            <a:endParaRPr/>
          </a:p>
          <a:p>
            <a:pPr marL="457200" lvl="0" indent="-325755" algn="just" rtl="0">
              <a:spcBef>
                <a:spcPts val="0"/>
              </a:spcBef>
              <a:spcAft>
                <a:spcPts val="0"/>
              </a:spcAft>
              <a:buSzPct val="100000"/>
              <a:buChar char="●"/>
            </a:pPr>
            <a:r>
              <a:rPr lang="es"/>
              <a:t>Una solución: Identificar la ruta más rápida y menos transitada de la ciudad que le permita llegar al centro comercial del sur de la ciudad en el menor tiempo posible.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Funcionamiento</a:t>
            </a:r>
            <a:endParaRPr/>
          </a:p>
        </p:txBody>
      </p:sp>
      <p:sp>
        <p:nvSpPr>
          <p:cNvPr id="101" name="Google Shape;101;p18"/>
          <p:cNvSpPr txBox="1">
            <a:spLocks noGrp="1"/>
          </p:cNvSpPr>
          <p:nvPr>
            <p:ph type="body" idx="1"/>
          </p:nvPr>
        </p:nvSpPr>
        <p:spPr>
          <a:xfrm>
            <a:off x="311700" y="1266325"/>
            <a:ext cx="8520600" cy="33027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s"/>
              <a:t>Los agentes solucionadores de problemas desarrollan su funcionamiento por medio de un proceso que pasa por diferentes etapas: </a:t>
            </a:r>
            <a:endParaRPr/>
          </a:p>
          <a:p>
            <a:pPr marL="457200" lvl="0" indent="-342900" algn="just" rtl="0">
              <a:spcBef>
                <a:spcPts val="1200"/>
              </a:spcBef>
              <a:spcAft>
                <a:spcPts val="0"/>
              </a:spcAft>
              <a:buSzPts val="1800"/>
              <a:buChar char="●"/>
            </a:pPr>
            <a:r>
              <a:rPr lang="es"/>
              <a:t>Formulación del objetivo</a:t>
            </a:r>
            <a:endParaRPr/>
          </a:p>
          <a:p>
            <a:pPr marL="457200" lvl="0" indent="-342900" algn="just" rtl="0">
              <a:spcBef>
                <a:spcPts val="0"/>
              </a:spcBef>
              <a:spcAft>
                <a:spcPts val="0"/>
              </a:spcAft>
              <a:buSzPts val="1800"/>
              <a:buChar char="●"/>
            </a:pPr>
            <a:r>
              <a:rPr lang="es"/>
              <a:t>Formulación del problema</a:t>
            </a:r>
            <a:endParaRPr/>
          </a:p>
          <a:p>
            <a:pPr marL="457200" lvl="0" indent="-342900" algn="just" rtl="0">
              <a:spcBef>
                <a:spcPts val="0"/>
              </a:spcBef>
              <a:spcAft>
                <a:spcPts val="0"/>
              </a:spcAft>
              <a:buSzPts val="1800"/>
              <a:buChar char="●"/>
            </a:pPr>
            <a:r>
              <a:rPr lang="es"/>
              <a:t>Búsqueda</a:t>
            </a:r>
            <a:endParaRPr/>
          </a:p>
          <a:p>
            <a:pPr marL="457200" lvl="0" indent="-342900" algn="just" rtl="0">
              <a:spcBef>
                <a:spcPts val="0"/>
              </a:spcBef>
              <a:spcAft>
                <a:spcPts val="0"/>
              </a:spcAft>
              <a:buSzPts val="1800"/>
              <a:buChar char="●"/>
            </a:pPr>
            <a:r>
              <a:rPr lang="es"/>
              <a:t>Solución </a:t>
            </a:r>
            <a:endParaRPr/>
          </a:p>
          <a:p>
            <a:pPr marL="457200" lvl="0" indent="-342900" algn="just" rtl="0">
              <a:spcBef>
                <a:spcPts val="0"/>
              </a:spcBef>
              <a:spcAft>
                <a:spcPts val="0"/>
              </a:spcAft>
              <a:buSzPts val="1800"/>
              <a:buChar char="●"/>
            </a:pPr>
            <a:r>
              <a:rPr lang="es"/>
              <a:t>Ejecución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Funcionamiento - Formulación de objetivo</a:t>
            </a:r>
            <a:endParaRPr/>
          </a:p>
        </p:txBody>
      </p:sp>
      <p:sp>
        <p:nvSpPr>
          <p:cNvPr id="113" name="Google Shape;113;p20"/>
          <p:cNvSpPr txBox="1">
            <a:spLocks noGrp="1"/>
          </p:cNvSpPr>
          <p:nvPr>
            <p:ph type="body" idx="1"/>
          </p:nvPr>
        </p:nvSpPr>
        <p:spPr>
          <a:xfrm>
            <a:off x="311700" y="1266325"/>
            <a:ext cx="5755200" cy="3302700"/>
          </a:xfrm>
          <a:prstGeom prst="rect">
            <a:avLst/>
          </a:prstGeom>
        </p:spPr>
        <p:txBody>
          <a:bodyPr spcFirstLastPara="1" wrap="square" lIns="91425" tIns="91425" rIns="91425" bIns="91425" anchor="t" anchorCtr="0">
            <a:normAutofit fontScale="92500" lnSpcReduction="20000"/>
          </a:bodyPr>
          <a:lstStyle/>
          <a:p>
            <a:pPr marL="0" lvl="0" indent="0" algn="just" rtl="0">
              <a:spcBef>
                <a:spcPts val="0"/>
              </a:spcBef>
              <a:spcAft>
                <a:spcPts val="0"/>
              </a:spcAft>
              <a:buNone/>
            </a:pPr>
            <a:r>
              <a:rPr lang="es" sz="1700" dirty="0"/>
              <a:t>Los agentes solucionadores de problemas desarrollan su comportamiento con base a las metas que pretende alcanzar por medio de la formulación de un objetivo, el cual varía según la situación de cada agente y las capacidades con las que este cuente (Russell &amp; Norvig, 2008). </a:t>
            </a:r>
            <a:endParaRPr sz="1700" dirty="0"/>
          </a:p>
          <a:p>
            <a:pPr marL="0" lvl="0" indent="0" algn="just" rtl="0">
              <a:spcBef>
                <a:spcPts val="1200"/>
              </a:spcBef>
              <a:spcAft>
                <a:spcPts val="1200"/>
              </a:spcAft>
              <a:buNone/>
            </a:pPr>
            <a:r>
              <a:rPr lang="es" sz="1700" dirty="0"/>
              <a:t>El objetivo en este tipo de agentes permite que pueda fijarse una meta específica y así luego desarrollar acciones que le consientan llegar a esta, de lo contrario el agente estaría perdido en una infinidad de opciones sin rumbo alguno.</a:t>
            </a:r>
            <a:endParaRPr sz="1700" dirty="0"/>
          </a:p>
        </p:txBody>
      </p:sp>
      <p:pic>
        <p:nvPicPr>
          <p:cNvPr id="114" name="Google Shape;114;p20"/>
          <p:cNvPicPr preferRelativeResize="0"/>
          <p:nvPr/>
        </p:nvPicPr>
        <p:blipFill>
          <a:blip r:embed="rId3">
            <a:alphaModFix/>
          </a:blip>
          <a:stretch>
            <a:fillRect/>
          </a:stretch>
        </p:blipFill>
        <p:spPr>
          <a:xfrm>
            <a:off x="6120075" y="1421788"/>
            <a:ext cx="2772300" cy="22999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Funcionamiento - Formulación del problema</a:t>
            </a:r>
            <a:endParaRPr/>
          </a:p>
        </p:txBody>
      </p:sp>
      <p:sp>
        <p:nvSpPr>
          <p:cNvPr id="120" name="Google Shape;120;p21"/>
          <p:cNvSpPr txBox="1">
            <a:spLocks noGrp="1"/>
          </p:cNvSpPr>
          <p:nvPr>
            <p:ph type="body" idx="1"/>
          </p:nvPr>
        </p:nvSpPr>
        <p:spPr>
          <a:xfrm>
            <a:off x="311700" y="1266325"/>
            <a:ext cx="8456700" cy="33027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s" sz="1700" dirty="0"/>
              <a:t>El agente debe identificar la variedad de acciones y estados que debe considerar para llegar a determinada meta, a esto se le denomina formulación del problema, que consiste en identificar qué tipo de situaciones le permitirán llegar a ese objetivo (Russell &amp; Norvig, 2010).</a:t>
            </a:r>
            <a:endParaRPr sz="1700" dirty="0"/>
          </a:p>
          <a:p>
            <a:pPr marL="0" lvl="0" indent="0" algn="just" rtl="0">
              <a:spcBef>
                <a:spcPts val="1200"/>
              </a:spcBef>
              <a:spcAft>
                <a:spcPts val="1200"/>
              </a:spcAft>
              <a:buNone/>
            </a:pPr>
            <a:r>
              <a:rPr lang="es" sz="1700" dirty="0"/>
              <a:t>Por lo tanto, el agente debe identificar qué secuencia de acciones le permite obtener el estado objetivo, para ello debe analizar cada una de las acciones que puede ejecutar y cada una de las situaciones o estados que lo pueden llevar por determinadas acciones. </a:t>
            </a:r>
            <a:endParaRPr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Funcionamiento - Búsqueda</a:t>
            </a:r>
            <a:endParaRPr/>
          </a:p>
        </p:txBody>
      </p:sp>
      <p:sp>
        <p:nvSpPr>
          <p:cNvPr id="126" name="Google Shape;126;p22"/>
          <p:cNvSpPr txBox="1">
            <a:spLocks noGrp="1"/>
          </p:cNvSpPr>
          <p:nvPr>
            <p:ph type="body" idx="1"/>
          </p:nvPr>
        </p:nvSpPr>
        <p:spPr>
          <a:xfrm>
            <a:off x="4572000" y="1258700"/>
            <a:ext cx="4260300" cy="3302700"/>
          </a:xfrm>
          <a:prstGeom prst="rect">
            <a:avLst/>
          </a:prstGeom>
        </p:spPr>
        <p:txBody>
          <a:bodyPr spcFirstLastPara="1" wrap="square" lIns="91425" tIns="91425" rIns="91425" bIns="91425" anchor="t" anchorCtr="0">
            <a:normAutofit lnSpcReduction="20000"/>
          </a:bodyPr>
          <a:lstStyle/>
          <a:p>
            <a:pPr marL="0" lvl="0" indent="0" algn="just" rtl="0">
              <a:spcBef>
                <a:spcPts val="0"/>
              </a:spcBef>
              <a:spcAft>
                <a:spcPts val="1200"/>
              </a:spcAft>
              <a:buNone/>
            </a:pPr>
            <a:r>
              <a:rPr lang="es" sz="1700"/>
              <a:t>El proceso de hallar la secuencia se conoce como </a:t>
            </a:r>
            <a:r>
              <a:rPr lang="es" sz="1700" b="1"/>
              <a:t>búsqueda </a:t>
            </a:r>
            <a:r>
              <a:rPr lang="es" sz="1700"/>
              <a:t>(Russell &amp; Norvig, 2008). Este proceso puede asumirse como un algoritmo que tiene de entrada un problema y brinda una solución en forma de secuencia de acciones. Es decir, que esta etapa consiste en que el agente descubra una secuencia de acciones correctas que le permitan solucionar un problema y normalmente se representa por medio de algoritmos. </a:t>
            </a:r>
            <a:endParaRPr sz="1700"/>
          </a:p>
        </p:txBody>
      </p:sp>
      <p:pic>
        <p:nvPicPr>
          <p:cNvPr id="127" name="Google Shape;127;p22"/>
          <p:cNvPicPr preferRelativeResize="0"/>
          <p:nvPr/>
        </p:nvPicPr>
        <p:blipFill>
          <a:blip r:embed="rId3">
            <a:alphaModFix/>
          </a:blip>
          <a:stretch>
            <a:fillRect/>
          </a:stretch>
        </p:blipFill>
        <p:spPr>
          <a:xfrm>
            <a:off x="182925" y="1851550"/>
            <a:ext cx="4267200" cy="211700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Funcionamiento - Solución</a:t>
            </a:r>
            <a:endParaRPr/>
          </a:p>
        </p:txBody>
      </p:sp>
      <p:sp>
        <p:nvSpPr>
          <p:cNvPr id="133" name="Google Shape;133;p23"/>
          <p:cNvSpPr txBox="1">
            <a:spLocks noGrp="1"/>
          </p:cNvSpPr>
          <p:nvPr>
            <p:ph type="body" idx="1"/>
          </p:nvPr>
        </p:nvSpPr>
        <p:spPr>
          <a:xfrm>
            <a:off x="311700" y="1251050"/>
            <a:ext cx="4260300" cy="33027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r>
              <a:rPr lang="es" sz="1700"/>
              <a:t>Una vez terminada la búsqueda, se inicia la etapa de solución. La cual consiste en la determinación de la decisión del agente según sus análisis, es decir que en este punto el agente ya encontró la forma más efectiva de llegar a su objetivo siguiendo una serie de actividades.</a:t>
            </a:r>
            <a:endParaRPr sz="1700"/>
          </a:p>
        </p:txBody>
      </p:sp>
      <p:pic>
        <p:nvPicPr>
          <p:cNvPr id="134" name="Google Shape;134;p23"/>
          <p:cNvPicPr preferRelativeResize="0"/>
          <p:nvPr/>
        </p:nvPicPr>
        <p:blipFill>
          <a:blip r:embed="rId3">
            <a:alphaModFix/>
          </a:blip>
          <a:stretch>
            <a:fillRect/>
          </a:stretch>
        </p:blipFill>
        <p:spPr>
          <a:xfrm>
            <a:off x="5479275" y="1709563"/>
            <a:ext cx="1504075" cy="172437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8"/>
        <p:cNvGrpSpPr/>
        <p:nvPr/>
      </p:nvGrpSpPr>
      <p:grpSpPr>
        <a:xfrm>
          <a:off x="0" y="0"/>
          <a:ext cx="0" cy="0"/>
          <a:chOff x="0" y="0"/>
          <a:chExt cx="0" cy="0"/>
        </a:xfrm>
      </p:grpSpPr>
      <p:sp>
        <p:nvSpPr>
          <p:cNvPr id="139" name="Google Shape;139;p24"/>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Funcionamiento - Ejecución</a:t>
            </a:r>
            <a:endParaRPr/>
          </a:p>
        </p:txBody>
      </p:sp>
      <p:sp>
        <p:nvSpPr>
          <p:cNvPr id="140" name="Google Shape;140;p24"/>
          <p:cNvSpPr txBox="1">
            <a:spLocks noGrp="1"/>
          </p:cNvSpPr>
          <p:nvPr>
            <p:ph type="body" idx="1"/>
          </p:nvPr>
        </p:nvSpPr>
        <p:spPr>
          <a:xfrm>
            <a:off x="311700" y="1251050"/>
            <a:ext cx="4260300" cy="3302700"/>
          </a:xfrm>
          <a:prstGeom prst="rect">
            <a:avLst/>
          </a:prstGeom>
        </p:spPr>
        <p:txBody>
          <a:bodyPr spcFirstLastPara="1" wrap="square" lIns="91425" tIns="91425" rIns="91425" bIns="91425" anchor="t" anchorCtr="0">
            <a:normAutofit/>
          </a:bodyPr>
          <a:lstStyle/>
          <a:p>
            <a:pPr marL="0" lvl="0" indent="0" algn="just" rtl="0">
              <a:spcBef>
                <a:spcPts val="0"/>
              </a:spcBef>
              <a:spcAft>
                <a:spcPts val="1200"/>
              </a:spcAft>
              <a:buNone/>
            </a:pPr>
            <a:r>
              <a:rPr lang="es" sz="1700" dirty="0"/>
              <a:t>Al identificar la solución se procede a ejecutar las acciones; esta fase se denomina </a:t>
            </a:r>
            <a:r>
              <a:rPr lang="es" sz="1700" b="1" dirty="0"/>
              <a:t>ejecución</a:t>
            </a:r>
            <a:r>
              <a:rPr lang="es" sz="1700" dirty="0"/>
              <a:t> (Russell &amp; Norvig, 2008). En esta etapa el agente se encuentra listo para llevar a cabo su misión e inicia a realizar diferentes acciones que alteran constantemente su entorno y le permiten avanzar hasta llegar a su objetivo</a:t>
            </a:r>
            <a:endParaRPr sz="1700" dirty="0"/>
          </a:p>
        </p:txBody>
      </p:sp>
      <p:pic>
        <p:nvPicPr>
          <p:cNvPr id="141" name="Google Shape;141;p24"/>
          <p:cNvPicPr preferRelativeResize="0"/>
          <p:nvPr/>
        </p:nvPicPr>
        <p:blipFill>
          <a:blip r:embed="rId3">
            <a:alphaModFix/>
          </a:blip>
          <a:stretch>
            <a:fillRect/>
          </a:stretch>
        </p:blipFill>
        <p:spPr>
          <a:xfrm>
            <a:off x="4823600" y="1059263"/>
            <a:ext cx="3686275" cy="36862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25"/>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Formulación de problemas</a:t>
            </a:r>
            <a:endParaRPr/>
          </a:p>
        </p:txBody>
      </p:sp>
      <p:sp>
        <p:nvSpPr>
          <p:cNvPr id="147" name="Google Shape;147;p25"/>
          <p:cNvSpPr txBox="1">
            <a:spLocks noGrp="1"/>
          </p:cNvSpPr>
          <p:nvPr>
            <p:ph type="body" idx="1"/>
          </p:nvPr>
        </p:nvSpPr>
        <p:spPr>
          <a:xfrm>
            <a:off x="311700" y="1251050"/>
            <a:ext cx="8197200" cy="3302700"/>
          </a:xfrm>
          <a:prstGeom prst="rect">
            <a:avLst/>
          </a:prstGeom>
        </p:spPr>
        <p:txBody>
          <a:bodyPr spcFirstLastPara="1" wrap="square" lIns="91425" tIns="91425" rIns="91425" bIns="91425" anchor="t" anchorCtr="0">
            <a:normAutofit fontScale="92500" lnSpcReduction="10000"/>
          </a:bodyPr>
          <a:lstStyle/>
          <a:p>
            <a:pPr marL="0" lvl="0" indent="0" algn="just" rtl="0">
              <a:spcBef>
                <a:spcPts val="0"/>
              </a:spcBef>
              <a:spcAft>
                <a:spcPts val="0"/>
              </a:spcAft>
              <a:buNone/>
            </a:pPr>
            <a:r>
              <a:rPr lang="es" sz="1700" dirty="0"/>
              <a:t>Un agente resolvente de problemas se basa en un objetivo para cumplir con su tarea, sin embargo, para llegar a este existen ciertas circunstancias que dificultan que el agente cumpla efectivamente su tarea, esto puede denominarse como un problema (Russell &amp; Norvig, 2010). </a:t>
            </a:r>
            <a:endParaRPr sz="1700" dirty="0"/>
          </a:p>
          <a:p>
            <a:pPr marL="0" lvl="0" indent="0" algn="just" rtl="0">
              <a:spcBef>
                <a:spcPts val="1200"/>
              </a:spcBef>
              <a:spcAft>
                <a:spcPts val="0"/>
              </a:spcAft>
              <a:buNone/>
            </a:pPr>
            <a:r>
              <a:rPr lang="es" sz="1700" dirty="0"/>
              <a:t>Los problemas pueden definirse por cuatro componentes:</a:t>
            </a:r>
            <a:endParaRPr sz="1700" dirty="0"/>
          </a:p>
          <a:p>
            <a:pPr marL="0" lvl="0" indent="0" algn="just" rtl="0">
              <a:spcBef>
                <a:spcPts val="1200"/>
              </a:spcBef>
              <a:spcAft>
                <a:spcPts val="0"/>
              </a:spcAft>
              <a:buNone/>
            </a:pPr>
            <a:r>
              <a:rPr lang="es" sz="1700" dirty="0"/>
              <a:t>•	El estado inicial </a:t>
            </a:r>
            <a:endParaRPr sz="1700" dirty="0"/>
          </a:p>
          <a:p>
            <a:pPr marL="0" lvl="0" indent="0" algn="just" rtl="0">
              <a:spcBef>
                <a:spcPts val="1200"/>
              </a:spcBef>
              <a:spcAft>
                <a:spcPts val="0"/>
              </a:spcAft>
              <a:buNone/>
            </a:pPr>
            <a:r>
              <a:rPr lang="es" sz="1700" dirty="0"/>
              <a:t>•	Función sucesor </a:t>
            </a:r>
            <a:endParaRPr sz="1700" dirty="0"/>
          </a:p>
          <a:p>
            <a:pPr marL="0" lvl="0" indent="0" algn="just" rtl="0">
              <a:spcBef>
                <a:spcPts val="1200"/>
              </a:spcBef>
              <a:spcAft>
                <a:spcPts val="0"/>
              </a:spcAft>
              <a:buNone/>
            </a:pPr>
            <a:r>
              <a:rPr lang="es" sz="1700" dirty="0"/>
              <a:t>•	Test objetivo </a:t>
            </a:r>
            <a:endParaRPr sz="1700" dirty="0"/>
          </a:p>
          <a:p>
            <a:pPr marL="0" lvl="0" indent="0" algn="just" rtl="0">
              <a:spcBef>
                <a:spcPts val="1200"/>
              </a:spcBef>
              <a:spcAft>
                <a:spcPts val="0"/>
              </a:spcAft>
              <a:buNone/>
            </a:pPr>
            <a:r>
              <a:rPr lang="es" sz="1700" dirty="0"/>
              <a:t>•	Costo del camino </a:t>
            </a:r>
            <a:endParaRPr sz="17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Formulación de problemas</a:t>
            </a:r>
            <a:endParaRPr/>
          </a:p>
        </p:txBody>
      </p:sp>
      <p:sp>
        <p:nvSpPr>
          <p:cNvPr id="153" name="Google Shape;153;p26"/>
          <p:cNvSpPr txBox="1">
            <a:spLocks noGrp="1"/>
          </p:cNvSpPr>
          <p:nvPr>
            <p:ph type="body" idx="1"/>
          </p:nvPr>
        </p:nvSpPr>
        <p:spPr>
          <a:xfrm>
            <a:off x="311700" y="1251050"/>
            <a:ext cx="8197200" cy="33027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s" sz="1600"/>
              <a:t>Para desarrollar los componentes mencionados nos basaremos en un ejemplo planteado por Stuart Russell y Peter Norvig, sobre el agente en Bucarest, formulado en su libro “inteligencia artificial un enfoque moderno” (2004). En el cual un agente se encuentra en Arad, Rumania y posee un billete no reembolsable para ir a Bucarest al día siguiente, lo cual le establece un objetivo, el de viajar a Bucarest. Las acciones que no alcanzan Bucarest se pueden rechazar sin más consideraciones lo cual simplifica enormemente la decisión del agente.</a:t>
            </a:r>
            <a:endParaRPr sz="1600"/>
          </a:p>
          <a:p>
            <a:pPr marL="0" lvl="0" indent="0" algn="just" rtl="0">
              <a:spcBef>
                <a:spcPts val="1200"/>
              </a:spcBef>
              <a:spcAft>
                <a:spcPts val="0"/>
              </a:spcAft>
              <a:buNone/>
            </a:pPr>
            <a:endParaRPr sz="1700"/>
          </a:p>
          <a:p>
            <a:pPr marL="0" lvl="0" indent="0" algn="just" rtl="0">
              <a:spcBef>
                <a:spcPts val="1200"/>
              </a:spcBef>
              <a:spcAft>
                <a:spcPts val="1200"/>
              </a:spcAft>
              <a:buNone/>
            </a:pPr>
            <a:endParaRPr sz="17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Formulación de problemas</a:t>
            </a:r>
            <a:endParaRPr/>
          </a:p>
        </p:txBody>
      </p:sp>
      <p:pic>
        <p:nvPicPr>
          <p:cNvPr id="5" name="Imagen 4">
            <a:extLst>
              <a:ext uri="{FF2B5EF4-FFF2-40B4-BE49-F238E27FC236}">
                <a16:creationId xmlns:a16="http://schemas.microsoft.com/office/drawing/2014/main" id="{8073047E-BE49-6A51-5270-481E22D84FF7}"/>
              </a:ext>
            </a:extLst>
          </p:cNvPr>
          <p:cNvPicPr>
            <a:picLocks noChangeAspect="1"/>
          </p:cNvPicPr>
          <p:nvPr/>
        </p:nvPicPr>
        <p:blipFill>
          <a:blip r:embed="rId3"/>
          <a:stretch>
            <a:fillRect/>
          </a:stretch>
        </p:blipFill>
        <p:spPr>
          <a:xfrm>
            <a:off x="1663950" y="1353312"/>
            <a:ext cx="5816100" cy="3520440"/>
          </a:xfrm>
          <a:prstGeom prst="rect">
            <a:avLst/>
          </a:prstGeom>
        </p:spPr>
      </p:pic>
    </p:spTree>
    <p:extLst>
      <p:ext uri="{BB962C8B-B14F-4D97-AF65-F5344CB8AC3E}">
        <p14:creationId xmlns:p14="http://schemas.microsoft.com/office/powerpoint/2010/main" val="4748035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1"/>
        <p:cNvGrpSpPr/>
        <p:nvPr/>
      </p:nvGrpSpPr>
      <p:grpSpPr>
        <a:xfrm>
          <a:off x="0" y="0"/>
          <a:ext cx="0" cy="0"/>
          <a:chOff x="0" y="0"/>
          <a:chExt cx="0" cy="0"/>
        </a:xfrm>
      </p:grpSpPr>
      <p:sp>
        <p:nvSpPr>
          <p:cNvPr id="152" name="Google Shape;152;p26"/>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Tipos de problemas</a:t>
            </a:r>
            <a:endParaRPr dirty="0"/>
          </a:p>
        </p:txBody>
      </p:sp>
      <p:pic>
        <p:nvPicPr>
          <p:cNvPr id="3" name="Imagen 2">
            <a:extLst>
              <a:ext uri="{FF2B5EF4-FFF2-40B4-BE49-F238E27FC236}">
                <a16:creationId xmlns:a16="http://schemas.microsoft.com/office/drawing/2014/main" id="{4A81304B-DD08-DFDF-2C3D-D6FF536E532A}"/>
              </a:ext>
            </a:extLst>
          </p:cNvPr>
          <p:cNvPicPr>
            <a:picLocks noChangeAspect="1"/>
          </p:cNvPicPr>
          <p:nvPr/>
        </p:nvPicPr>
        <p:blipFill>
          <a:blip r:embed="rId3"/>
          <a:stretch>
            <a:fillRect/>
          </a:stretch>
        </p:blipFill>
        <p:spPr>
          <a:xfrm>
            <a:off x="1148429" y="1150718"/>
            <a:ext cx="6847142" cy="3833513"/>
          </a:xfrm>
          <a:prstGeom prst="rect">
            <a:avLst/>
          </a:prstGeom>
        </p:spPr>
      </p:pic>
    </p:spTree>
    <p:extLst>
      <p:ext uri="{BB962C8B-B14F-4D97-AF65-F5344CB8AC3E}">
        <p14:creationId xmlns:p14="http://schemas.microsoft.com/office/powerpoint/2010/main" val="38136938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57"/>
        <p:cNvGrpSpPr/>
        <p:nvPr/>
      </p:nvGrpSpPr>
      <p:grpSpPr>
        <a:xfrm>
          <a:off x="0" y="0"/>
          <a:ext cx="0" cy="0"/>
          <a:chOff x="0" y="0"/>
          <a:chExt cx="0" cy="0"/>
        </a:xfrm>
      </p:grpSpPr>
      <p:sp>
        <p:nvSpPr>
          <p:cNvPr id="158" name="Google Shape;158;p27"/>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Formulación de problemas - Estado inicial</a:t>
            </a:r>
            <a:endParaRPr/>
          </a:p>
        </p:txBody>
      </p:sp>
      <p:sp>
        <p:nvSpPr>
          <p:cNvPr id="159" name="Google Shape;159;p27"/>
          <p:cNvSpPr txBox="1">
            <a:spLocks noGrp="1"/>
          </p:cNvSpPr>
          <p:nvPr>
            <p:ph type="body" idx="1"/>
          </p:nvPr>
        </p:nvSpPr>
        <p:spPr>
          <a:xfrm>
            <a:off x="311700" y="1251050"/>
            <a:ext cx="8197200" cy="33027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s" sz="1700"/>
              <a:t>Este estado se basa en el cual se encuentra un agente al iniciar el problema. Es decir, el punto de partida de la búsqueda, lo cual se refiere a un momento inicial y particular que se busca que varíe. En el ejemplo, el estado inicial de este agente se describe como En(Arad).</a:t>
            </a:r>
            <a:endParaRPr sz="1700"/>
          </a:p>
          <a:p>
            <a:pPr marL="0" lvl="0" indent="0" algn="just" rtl="0">
              <a:spcBef>
                <a:spcPts val="1200"/>
              </a:spcBef>
              <a:spcAft>
                <a:spcPts val="0"/>
              </a:spcAft>
              <a:buNone/>
            </a:pPr>
            <a:endParaRPr sz="1700"/>
          </a:p>
          <a:p>
            <a:pPr marL="0" lvl="0" indent="0" algn="just" rtl="0">
              <a:spcBef>
                <a:spcPts val="1200"/>
              </a:spcBef>
              <a:spcAft>
                <a:spcPts val="1200"/>
              </a:spcAft>
              <a:buNone/>
            </a:pPr>
            <a:endParaRPr sz="1700"/>
          </a:p>
        </p:txBody>
      </p:sp>
      <p:sp>
        <p:nvSpPr>
          <p:cNvPr id="160" name="Google Shape;160;p27"/>
          <p:cNvSpPr/>
          <p:nvPr/>
        </p:nvSpPr>
        <p:spPr>
          <a:xfrm>
            <a:off x="3998250" y="2793050"/>
            <a:ext cx="824100" cy="824100"/>
          </a:xfrm>
          <a:prstGeom prst="ellipse">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s">
                <a:latin typeface="Open Sans"/>
                <a:ea typeface="Open Sans"/>
                <a:cs typeface="Open Sans"/>
                <a:sym typeface="Open Sans"/>
              </a:rPr>
              <a:t>Arad</a:t>
            </a:r>
            <a:endParaRPr>
              <a:latin typeface="Open Sans"/>
              <a:ea typeface="Open Sans"/>
              <a:cs typeface="Open Sans"/>
              <a:sym typeface="Open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28"/>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Formulación de problemas - Función Sucesor</a:t>
            </a:r>
            <a:endParaRPr/>
          </a:p>
        </p:txBody>
      </p:sp>
      <p:sp>
        <p:nvSpPr>
          <p:cNvPr id="166" name="Google Shape;166;p28"/>
          <p:cNvSpPr txBox="1">
            <a:spLocks noGrp="1"/>
          </p:cNvSpPr>
          <p:nvPr>
            <p:ph type="body" idx="1"/>
          </p:nvPr>
        </p:nvSpPr>
        <p:spPr>
          <a:xfrm>
            <a:off x="311700" y="1251050"/>
            <a:ext cx="8197200" cy="33027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s" sz="1500"/>
              <a:t>Este componente se refiere a la </a:t>
            </a:r>
            <a:r>
              <a:rPr lang="es" sz="1500" b="1"/>
              <a:t>siguiente acción a realizar</a:t>
            </a:r>
            <a:r>
              <a:rPr lang="es" sz="1500"/>
              <a:t> dentro de una representación de posibles acciones, es decir, una descripción de las posibles acciones disponibles por el agente (Russell &amp; Norvig, 2008). Esta función se conoce como función sucesor (SUCESOR-FN (x)), donde x representa un estado particular y (SUCESOR–FN (x)) devuelve un conjunto de pares ordenados {acción, sucesor}, donde cada acción es una de las acciones legales en el estado x, y cada sucesor es un estado que puede alcanzarse desde x, aplicando la acción.</a:t>
            </a:r>
            <a:endParaRPr sz="1500"/>
          </a:p>
          <a:p>
            <a:pPr marL="0" lvl="0" indent="0" algn="just" rtl="0">
              <a:spcBef>
                <a:spcPts val="1200"/>
              </a:spcBef>
              <a:spcAft>
                <a:spcPts val="0"/>
              </a:spcAft>
              <a:buNone/>
            </a:pPr>
            <a:endParaRPr sz="1700"/>
          </a:p>
          <a:p>
            <a:pPr marL="0" lvl="0" indent="0" algn="just" rtl="0">
              <a:spcBef>
                <a:spcPts val="1200"/>
              </a:spcBef>
              <a:spcAft>
                <a:spcPts val="1200"/>
              </a:spcAft>
              <a:buNone/>
            </a:pPr>
            <a:endParaRPr sz="1700"/>
          </a:p>
        </p:txBody>
      </p:sp>
      <p:pic>
        <p:nvPicPr>
          <p:cNvPr id="167" name="Google Shape;167;p28"/>
          <p:cNvPicPr preferRelativeResize="0"/>
          <p:nvPr/>
        </p:nvPicPr>
        <p:blipFill>
          <a:blip r:embed="rId3">
            <a:alphaModFix/>
          </a:blip>
          <a:stretch>
            <a:fillRect/>
          </a:stretch>
        </p:blipFill>
        <p:spPr>
          <a:xfrm>
            <a:off x="3764695" y="3454850"/>
            <a:ext cx="1291199" cy="10989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9"/>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Formulación de problemas - Función Sucesor</a:t>
            </a:r>
            <a:endParaRPr/>
          </a:p>
        </p:txBody>
      </p:sp>
      <p:sp>
        <p:nvSpPr>
          <p:cNvPr id="173" name="Google Shape;173;p29"/>
          <p:cNvSpPr txBox="1">
            <a:spLocks noGrp="1"/>
          </p:cNvSpPr>
          <p:nvPr>
            <p:ph type="body" idx="1"/>
          </p:nvPr>
        </p:nvSpPr>
        <p:spPr>
          <a:xfrm>
            <a:off x="311700" y="1251050"/>
            <a:ext cx="4496100" cy="3302700"/>
          </a:xfrm>
          <a:prstGeom prst="rect">
            <a:avLst/>
          </a:prstGeom>
        </p:spPr>
        <p:txBody>
          <a:bodyPr spcFirstLastPara="1" wrap="square" lIns="91425" tIns="91425" rIns="91425" bIns="91425" anchor="t" anchorCtr="0">
            <a:normAutofit lnSpcReduction="10000"/>
          </a:bodyPr>
          <a:lstStyle/>
          <a:p>
            <a:pPr marL="0" lvl="0" indent="0" algn="just" rtl="0">
              <a:spcBef>
                <a:spcPts val="0"/>
              </a:spcBef>
              <a:spcAft>
                <a:spcPts val="0"/>
              </a:spcAft>
              <a:buNone/>
            </a:pPr>
            <a:r>
              <a:rPr lang="es" sz="1500" dirty="0"/>
              <a:t>Por ejemplo, desde el estado En(Arad), la función sucesor para el problema de Rumanía devolverá: {Ir(Sibiu), En(Sibiu), Ir(Timisoara), En(Timisoara), Ir(Zerind), En(Zerind)}.</a:t>
            </a:r>
            <a:endParaRPr sz="1500" dirty="0"/>
          </a:p>
          <a:p>
            <a:pPr marL="0" lvl="0" indent="0" algn="just" rtl="0">
              <a:spcBef>
                <a:spcPts val="1200"/>
              </a:spcBef>
              <a:spcAft>
                <a:spcPts val="1200"/>
              </a:spcAft>
              <a:buNone/>
            </a:pPr>
            <a:r>
              <a:rPr lang="es" sz="1500" dirty="0"/>
              <a:t>Entre el </a:t>
            </a:r>
            <a:r>
              <a:rPr lang="es" sz="1500" b="1" dirty="0"/>
              <a:t>estado inicial</a:t>
            </a:r>
            <a:r>
              <a:rPr lang="es" sz="1500" dirty="0"/>
              <a:t> y la </a:t>
            </a:r>
            <a:r>
              <a:rPr lang="es" sz="1500" b="1" dirty="0"/>
              <a:t>función sucesor</a:t>
            </a:r>
            <a:r>
              <a:rPr lang="es" sz="1500" dirty="0"/>
              <a:t> se define el </a:t>
            </a:r>
            <a:r>
              <a:rPr lang="es" sz="1500" b="1" dirty="0"/>
              <a:t>espacio de estados del problema</a:t>
            </a:r>
            <a:r>
              <a:rPr lang="es" sz="1500" dirty="0"/>
              <a:t>, lo cual corresponde a todo el conjunto de estados alcanzados desde el inicio. Al recrear esta situación en nuestro ejemplo se puede ver que se establecen diferentes estados (nodos) y las líneas que unen a esos nodos son acciones.</a:t>
            </a:r>
            <a:endParaRPr sz="1700" dirty="0"/>
          </a:p>
        </p:txBody>
      </p:sp>
      <p:pic>
        <p:nvPicPr>
          <p:cNvPr id="174" name="Google Shape;174;p29"/>
          <p:cNvPicPr preferRelativeResize="0"/>
          <p:nvPr/>
        </p:nvPicPr>
        <p:blipFill>
          <a:blip r:embed="rId3">
            <a:alphaModFix/>
          </a:blip>
          <a:stretch>
            <a:fillRect/>
          </a:stretch>
        </p:blipFill>
        <p:spPr>
          <a:xfrm>
            <a:off x="4915000" y="1320200"/>
            <a:ext cx="4161850" cy="28388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78"/>
        <p:cNvGrpSpPr/>
        <p:nvPr/>
      </p:nvGrpSpPr>
      <p:grpSpPr>
        <a:xfrm>
          <a:off x="0" y="0"/>
          <a:ext cx="0" cy="0"/>
          <a:chOff x="0" y="0"/>
          <a:chExt cx="0" cy="0"/>
        </a:xfrm>
      </p:grpSpPr>
      <p:sp>
        <p:nvSpPr>
          <p:cNvPr id="179" name="Google Shape;179;p30"/>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Formulación de problemas - Test Objetivo</a:t>
            </a:r>
            <a:endParaRPr/>
          </a:p>
        </p:txBody>
      </p:sp>
      <p:sp>
        <p:nvSpPr>
          <p:cNvPr id="180" name="Google Shape;180;p30"/>
          <p:cNvSpPr txBox="1">
            <a:spLocks noGrp="1"/>
          </p:cNvSpPr>
          <p:nvPr>
            <p:ph type="body" idx="1"/>
          </p:nvPr>
        </p:nvSpPr>
        <p:spPr>
          <a:xfrm>
            <a:off x="311700" y="1251050"/>
            <a:ext cx="8197200" cy="3302700"/>
          </a:xfrm>
          <a:prstGeom prst="rect">
            <a:avLst/>
          </a:prstGeom>
        </p:spPr>
        <p:txBody>
          <a:bodyPr spcFirstLastPara="1" wrap="square" lIns="91425" tIns="91425" rIns="91425" bIns="91425" anchor="t" anchorCtr="0">
            <a:normAutofit/>
          </a:bodyPr>
          <a:lstStyle/>
          <a:p>
            <a:pPr marL="0" lvl="0" indent="0" algn="just" rtl="0">
              <a:spcBef>
                <a:spcPts val="0"/>
              </a:spcBef>
              <a:spcAft>
                <a:spcPts val="0"/>
              </a:spcAft>
              <a:buNone/>
            </a:pPr>
            <a:r>
              <a:rPr lang="es" sz="1700" dirty="0"/>
              <a:t>Determina si un estado puede ser adecuado o inadecuado, es decir, determina si un estado podría ser un estado objetivo. En nuestro ejemplo del agente en Rumanía, el objetivo de él es el conjunto {(En (Bucarest)}. </a:t>
            </a:r>
            <a:endParaRPr sz="1700" dirty="0"/>
          </a:p>
          <a:p>
            <a:pPr marL="0" lvl="0" indent="0" algn="just" rtl="0">
              <a:spcBef>
                <a:spcPts val="1200"/>
              </a:spcBef>
              <a:spcAft>
                <a:spcPts val="0"/>
              </a:spcAft>
              <a:buNone/>
            </a:pPr>
            <a:endParaRPr sz="1700" dirty="0"/>
          </a:p>
          <a:p>
            <a:pPr marL="0" lvl="0" indent="0" algn="just" rtl="0">
              <a:spcBef>
                <a:spcPts val="1200"/>
              </a:spcBef>
              <a:spcAft>
                <a:spcPts val="1200"/>
              </a:spcAft>
              <a:buNone/>
            </a:pPr>
            <a:endParaRPr sz="1700" dirty="0"/>
          </a:p>
        </p:txBody>
      </p:sp>
      <p:pic>
        <p:nvPicPr>
          <p:cNvPr id="181" name="Google Shape;181;p30"/>
          <p:cNvPicPr preferRelativeResize="0"/>
          <p:nvPr/>
        </p:nvPicPr>
        <p:blipFill>
          <a:blip r:embed="rId3">
            <a:alphaModFix/>
          </a:blip>
          <a:stretch>
            <a:fillRect/>
          </a:stretch>
        </p:blipFill>
        <p:spPr>
          <a:xfrm>
            <a:off x="2762975" y="2304650"/>
            <a:ext cx="3882126" cy="264804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85"/>
        <p:cNvGrpSpPr/>
        <p:nvPr/>
      </p:nvGrpSpPr>
      <p:grpSpPr>
        <a:xfrm>
          <a:off x="0" y="0"/>
          <a:ext cx="0" cy="0"/>
          <a:chOff x="0" y="0"/>
          <a:chExt cx="0" cy="0"/>
        </a:xfrm>
      </p:grpSpPr>
      <p:sp>
        <p:nvSpPr>
          <p:cNvPr id="186" name="Google Shape;186;p31"/>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Formulación de problemas - Costo del Camino</a:t>
            </a:r>
            <a:endParaRPr/>
          </a:p>
        </p:txBody>
      </p:sp>
      <p:sp>
        <p:nvSpPr>
          <p:cNvPr id="187" name="Google Shape;187;p31"/>
          <p:cNvSpPr txBox="1">
            <a:spLocks noGrp="1"/>
          </p:cNvSpPr>
          <p:nvPr>
            <p:ph type="body" idx="1"/>
          </p:nvPr>
        </p:nvSpPr>
        <p:spPr>
          <a:xfrm>
            <a:off x="311700" y="1251050"/>
            <a:ext cx="4122000" cy="3302700"/>
          </a:xfrm>
          <a:prstGeom prst="rect">
            <a:avLst/>
          </a:prstGeom>
        </p:spPr>
        <p:txBody>
          <a:bodyPr spcFirstLastPara="1" wrap="square" lIns="91425" tIns="91425" rIns="91425" bIns="91425" anchor="t" anchorCtr="0">
            <a:normAutofit/>
          </a:bodyPr>
          <a:lstStyle/>
          <a:p>
            <a:pPr marL="0" lvl="0" indent="0" algn="just" rtl="0">
              <a:lnSpc>
                <a:spcPct val="95000"/>
              </a:lnSpc>
              <a:spcBef>
                <a:spcPts val="0"/>
              </a:spcBef>
              <a:spcAft>
                <a:spcPts val="0"/>
              </a:spcAft>
              <a:buNone/>
            </a:pPr>
            <a:r>
              <a:rPr lang="es" sz="1500"/>
              <a:t>Un camino en el espacio de estados es una secuencia de estados conectados por una secuencia de acciones (Russell &amp; Norvig, 2008). La función </a:t>
            </a:r>
            <a:r>
              <a:rPr lang="es" sz="1500" b="1"/>
              <a:t>costo del camino</a:t>
            </a:r>
            <a:r>
              <a:rPr lang="es" sz="1500"/>
              <a:t> asigna un costo numérico a cada camino, basada en la medida de rendimiento asignada al agente. </a:t>
            </a:r>
            <a:endParaRPr sz="1500"/>
          </a:p>
          <a:p>
            <a:pPr marL="0" lvl="0" indent="0" algn="just" rtl="0">
              <a:lnSpc>
                <a:spcPct val="95000"/>
              </a:lnSpc>
              <a:spcBef>
                <a:spcPts val="1200"/>
              </a:spcBef>
              <a:spcAft>
                <a:spcPts val="1200"/>
              </a:spcAft>
              <a:buNone/>
            </a:pPr>
            <a:r>
              <a:rPr lang="es" sz="1500"/>
              <a:t>Por ejemplo, para el agente en Bucarest, el tiempo es determinante, así que su costo del camino es la longitud y para calcular ese costo el agente lo hace por medio de la medición de kilómetros.</a:t>
            </a:r>
            <a:endParaRPr sz="1500"/>
          </a:p>
        </p:txBody>
      </p:sp>
      <p:pic>
        <p:nvPicPr>
          <p:cNvPr id="188" name="Google Shape;188;p31"/>
          <p:cNvPicPr preferRelativeResize="0"/>
          <p:nvPr/>
        </p:nvPicPr>
        <p:blipFill>
          <a:blip r:embed="rId3">
            <a:alphaModFix/>
          </a:blip>
          <a:stretch>
            <a:fillRect/>
          </a:stretch>
        </p:blipFill>
        <p:spPr>
          <a:xfrm>
            <a:off x="4586100" y="1304825"/>
            <a:ext cx="4405499" cy="3005044"/>
          </a:xfrm>
          <a:prstGeom prst="rect">
            <a:avLst/>
          </a:prstGeom>
          <a:noFill/>
          <a:ln>
            <a:noFill/>
          </a:ln>
        </p:spPr>
      </p:pic>
      <p:cxnSp>
        <p:nvCxnSpPr>
          <p:cNvPr id="189" name="Google Shape;189;p31"/>
          <p:cNvCxnSpPr/>
          <p:nvPr/>
        </p:nvCxnSpPr>
        <p:spPr>
          <a:xfrm>
            <a:off x="4990875" y="2182550"/>
            <a:ext cx="831900" cy="236700"/>
          </a:xfrm>
          <a:prstGeom prst="straightConnector1">
            <a:avLst/>
          </a:prstGeom>
          <a:noFill/>
          <a:ln w="28575" cap="flat" cmpd="sng">
            <a:solidFill>
              <a:srgbClr val="FF0000"/>
            </a:solidFill>
            <a:prstDash val="solid"/>
            <a:round/>
            <a:headEnd type="none" w="med" len="med"/>
            <a:tailEnd type="none" w="med" len="med"/>
          </a:ln>
        </p:spPr>
      </p:cxnSp>
      <p:cxnSp>
        <p:nvCxnSpPr>
          <p:cNvPr id="190" name="Google Shape;190;p31"/>
          <p:cNvCxnSpPr/>
          <p:nvPr/>
        </p:nvCxnSpPr>
        <p:spPr>
          <a:xfrm>
            <a:off x="5883725" y="2472550"/>
            <a:ext cx="137400" cy="312900"/>
          </a:xfrm>
          <a:prstGeom prst="straightConnector1">
            <a:avLst/>
          </a:prstGeom>
          <a:noFill/>
          <a:ln w="28575" cap="flat" cmpd="sng">
            <a:solidFill>
              <a:srgbClr val="FF0000"/>
            </a:solidFill>
            <a:prstDash val="solid"/>
            <a:round/>
            <a:headEnd type="none" w="med" len="med"/>
            <a:tailEnd type="none" w="med" len="med"/>
          </a:ln>
        </p:spPr>
      </p:cxnSp>
      <p:cxnSp>
        <p:nvCxnSpPr>
          <p:cNvPr id="191" name="Google Shape;191;p31"/>
          <p:cNvCxnSpPr/>
          <p:nvPr/>
        </p:nvCxnSpPr>
        <p:spPr>
          <a:xfrm>
            <a:off x="6173725" y="2869375"/>
            <a:ext cx="579900" cy="290100"/>
          </a:xfrm>
          <a:prstGeom prst="straightConnector1">
            <a:avLst/>
          </a:prstGeom>
          <a:noFill/>
          <a:ln w="28575" cap="flat" cmpd="sng">
            <a:solidFill>
              <a:srgbClr val="FF0000"/>
            </a:solidFill>
            <a:prstDash val="solid"/>
            <a:round/>
            <a:headEnd type="none" w="med" len="med"/>
            <a:tailEnd type="none" w="med" len="med"/>
          </a:ln>
        </p:spPr>
      </p:cxnSp>
      <p:cxnSp>
        <p:nvCxnSpPr>
          <p:cNvPr id="192" name="Google Shape;192;p31"/>
          <p:cNvCxnSpPr/>
          <p:nvPr/>
        </p:nvCxnSpPr>
        <p:spPr>
          <a:xfrm>
            <a:off x="6860550" y="3174625"/>
            <a:ext cx="526500" cy="274800"/>
          </a:xfrm>
          <a:prstGeom prst="straightConnector1">
            <a:avLst/>
          </a:prstGeom>
          <a:noFill/>
          <a:ln w="28575" cap="flat" cmpd="sng">
            <a:solidFill>
              <a:srgbClr val="FF0000"/>
            </a:solidFill>
            <a:prstDash val="solid"/>
            <a:round/>
            <a:headEnd type="none" w="med" len="med"/>
            <a:tailEnd type="non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32"/>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Formulación de problemas - Ejercicio</a:t>
            </a:r>
            <a:endParaRPr/>
          </a:p>
        </p:txBody>
      </p:sp>
      <p:sp>
        <p:nvSpPr>
          <p:cNvPr id="198" name="Google Shape;198;p32"/>
          <p:cNvSpPr txBox="1">
            <a:spLocks noGrp="1"/>
          </p:cNvSpPr>
          <p:nvPr>
            <p:ph type="body" idx="1"/>
          </p:nvPr>
        </p:nvSpPr>
        <p:spPr>
          <a:xfrm>
            <a:off x="311700" y="1251050"/>
            <a:ext cx="8154000" cy="3302700"/>
          </a:xfrm>
          <a:prstGeom prst="rect">
            <a:avLst/>
          </a:prstGeom>
        </p:spPr>
        <p:txBody>
          <a:bodyPr spcFirstLastPara="1" wrap="square" lIns="91425" tIns="91425" rIns="91425" bIns="91425" anchor="t" anchorCtr="0">
            <a:normAutofit/>
          </a:bodyPr>
          <a:lstStyle/>
          <a:p>
            <a:pPr marL="0" lvl="0" indent="0" algn="just" rtl="0">
              <a:lnSpc>
                <a:spcPct val="95000"/>
              </a:lnSpc>
              <a:spcBef>
                <a:spcPts val="0"/>
              </a:spcBef>
              <a:spcAft>
                <a:spcPts val="1200"/>
              </a:spcAft>
              <a:buNone/>
            </a:pPr>
            <a:r>
              <a:rPr lang="es" sz="1500"/>
              <a:t>Determinar la ruta con menor costo desde el nodo 1 hasta el nodo 8: </a:t>
            </a:r>
            <a:endParaRPr sz="1500"/>
          </a:p>
        </p:txBody>
      </p:sp>
      <p:pic>
        <p:nvPicPr>
          <p:cNvPr id="199" name="Google Shape;199;p32"/>
          <p:cNvPicPr preferRelativeResize="0"/>
          <p:nvPr/>
        </p:nvPicPr>
        <p:blipFill>
          <a:blip r:embed="rId3">
            <a:alphaModFix/>
          </a:blip>
          <a:stretch>
            <a:fillRect/>
          </a:stretch>
        </p:blipFill>
        <p:spPr>
          <a:xfrm>
            <a:off x="2524125" y="1953325"/>
            <a:ext cx="4095750" cy="253365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a:t>Formulación de problemas - Ejercicio</a:t>
            </a:r>
            <a:endParaRPr/>
          </a:p>
        </p:txBody>
      </p:sp>
      <p:sp>
        <p:nvSpPr>
          <p:cNvPr id="205" name="Google Shape;205;p33"/>
          <p:cNvSpPr txBox="1">
            <a:spLocks noGrp="1"/>
          </p:cNvSpPr>
          <p:nvPr>
            <p:ph type="body" idx="1"/>
          </p:nvPr>
        </p:nvSpPr>
        <p:spPr>
          <a:xfrm>
            <a:off x="311700" y="1251050"/>
            <a:ext cx="8154000" cy="3622800"/>
          </a:xfrm>
          <a:prstGeom prst="rect">
            <a:avLst/>
          </a:prstGeom>
        </p:spPr>
        <p:txBody>
          <a:bodyPr spcFirstLastPara="1" wrap="square" lIns="91425" tIns="91425" rIns="91425" bIns="91425" anchor="t" anchorCtr="0">
            <a:normAutofit lnSpcReduction="20000"/>
          </a:bodyPr>
          <a:lstStyle/>
          <a:p>
            <a:pPr marL="0" lvl="0" indent="0" algn="just" rtl="0">
              <a:lnSpc>
                <a:spcPct val="95000"/>
              </a:lnSpc>
              <a:spcBef>
                <a:spcPts val="0"/>
              </a:spcBef>
              <a:spcAft>
                <a:spcPts val="0"/>
              </a:spcAft>
              <a:buNone/>
            </a:pPr>
            <a:r>
              <a:rPr lang="es" sz="1500" dirty="0"/>
              <a:t>Determinar la ruta con menor costo desde el nodo 1 hasta el nodo 8: </a:t>
            </a:r>
            <a:endParaRPr sz="1500" dirty="0"/>
          </a:p>
          <a:p>
            <a:pPr marL="0" lvl="0" indent="0" algn="just" rtl="0">
              <a:lnSpc>
                <a:spcPct val="95000"/>
              </a:lnSpc>
              <a:spcBef>
                <a:spcPts val="1200"/>
              </a:spcBef>
              <a:spcAft>
                <a:spcPts val="0"/>
              </a:spcAft>
              <a:buNone/>
            </a:pPr>
            <a:endParaRPr sz="1500" dirty="0"/>
          </a:p>
          <a:p>
            <a:pPr marL="0" lvl="0" indent="0" algn="just" rtl="0">
              <a:lnSpc>
                <a:spcPct val="95000"/>
              </a:lnSpc>
              <a:spcBef>
                <a:spcPts val="1200"/>
              </a:spcBef>
              <a:spcAft>
                <a:spcPts val="0"/>
              </a:spcAft>
              <a:buNone/>
            </a:pPr>
            <a:endParaRPr sz="1500" dirty="0"/>
          </a:p>
          <a:p>
            <a:pPr marL="0" lvl="0" indent="0" algn="just" rtl="0">
              <a:lnSpc>
                <a:spcPct val="95000"/>
              </a:lnSpc>
              <a:spcBef>
                <a:spcPts val="1200"/>
              </a:spcBef>
              <a:spcAft>
                <a:spcPts val="0"/>
              </a:spcAft>
              <a:buNone/>
            </a:pPr>
            <a:endParaRPr sz="1500" dirty="0"/>
          </a:p>
          <a:p>
            <a:pPr marL="0" lvl="0" indent="0" algn="just" rtl="0">
              <a:lnSpc>
                <a:spcPct val="95000"/>
              </a:lnSpc>
              <a:spcBef>
                <a:spcPts val="1200"/>
              </a:spcBef>
              <a:spcAft>
                <a:spcPts val="0"/>
              </a:spcAft>
              <a:buNone/>
            </a:pPr>
            <a:endParaRPr sz="1500" dirty="0"/>
          </a:p>
          <a:p>
            <a:pPr marL="0" lvl="0" indent="0" algn="just" rtl="0">
              <a:lnSpc>
                <a:spcPct val="95000"/>
              </a:lnSpc>
              <a:spcBef>
                <a:spcPts val="1200"/>
              </a:spcBef>
              <a:spcAft>
                <a:spcPts val="0"/>
              </a:spcAft>
              <a:buNone/>
            </a:pPr>
            <a:endParaRPr sz="1500" dirty="0"/>
          </a:p>
          <a:p>
            <a:pPr marL="0" lvl="0" indent="0" algn="just" rtl="0">
              <a:lnSpc>
                <a:spcPct val="95000"/>
              </a:lnSpc>
              <a:spcBef>
                <a:spcPts val="1200"/>
              </a:spcBef>
              <a:spcAft>
                <a:spcPts val="0"/>
              </a:spcAft>
              <a:buNone/>
            </a:pPr>
            <a:endParaRPr sz="1500" dirty="0"/>
          </a:p>
          <a:p>
            <a:pPr marL="0" lvl="0" indent="0" algn="just" rtl="0">
              <a:lnSpc>
                <a:spcPct val="95000"/>
              </a:lnSpc>
              <a:spcBef>
                <a:spcPts val="1200"/>
              </a:spcBef>
              <a:spcAft>
                <a:spcPts val="0"/>
              </a:spcAft>
              <a:buNone/>
            </a:pPr>
            <a:endParaRPr sz="1500" dirty="0"/>
          </a:p>
          <a:p>
            <a:pPr marL="0" lvl="0" indent="0" algn="just" rtl="0">
              <a:lnSpc>
                <a:spcPct val="95000"/>
              </a:lnSpc>
              <a:spcBef>
                <a:spcPts val="1200"/>
              </a:spcBef>
              <a:spcAft>
                <a:spcPts val="0"/>
              </a:spcAft>
              <a:buNone/>
            </a:pPr>
            <a:endParaRPr sz="1500" dirty="0"/>
          </a:p>
          <a:p>
            <a:pPr marL="0" lvl="0" indent="0" algn="just" rtl="0">
              <a:lnSpc>
                <a:spcPct val="95000"/>
              </a:lnSpc>
              <a:spcBef>
                <a:spcPts val="1200"/>
              </a:spcBef>
              <a:spcAft>
                <a:spcPts val="0"/>
              </a:spcAft>
              <a:buNone/>
            </a:pPr>
            <a:endParaRPr sz="1500" dirty="0"/>
          </a:p>
          <a:p>
            <a:pPr marL="0" lvl="0" indent="0" algn="just" rtl="0">
              <a:lnSpc>
                <a:spcPct val="95000"/>
              </a:lnSpc>
              <a:spcBef>
                <a:spcPts val="1200"/>
              </a:spcBef>
              <a:spcAft>
                <a:spcPts val="1200"/>
              </a:spcAft>
              <a:buNone/>
            </a:pPr>
            <a:r>
              <a:rPr lang="es" sz="1500" dirty="0"/>
              <a:t>Ruta más corta 1-3-6-8: 3+4+22=29</a:t>
            </a:r>
            <a:endParaRPr sz="1500" dirty="0"/>
          </a:p>
        </p:txBody>
      </p:sp>
      <p:pic>
        <p:nvPicPr>
          <p:cNvPr id="206" name="Google Shape;206;p33"/>
          <p:cNvPicPr preferRelativeResize="0"/>
          <p:nvPr/>
        </p:nvPicPr>
        <p:blipFill>
          <a:blip r:embed="rId3">
            <a:alphaModFix/>
          </a:blip>
          <a:stretch>
            <a:fillRect/>
          </a:stretch>
        </p:blipFill>
        <p:spPr>
          <a:xfrm>
            <a:off x="2524125" y="1953325"/>
            <a:ext cx="4095750" cy="2533650"/>
          </a:xfrm>
          <a:prstGeom prst="rect">
            <a:avLst/>
          </a:prstGeom>
          <a:noFill/>
          <a:ln>
            <a:noFill/>
          </a:ln>
        </p:spPr>
      </p:pic>
      <p:cxnSp>
        <p:nvCxnSpPr>
          <p:cNvPr id="207" name="Google Shape;207;p33"/>
          <p:cNvCxnSpPr/>
          <p:nvPr/>
        </p:nvCxnSpPr>
        <p:spPr>
          <a:xfrm>
            <a:off x="3201275" y="3075100"/>
            <a:ext cx="354000" cy="239700"/>
          </a:xfrm>
          <a:prstGeom prst="straightConnector1">
            <a:avLst/>
          </a:prstGeom>
          <a:noFill/>
          <a:ln w="28575" cap="flat" cmpd="sng">
            <a:solidFill>
              <a:srgbClr val="FF0000"/>
            </a:solidFill>
            <a:prstDash val="solid"/>
            <a:round/>
            <a:headEnd type="none" w="med" len="med"/>
            <a:tailEnd type="none" w="med" len="med"/>
          </a:ln>
        </p:spPr>
      </p:cxnSp>
      <p:cxnSp>
        <p:nvCxnSpPr>
          <p:cNvPr id="208" name="Google Shape;208;p33"/>
          <p:cNvCxnSpPr/>
          <p:nvPr/>
        </p:nvCxnSpPr>
        <p:spPr>
          <a:xfrm>
            <a:off x="4162350" y="3620900"/>
            <a:ext cx="354000" cy="239700"/>
          </a:xfrm>
          <a:prstGeom prst="straightConnector1">
            <a:avLst/>
          </a:prstGeom>
          <a:noFill/>
          <a:ln w="28575" cap="flat" cmpd="sng">
            <a:solidFill>
              <a:srgbClr val="FF0000"/>
            </a:solidFill>
            <a:prstDash val="solid"/>
            <a:round/>
            <a:headEnd type="none" w="med" len="med"/>
            <a:tailEnd type="none" w="med" len="med"/>
          </a:ln>
        </p:spPr>
      </p:cxnSp>
      <p:cxnSp>
        <p:nvCxnSpPr>
          <p:cNvPr id="209" name="Google Shape;209;p33"/>
          <p:cNvCxnSpPr/>
          <p:nvPr/>
        </p:nvCxnSpPr>
        <p:spPr>
          <a:xfrm flipH="1">
            <a:off x="5034300" y="3591700"/>
            <a:ext cx="1158300" cy="568200"/>
          </a:xfrm>
          <a:prstGeom prst="straightConnector1">
            <a:avLst/>
          </a:prstGeom>
          <a:noFill/>
          <a:ln w="28575" cap="flat" cmpd="sng">
            <a:solidFill>
              <a:srgbClr val="FF0000"/>
            </a:solidFill>
            <a:prstDash val="solid"/>
            <a:round/>
            <a:headEnd type="none" w="med" len="med"/>
            <a:tailEnd type="none" w="med" len="med"/>
          </a:ln>
        </p:spPr>
      </p:cxn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Forma restringida de un agente universal</a:t>
            </a:r>
            <a:endParaRPr dirty="0"/>
          </a:p>
        </p:txBody>
      </p:sp>
      <p:pic>
        <p:nvPicPr>
          <p:cNvPr id="5" name="Imagen 4">
            <a:extLst>
              <a:ext uri="{FF2B5EF4-FFF2-40B4-BE49-F238E27FC236}">
                <a16:creationId xmlns:a16="http://schemas.microsoft.com/office/drawing/2014/main" id="{D929D272-75A1-F9C3-C976-E69F3BACDCD0}"/>
              </a:ext>
            </a:extLst>
          </p:cNvPr>
          <p:cNvPicPr>
            <a:picLocks noChangeAspect="1"/>
          </p:cNvPicPr>
          <p:nvPr/>
        </p:nvPicPr>
        <p:blipFill>
          <a:blip r:embed="rId3"/>
          <a:stretch>
            <a:fillRect/>
          </a:stretch>
        </p:blipFill>
        <p:spPr>
          <a:xfrm>
            <a:off x="2017177" y="1152425"/>
            <a:ext cx="5109645" cy="3389691"/>
          </a:xfrm>
          <a:prstGeom prst="rect">
            <a:avLst/>
          </a:prstGeom>
        </p:spPr>
      </p:pic>
      <p:sp>
        <p:nvSpPr>
          <p:cNvPr id="7" name="CuadroTexto 6">
            <a:extLst>
              <a:ext uri="{FF2B5EF4-FFF2-40B4-BE49-F238E27FC236}">
                <a16:creationId xmlns:a16="http://schemas.microsoft.com/office/drawing/2014/main" id="{553E23AD-64BB-179B-7DAD-CC458954F41A}"/>
              </a:ext>
            </a:extLst>
          </p:cNvPr>
          <p:cNvSpPr txBox="1"/>
          <p:nvPr/>
        </p:nvSpPr>
        <p:spPr>
          <a:xfrm>
            <a:off x="690371" y="4542116"/>
            <a:ext cx="7763256" cy="323165"/>
          </a:xfrm>
          <a:prstGeom prst="rect">
            <a:avLst/>
          </a:prstGeom>
          <a:noFill/>
        </p:spPr>
        <p:txBody>
          <a:bodyPr wrap="square">
            <a:spAutoFit/>
          </a:bodyPr>
          <a:lstStyle/>
          <a:p>
            <a:pPr algn="ctr"/>
            <a:r>
              <a:rPr lang="es-ES" sz="1500" dirty="0">
                <a:solidFill>
                  <a:schemeClr val="dk2"/>
                </a:solidFill>
                <a:latin typeface="Open Sans"/>
                <a:ea typeface="Open Sans"/>
                <a:cs typeface="Open Sans"/>
                <a:sym typeface="Open Sans"/>
              </a:rPr>
              <a:t>Note que esta es una forma de resolución sin conexión con el mundo (offline)</a:t>
            </a:r>
            <a:endParaRPr lang="es-CO" sz="1500" dirty="0">
              <a:solidFill>
                <a:schemeClr val="dk2"/>
              </a:solidFill>
              <a:latin typeface="Open Sans"/>
              <a:ea typeface="Open Sans"/>
              <a:cs typeface="Open Sans"/>
              <a:sym typeface="Open Sans"/>
            </a:endParaRPr>
          </a:p>
        </p:txBody>
      </p:sp>
    </p:spTree>
    <p:extLst>
      <p:ext uri="{BB962C8B-B14F-4D97-AF65-F5344CB8AC3E}">
        <p14:creationId xmlns:p14="http://schemas.microsoft.com/office/powerpoint/2010/main" val="139892988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Agentes solucionadores de problemas</a:t>
            </a:r>
            <a:endParaRPr dirty="0"/>
          </a:p>
        </p:txBody>
      </p:sp>
      <p:pic>
        <p:nvPicPr>
          <p:cNvPr id="3" name="Imagen 2">
            <a:extLst>
              <a:ext uri="{FF2B5EF4-FFF2-40B4-BE49-F238E27FC236}">
                <a16:creationId xmlns:a16="http://schemas.microsoft.com/office/drawing/2014/main" id="{09F6E564-AF4C-585B-8337-4958D3CFD8FF}"/>
              </a:ext>
            </a:extLst>
          </p:cNvPr>
          <p:cNvPicPr>
            <a:picLocks noChangeAspect="1"/>
          </p:cNvPicPr>
          <p:nvPr/>
        </p:nvPicPr>
        <p:blipFill>
          <a:blip r:embed="rId3"/>
          <a:stretch>
            <a:fillRect/>
          </a:stretch>
        </p:blipFill>
        <p:spPr>
          <a:xfrm>
            <a:off x="581691" y="1789424"/>
            <a:ext cx="7980617" cy="1440825"/>
          </a:xfrm>
          <a:prstGeom prst="rect">
            <a:avLst/>
          </a:prstGeom>
        </p:spPr>
      </p:pic>
    </p:spTree>
    <p:extLst>
      <p:ext uri="{BB962C8B-B14F-4D97-AF65-F5344CB8AC3E}">
        <p14:creationId xmlns:p14="http://schemas.microsoft.com/office/powerpoint/2010/main" val="287939294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Agentes solucionadores de problemas</a:t>
            </a:r>
            <a:endParaRPr dirty="0"/>
          </a:p>
        </p:txBody>
      </p:sp>
      <p:pic>
        <p:nvPicPr>
          <p:cNvPr id="4" name="Imagen 3">
            <a:extLst>
              <a:ext uri="{FF2B5EF4-FFF2-40B4-BE49-F238E27FC236}">
                <a16:creationId xmlns:a16="http://schemas.microsoft.com/office/drawing/2014/main" id="{A8A9D084-7181-9488-5877-10646CD977BC}"/>
              </a:ext>
            </a:extLst>
          </p:cNvPr>
          <p:cNvPicPr>
            <a:picLocks noChangeAspect="1"/>
          </p:cNvPicPr>
          <p:nvPr/>
        </p:nvPicPr>
        <p:blipFill>
          <a:blip r:embed="rId3"/>
          <a:stretch>
            <a:fillRect/>
          </a:stretch>
        </p:blipFill>
        <p:spPr>
          <a:xfrm>
            <a:off x="1190244" y="1105447"/>
            <a:ext cx="6763512" cy="3790146"/>
          </a:xfrm>
          <a:prstGeom prst="rect">
            <a:avLst/>
          </a:prstGeom>
        </p:spPr>
      </p:pic>
    </p:spTree>
    <p:extLst>
      <p:ext uri="{BB962C8B-B14F-4D97-AF65-F5344CB8AC3E}">
        <p14:creationId xmlns:p14="http://schemas.microsoft.com/office/powerpoint/2010/main" val="172171849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Agentes solucionadores de problemas</a:t>
            </a:r>
            <a:endParaRPr dirty="0"/>
          </a:p>
        </p:txBody>
      </p:sp>
      <p:pic>
        <p:nvPicPr>
          <p:cNvPr id="3" name="Imagen 2">
            <a:extLst>
              <a:ext uri="{FF2B5EF4-FFF2-40B4-BE49-F238E27FC236}">
                <a16:creationId xmlns:a16="http://schemas.microsoft.com/office/drawing/2014/main" id="{00BFD103-868B-AAB2-8894-B305EA1887C6}"/>
              </a:ext>
            </a:extLst>
          </p:cNvPr>
          <p:cNvPicPr>
            <a:picLocks noChangeAspect="1"/>
          </p:cNvPicPr>
          <p:nvPr/>
        </p:nvPicPr>
        <p:blipFill>
          <a:blip r:embed="rId3"/>
          <a:stretch>
            <a:fillRect/>
          </a:stretch>
        </p:blipFill>
        <p:spPr>
          <a:xfrm>
            <a:off x="1484979" y="1152425"/>
            <a:ext cx="6174041" cy="3756911"/>
          </a:xfrm>
          <a:prstGeom prst="rect">
            <a:avLst/>
          </a:prstGeom>
        </p:spPr>
      </p:pic>
    </p:spTree>
    <p:extLst>
      <p:ext uri="{BB962C8B-B14F-4D97-AF65-F5344CB8AC3E}">
        <p14:creationId xmlns:p14="http://schemas.microsoft.com/office/powerpoint/2010/main" val="14432434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33"/>
          <p:cNvSpPr txBox="1">
            <a:spLocks noGrp="1"/>
          </p:cNvSpPr>
          <p:nvPr>
            <p:ph type="title"/>
          </p:nvPr>
        </p:nvSpPr>
        <p:spPr>
          <a:xfrm>
            <a:off x="311700" y="445025"/>
            <a:ext cx="8520600" cy="7074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es" dirty="0"/>
              <a:t>Agentes solucionadores de problemas</a:t>
            </a:r>
            <a:endParaRPr dirty="0"/>
          </a:p>
        </p:txBody>
      </p:sp>
      <p:pic>
        <p:nvPicPr>
          <p:cNvPr id="4" name="Imagen 3">
            <a:extLst>
              <a:ext uri="{FF2B5EF4-FFF2-40B4-BE49-F238E27FC236}">
                <a16:creationId xmlns:a16="http://schemas.microsoft.com/office/drawing/2014/main" id="{53A399ED-A557-789E-0273-FA156B6C5AF6}"/>
              </a:ext>
            </a:extLst>
          </p:cNvPr>
          <p:cNvPicPr>
            <a:picLocks noChangeAspect="1"/>
          </p:cNvPicPr>
          <p:nvPr/>
        </p:nvPicPr>
        <p:blipFill>
          <a:blip r:embed="rId3"/>
          <a:stretch>
            <a:fillRect/>
          </a:stretch>
        </p:blipFill>
        <p:spPr>
          <a:xfrm>
            <a:off x="1580444" y="1152425"/>
            <a:ext cx="5983111" cy="3812767"/>
          </a:xfrm>
          <a:prstGeom prst="rect">
            <a:avLst/>
          </a:prstGeom>
        </p:spPr>
      </p:pic>
    </p:spTree>
    <p:extLst>
      <p:ext uri="{BB962C8B-B14F-4D97-AF65-F5344CB8AC3E}">
        <p14:creationId xmlns:p14="http://schemas.microsoft.com/office/powerpoint/2010/main" val="3699765161"/>
      </p:ext>
    </p:extLst>
  </p:cSld>
  <p:clrMapOvr>
    <a:masterClrMapping/>
  </p:clrMapOvr>
</p:sld>
</file>

<file path=ppt/theme/theme1.xml><?xml version="1.0" encoding="utf-8"?>
<a:theme xmlns:a="http://schemas.openxmlformats.org/drawingml/2006/main" name="Tropic">
  <a:themeElements>
    <a:clrScheme name="Tropic">
      <a:dk1>
        <a:srgbClr val="A1E8D9"/>
      </a:dk1>
      <a:lt1>
        <a:srgbClr val="FFFFFF"/>
      </a:lt1>
      <a:dk2>
        <a:srgbClr val="695D46"/>
      </a:dk2>
      <a:lt2>
        <a:srgbClr val="B3A77D"/>
      </a:lt2>
      <a:accent1>
        <a:srgbClr val="EF6C00"/>
      </a:accent1>
      <a:accent2>
        <a:srgbClr val="CE93D8"/>
      </a:accent2>
      <a:accent3>
        <a:srgbClr val="4DB6AC"/>
      </a:accent3>
      <a:accent4>
        <a:srgbClr val="FF9800"/>
      </a:accent4>
      <a:accent5>
        <a:srgbClr val="009668"/>
      </a:accent5>
      <a:accent6>
        <a:srgbClr val="EEFF41"/>
      </a:accent6>
      <a:hlink>
        <a:srgbClr val="009668"/>
      </a:hlink>
      <a:folHlink>
        <a:srgbClr val="009668"/>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15</TotalTime>
  <Words>1812</Words>
  <Application>Microsoft Office PowerPoint</Application>
  <PresentationFormat>Presentación en pantalla (16:9)</PresentationFormat>
  <Paragraphs>84</Paragraphs>
  <Slides>27</Slides>
  <Notes>27</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27</vt:i4>
      </vt:variant>
    </vt:vector>
  </HeadingPairs>
  <TitlesOfParts>
    <vt:vector size="31" baseType="lpstr">
      <vt:lpstr>Open Sans</vt:lpstr>
      <vt:lpstr>PT Sans Narrow</vt:lpstr>
      <vt:lpstr>Arial</vt:lpstr>
      <vt:lpstr>Tropic</vt:lpstr>
      <vt:lpstr>Agentes Solucionadores de Problemas</vt:lpstr>
      <vt:lpstr>Agenda</vt:lpstr>
      <vt:lpstr>Generalidades</vt:lpstr>
      <vt:lpstr>Generalidades</vt:lpstr>
      <vt:lpstr>Generalidades</vt:lpstr>
      <vt:lpstr>Funcionamiento</vt:lpstr>
      <vt:lpstr>Funcionamiento - Formulación de objetivo</vt:lpstr>
      <vt:lpstr>Funcionamiento - Formulación del problema</vt:lpstr>
      <vt:lpstr>Funcionamiento - Búsqueda</vt:lpstr>
      <vt:lpstr>Funcionamiento - Solución</vt:lpstr>
      <vt:lpstr>Funcionamiento - Ejecución</vt:lpstr>
      <vt:lpstr>Formulación de problemas</vt:lpstr>
      <vt:lpstr>Formulación de problemas</vt:lpstr>
      <vt:lpstr>Formulación de problemas</vt:lpstr>
      <vt:lpstr>Tipos de problemas</vt:lpstr>
      <vt:lpstr>Formulación de problemas - Estado inicial</vt:lpstr>
      <vt:lpstr>Formulación de problemas - Función Sucesor</vt:lpstr>
      <vt:lpstr>Formulación de problemas - Función Sucesor</vt:lpstr>
      <vt:lpstr>Formulación de problemas - Test Objetivo</vt:lpstr>
      <vt:lpstr>Formulación de problemas - Costo del Camino</vt:lpstr>
      <vt:lpstr>Formulación de problemas - Ejercicio</vt:lpstr>
      <vt:lpstr>Formulación de problemas - Ejercicio</vt:lpstr>
      <vt:lpstr>Forma restringida de un agente universal</vt:lpstr>
      <vt:lpstr>Agentes solucionadores de problemas</vt:lpstr>
      <vt:lpstr>Agentes solucionadores de problemas</vt:lpstr>
      <vt:lpstr>Agentes solucionadores de problemas</vt:lpstr>
      <vt:lpstr>Agentes solucionadores de problemas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Agentes Solucionadores de Problemas</dc:title>
  <cp:lastModifiedBy>Norbey Danilo Muñoz Cañon</cp:lastModifiedBy>
  <cp:revision>1</cp:revision>
  <dcterms:modified xsi:type="dcterms:W3CDTF">2024-04-01T01:48:47Z</dcterms:modified>
</cp:coreProperties>
</file>