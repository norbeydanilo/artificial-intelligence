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7"/>
  </p:notesMasterIdLst>
  <p:sldIdLst>
    <p:sldId id="256" r:id="rId2"/>
    <p:sldId id="257" r:id="rId3"/>
    <p:sldId id="258" r:id="rId4"/>
    <p:sldId id="259" r:id="rId5"/>
    <p:sldId id="260" r:id="rId6"/>
    <p:sldId id="261" r:id="rId7"/>
    <p:sldId id="262" r:id="rId8"/>
    <p:sldId id="263" r:id="rId9"/>
    <p:sldId id="285" r:id="rId10"/>
    <p:sldId id="286" r:id="rId11"/>
    <p:sldId id="264" r:id="rId12"/>
    <p:sldId id="265" r:id="rId13"/>
    <p:sldId id="266" r:id="rId14"/>
    <p:sldId id="267" r:id="rId15"/>
    <p:sldId id="287" r:id="rId16"/>
    <p:sldId id="268" r:id="rId17"/>
    <p:sldId id="269" r:id="rId18"/>
    <p:sldId id="270" r:id="rId19"/>
    <p:sldId id="271" r:id="rId20"/>
    <p:sldId id="272" r:id="rId21"/>
    <p:sldId id="273" r:id="rId22"/>
    <p:sldId id="274" r:id="rId23"/>
    <p:sldId id="288" r:id="rId24"/>
    <p:sldId id="289" r:id="rId25"/>
    <p:sldId id="275" r:id="rId26"/>
    <p:sldId id="276" r:id="rId27"/>
    <p:sldId id="277" r:id="rId28"/>
    <p:sldId id="278" r:id="rId29"/>
    <p:sldId id="279" r:id="rId30"/>
    <p:sldId id="280" r:id="rId31"/>
    <p:sldId id="281" r:id="rId32"/>
    <p:sldId id="282" r:id="rId33"/>
    <p:sldId id="283" r:id="rId34"/>
    <p:sldId id="284" r:id="rId35"/>
    <p:sldId id="290" r:id="rId36"/>
  </p:sldIdLst>
  <p:sldSz cx="9144000" cy="5143500" type="screen16x9"/>
  <p:notesSz cx="6858000" cy="9144000"/>
  <p:embeddedFontLst>
    <p:embeddedFont>
      <p:font typeface="Open Sans" panose="020B0606030504020204" pitchFamily="34" charset="0"/>
      <p:regular r:id="rId38"/>
      <p:bold r:id="rId39"/>
      <p:italic r:id="rId40"/>
      <p:boldItalic r:id="rId41"/>
    </p:embeddedFont>
    <p:embeddedFont>
      <p:font typeface="PT Sans Narrow" panose="020B0506020203020204" pitchFamily="34" charset="0"/>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738C6C-1DBE-4FE7-A6E7-62DF126B9E78}" v="3" dt="2024-10-08T00:25:04.2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137" autoAdjust="0"/>
  </p:normalViewPr>
  <p:slideViewPr>
    <p:cSldViewPr snapToGrid="0">
      <p:cViewPr varScale="1">
        <p:scale>
          <a:sx n="69" d="100"/>
          <a:sy n="69" d="100"/>
        </p:scale>
        <p:origin x="1858" y="5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29f64d73-8b12-4c53-a9f3-1c223397a229" providerId="ADAL" clId="{F92C7415-4DA0-4E9B-AB73-16288BB58DB0}"/>
    <pc:docChg chg="undo custSel addSld delSld modSld sldOrd">
      <pc:chgData name="NORBEY DANILO MUÑOZ CAÑON" userId="29f64d73-8b12-4c53-a9f3-1c223397a229" providerId="ADAL" clId="{F92C7415-4DA0-4E9B-AB73-16288BB58DB0}" dt="2024-04-10T21:36:53.225" v="201" actId="47"/>
      <pc:docMkLst>
        <pc:docMk/>
      </pc:docMkLst>
      <pc:sldChg chg="addSp delSp modSp mod">
        <pc:chgData name="NORBEY DANILO MUÑOZ CAÑON" userId="29f64d73-8b12-4c53-a9f3-1c223397a229" providerId="ADAL" clId="{F92C7415-4DA0-4E9B-AB73-16288BB58DB0}" dt="2024-04-08T21:43:59.619" v="1" actId="478"/>
        <pc:sldMkLst>
          <pc:docMk/>
          <pc:sldMk cId="0" sldId="256"/>
        </pc:sldMkLst>
        <pc:spChg chg="add del mod">
          <ac:chgData name="NORBEY DANILO MUÑOZ CAÑON" userId="29f64d73-8b12-4c53-a9f3-1c223397a229" providerId="ADAL" clId="{F92C7415-4DA0-4E9B-AB73-16288BB58DB0}" dt="2024-04-08T21:43:59.619" v="1" actId="478"/>
          <ac:spMkLst>
            <pc:docMk/>
            <pc:sldMk cId="0" sldId="256"/>
            <ac:spMk id="3" creationId="{5C5DB52B-1510-0797-8E0F-42F958ADD14C}"/>
          </ac:spMkLst>
        </pc:spChg>
        <pc:spChg chg="del">
          <ac:chgData name="NORBEY DANILO MUÑOZ CAÑON" userId="29f64d73-8b12-4c53-a9f3-1c223397a229" providerId="ADAL" clId="{F92C7415-4DA0-4E9B-AB73-16288BB58DB0}" dt="2024-04-08T21:43:56.086" v="0" actId="478"/>
          <ac:spMkLst>
            <pc:docMk/>
            <pc:sldMk cId="0" sldId="256"/>
            <ac:spMk id="67" creationId="{00000000-0000-0000-0000-000000000000}"/>
          </ac:spMkLst>
        </pc:spChg>
      </pc:sldChg>
      <pc:sldChg chg="modSp mod">
        <pc:chgData name="NORBEY DANILO MUÑOZ CAÑON" userId="29f64d73-8b12-4c53-a9f3-1c223397a229" providerId="ADAL" clId="{F92C7415-4DA0-4E9B-AB73-16288BB58DB0}" dt="2024-04-10T16:33:39.689" v="17" actId="20577"/>
        <pc:sldMkLst>
          <pc:docMk/>
          <pc:sldMk cId="0" sldId="261"/>
        </pc:sldMkLst>
        <pc:spChg chg="mod">
          <ac:chgData name="NORBEY DANILO MUÑOZ CAÑON" userId="29f64d73-8b12-4c53-a9f3-1c223397a229" providerId="ADAL" clId="{F92C7415-4DA0-4E9B-AB73-16288BB58DB0}" dt="2024-04-10T16:33:39.689" v="17" actId="20577"/>
          <ac:spMkLst>
            <pc:docMk/>
            <pc:sldMk cId="0" sldId="261"/>
            <ac:spMk id="103" creationId="{00000000-0000-0000-0000-000000000000}"/>
          </ac:spMkLst>
        </pc:spChg>
      </pc:sldChg>
      <pc:sldChg chg="addSp delSp modSp mod">
        <pc:chgData name="NORBEY DANILO MUÑOZ CAÑON" userId="29f64d73-8b12-4c53-a9f3-1c223397a229" providerId="ADAL" clId="{F92C7415-4DA0-4E9B-AB73-16288BB58DB0}" dt="2024-04-10T16:40:11.958" v="77" actId="1076"/>
        <pc:sldMkLst>
          <pc:docMk/>
          <pc:sldMk cId="0" sldId="263"/>
        </pc:sldMkLst>
        <pc:spChg chg="add del mod">
          <ac:chgData name="NORBEY DANILO MUÑOZ CAÑON" userId="29f64d73-8b12-4c53-a9f3-1c223397a229" providerId="ADAL" clId="{F92C7415-4DA0-4E9B-AB73-16288BB58DB0}" dt="2024-04-10T16:34:04.254" v="24" actId="478"/>
          <ac:spMkLst>
            <pc:docMk/>
            <pc:sldMk cId="0" sldId="263"/>
            <ac:spMk id="3" creationId="{2A62BFFD-CEB0-BE78-F89F-12C29C45AA70}"/>
          </ac:spMkLst>
        </pc:spChg>
        <pc:spChg chg="add mod">
          <ac:chgData name="NORBEY DANILO MUÑOZ CAÑON" userId="29f64d73-8b12-4c53-a9f3-1c223397a229" providerId="ADAL" clId="{F92C7415-4DA0-4E9B-AB73-16288BB58DB0}" dt="2024-04-10T16:40:08.303" v="76" actId="27636"/>
          <ac:spMkLst>
            <pc:docMk/>
            <pc:sldMk cId="0" sldId="263"/>
            <ac:spMk id="4" creationId="{1461985B-209D-3937-00B9-AC23537B73DA}"/>
          </ac:spMkLst>
        </pc:spChg>
        <pc:spChg chg="del mod">
          <ac:chgData name="NORBEY DANILO MUÑOZ CAÑON" userId="29f64d73-8b12-4c53-a9f3-1c223397a229" providerId="ADAL" clId="{F92C7415-4DA0-4E9B-AB73-16288BB58DB0}" dt="2024-04-10T16:34:01.743" v="19" actId="478"/>
          <ac:spMkLst>
            <pc:docMk/>
            <pc:sldMk cId="0" sldId="263"/>
            <ac:spMk id="118" creationId="{00000000-0000-0000-0000-000000000000}"/>
          </ac:spMkLst>
        </pc:spChg>
        <pc:picChg chg="del">
          <ac:chgData name="NORBEY DANILO MUÑOZ CAÑON" userId="29f64d73-8b12-4c53-a9f3-1c223397a229" providerId="ADAL" clId="{F92C7415-4DA0-4E9B-AB73-16288BB58DB0}" dt="2024-04-10T16:30:55.789" v="6" actId="478"/>
          <ac:picMkLst>
            <pc:docMk/>
            <pc:sldMk cId="0" sldId="263"/>
            <ac:picMk id="119" creationId="{00000000-0000-0000-0000-000000000000}"/>
          </ac:picMkLst>
        </pc:picChg>
        <pc:picChg chg="add mod">
          <ac:chgData name="NORBEY DANILO MUÑOZ CAÑON" userId="29f64d73-8b12-4c53-a9f3-1c223397a229" providerId="ADAL" clId="{F92C7415-4DA0-4E9B-AB73-16288BB58DB0}" dt="2024-04-10T16:40:11.958" v="77" actId="1076"/>
          <ac:picMkLst>
            <pc:docMk/>
            <pc:sldMk cId="0" sldId="263"/>
            <ac:picMk id="1026" creationId="{ADE8D5F9-1697-7966-19B5-47812808C1AE}"/>
          </ac:picMkLst>
        </pc:picChg>
      </pc:sldChg>
      <pc:sldChg chg="modSp mod">
        <pc:chgData name="NORBEY DANILO MUÑOZ CAÑON" userId="29f64d73-8b12-4c53-a9f3-1c223397a229" providerId="ADAL" clId="{F92C7415-4DA0-4E9B-AB73-16288BB58DB0}" dt="2024-04-10T16:34:02.634" v="21" actId="27636"/>
        <pc:sldMkLst>
          <pc:docMk/>
          <pc:sldMk cId="0" sldId="264"/>
        </pc:sldMkLst>
        <pc:spChg chg="mod">
          <ac:chgData name="NORBEY DANILO MUÑOZ CAÑON" userId="29f64d73-8b12-4c53-a9f3-1c223397a229" providerId="ADAL" clId="{F92C7415-4DA0-4E9B-AB73-16288BB58DB0}" dt="2024-04-10T16:34:02.634" v="21" actId="27636"/>
          <ac:spMkLst>
            <pc:docMk/>
            <pc:sldMk cId="0" sldId="264"/>
            <ac:spMk id="125" creationId="{00000000-0000-0000-0000-000000000000}"/>
          </ac:spMkLst>
        </pc:spChg>
      </pc:sldChg>
      <pc:sldChg chg="modSp mod">
        <pc:chgData name="NORBEY DANILO MUÑOZ CAÑON" userId="29f64d73-8b12-4c53-a9f3-1c223397a229" providerId="ADAL" clId="{F92C7415-4DA0-4E9B-AB73-16288BB58DB0}" dt="2024-04-10T20:21:55.354" v="137" actId="20577"/>
        <pc:sldMkLst>
          <pc:docMk/>
          <pc:sldMk cId="0" sldId="272"/>
        </pc:sldMkLst>
        <pc:spChg chg="mod">
          <ac:chgData name="NORBEY DANILO MUÑOZ CAÑON" userId="29f64d73-8b12-4c53-a9f3-1c223397a229" providerId="ADAL" clId="{F92C7415-4DA0-4E9B-AB73-16288BB58DB0}" dt="2024-04-10T20:21:55.354" v="137" actId="20577"/>
          <ac:spMkLst>
            <pc:docMk/>
            <pc:sldMk cId="0" sldId="272"/>
            <ac:spMk id="180" creationId="{00000000-0000-0000-0000-000000000000}"/>
          </ac:spMkLst>
        </pc:spChg>
      </pc:sldChg>
      <pc:sldChg chg="addSp delSp modSp mod">
        <pc:chgData name="NORBEY DANILO MUÑOZ CAÑON" userId="29f64d73-8b12-4c53-a9f3-1c223397a229" providerId="ADAL" clId="{F92C7415-4DA0-4E9B-AB73-16288BB58DB0}" dt="2024-04-10T20:28:22.936" v="152" actId="1076"/>
        <pc:sldMkLst>
          <pc:docMk/>
          <pc:sldMk cId="0" sldId="274"/>
        </pc:sldMkLst>
        <pc:spChg chg="add del mod">
          <ac:chgData name="NORBEY DANILO MUÑOZ CAÑON" userId="29f64d73-8b12-4c53-a9f3-1c223397a229" providerId="ADAL" clId="{F92C7415-4DA0-4E9B-AB73-16288BB58DB0}" dt="2024-04-10T20:27:32.184" v="141" actId="478"/>
          <ac:spMkLst>
            <pc:docMk/>
            <pc:sldMk cId="0" sldId="274"/>
            <ac:spMk id="3" creationId="{EDBBA8D2-0652-D082-88D2-982F76D0BB45}"/>
          </ac:spMkLst>
        </pc:spChg>
        <pc:spChg chg="del mod">
          <ac:chgData name="NORBEY DANILO MUÑOZ CAÑON" userId="29f64d73-8b12-4c53-a9f3-1c223397a229" providerId="ADAL" clId="{F92C7415-4DA0-4E9B-AB73-16288BB58DB0}" dt="2024-04-10T20:27:30.138" v="140" actId="478"/>
          <ac:spMkLst>
            <pc:docMk/>
            <pc:sldMk cId="0" sldId="274"/>
            <ac:spMk id="193" creationId="{00000000-0000-0000-0000-000000000000}"/>
          </ac:spMkLst>
        </pc:spChg>
        <pc:picChg chg="del">
          <ac:chgData name="NORBEY DANILO MUÑOZ CAÑON" userId="29f64d73-8b12-4c53-a9f3-1c223397a229" providerId="ADAL" clId="{F92C7415-4DA0-4E9B-AB73-16288BB58DB0}" dt="2024-04-10T20:22:40.235" v="138" actId="478"/>
          <ac:picMkLst>
            <pc:docMk/>
            <pc:sldMk cId="0" sldId="274"/>
            <ac:picMk id="194" creationId="{00000000-0000-0000-0000-000000000000}"/>
          </ac:picMkLst>
        </pc:picChg>
        <pc:picChg chg="add mod">
          <ac:chgData name="NORBEY DANILO MUÑOZ CAÑON" userId="29f64d73-8b12-4c53-a9f3-1c223397a229" providerId="ADAL" clId="{F92C7415-4DA0-4E9B-AB73-16288BB58DB0}" dt="2024-04-10T20:28:22.936" v="152" actId="1076"/>
          <ac:picMkLst>
            <pc:docMk/>
            <pc:sldMk cId="0" sldId="274"/>
            <ac:picMk id="3074" creationId="{F3ADB4C5-B2DA-C850-F7CB-C254D705BA16}"/>
          </ac:picMkLst>
        </pc:picChg>
        <pc:picChg chg="add mod">
          <ac:chgData name="NORBEY DANILO MUÑOZ CAÑON" userId="29f64d73-8b12-4c53-a9f3-1c223397a229" providerId="ADAL" clId="{F92C7415-4DA0-4E9B-AB73-16288BB58DB0}" dt="2024-04-10T20:28:21.655" v="151" actId="1076"/>
          <ac:picMkLst>
            <pc:docMk/>
            <pc:sldMk cId="0" sldId="274"/>
            <ac:picMk id="3076" creationId="{F3BE6ECA-4014-228E-4FAA-64030555836D}"/>
          </ac:picMkLst>
        </pc:picChg>
      </pc:sldChg>
      <pc:sldChg chg="modSp mod">
        <pc:chgData name="NORBEY DANILO MUÑOZ CAÑON" userId="29f64d73-8b12-4c53-a9f3-1c223397a229" providerId="ADAL" clId="{F92C7415-4DA0-4E9B-AB73-16288BB58DB0}" dt="2024-04-10T16:34:02.711" v="23" actId="27636"/>
        <pc:sldMkLst>
          <pc:docMk/>
          <pc:sldMk cId="0" sldId="277"/>
        </pc:sldMkLst>
        <pc:spChg chg="mod">
          <ac:chgData name="NORBEY DANILO MUÑOZ CAÑON" userId="29f64d73-8b12-4c53-a9f3-1c223397a229" providerId="ADAL" clId="{F92C7415-4DA0-4E9B-AB73-16288BB58DB0}" dt="2024-04-10T16:34:02.711" v="23" actId="27636"/>
          <ac:spMkLst>
            <pc:docMk/>
            <pc:sldMk cId="0" sldId="277"/>
            <ac:spMk id="215" creationId="{00000000-0000-0000-0000-000000000000}"/>
          </ac:spMkLst>
        </pc:spChg>
      </pc:sldChg>
      <pc:sldChg chg="modSp mod">
        <pc:chgData name="NORBEY DANILO MUÑOZ CAÑON" userId="29f64d73-8b12-4c53-a9f3-1c223397a229" providerId="ADAL" clId="{F92C7415-4DA0-4E9B-AB73-16288BB58DB0}" dt="2024-04-10T21:20:19.683" v="173" actId="732"/>
        <pc:sldMkLst>
          <pc:docMk/>
          <pc:sldMk cId="0" sldId="282"/>
        </pc:sldMkLst>
        <pc:picChg chg="mod modCrop">
          <ac:chgData name="NORBEY DANILO MUÑOZ CAÑON" userId="29f64d73-8b12-4c53-a9f3-1c223397a229" providerId="ADAL" clId="{F92C7415-4DA0-4E9B-AB73-16288BB58DB0}" dt="2024-04-10T21:20:19.683" v="173" actId="732"/>
          <ac:picMkLst>
            <pc:docMk/>
            <pc:sldMk cId="0" sldId="282"/>
            <ac:picMk id="252" creationId="{00000000-0000-0000-0000-000000000000}"/>
          </ac:picMkLst>
        </pc:picChg>
      </pc:sldChg>
      <pc:sldChg chg="addSp modSp add mod">
        <pc:chgData name="NORBEY DANILO MUÑOZ CAÑON" userId="29f64d73-8b12-4c53-a9f3-1c223397a229" providerId="ADAL" clId="{F92C7415-4DA0-4E9B-AB73-16288BB58DB0}" dt="2024-04-10T17:02:53.078" v="100" actId="17032"/>
        <pc:sldMkLst>
          <pc:docMk/>
          <pc:sldMk cId="3842868322" sldId="285"/>
        </pc:sldMkLst>
        <pc:spChg chg="add mod">
          <ac:chgData name="NORBEY DANILO MUÑOZ CAÑON" userId="29f64d73-8b12-4c53-a9f3-1c223397a229" providerId="ADAL" clId="{F92C7415-4DA0-4E9B-AB73-16288BB58DB0}" dt="2024-04-10T17:02:53.078" v="100" actId="17032"/>
          <ac:spMkLst>
            <pc:docMk/>
            <pc:sldMk cId="3842868322" sldId="285"/>
            <ac:spMk id="3" creationId="{01124124-82D6-AC87-316D-B42A458A80A1}"/>
          </ac:spMkLst>
        </pc:spChg>
        <pc:spChg chg="mod">
          <ac:chgData name="NORBEY DANILO MUÑOZ CAÑON" userId="29f64d73-8b12-4c53-a9f3-1c223397a229" providerId="ADAL" clId="{F92C7415-4DA0-4E9B-AB73-16288BB58DB0}" dt="2024-04-10T17:01:33.191" v="94" actId="1076"/>
          <ac:spMkLst>
            <pc:docMk/>
            <pc:sldMk cId="3842868322" sldId="285"/>
            <ac:spMk id="118" creationId="{00000000-0000-0000-0000-000000000000}"/>
          </ac:spMkLst>
        </pc:spChg>
      </pc:sldChg>
      <pc:sldChg chg="delSp modSp add del mod">
        <pc:chgData name="NORBEY DANILO MUÑOZ CAÑON" userId="29f64d73-8b12-4c53-a9f3-1c223397a229" providerId="ADAL" clId="{F92C7415-4DA0-4E9B-AB73-16288BB58DB0}" dt="2024-04-10T16:40:26.193" v="78" actId="47"/>
        <pc:sldMkLst>
          <pc:docMk/>
          <pc:sldMk cId="169191876" sldId="286"/>
        </pc:sldMkLst>
        <pc:spChg chg="mod">
          <ac:chgData name="NORBEY DANILO MUÑOZ CAÑON" userId="29f64d73-8b12-4c53-a9f3-1c223397a229" providerId="ADAL" clId="{F92C7415-4DA0-4E9B-AB73-16288BB58DB0}" dt="2024-04-10T16:39:49.504" v="57" actId="21"/>
          <ac:spMkLst>
            <pc:docMk/>
            <pc:sldMk cId="169191876" sldId="286"/>
            <ac:spMk id="4" creationId="{1461985B-209D-3937-00B9-AC23537B73DA}"/>
          </ac:spMkLst>
        </pc:spChg>
        <pc:picChg chg="del">
          <ac:chgData name="NORBEY DANILO MUÑOZ CAÑON" userId="29f64d73-8b12-4c53-a9f3-1c223397a229" providerId="ADAL" clId="{F92C7415-4DA0-4E9B-AB73-16288BB58DB0}" dt="2024-04-10T16:35:06.399" v="32" actId="478"/>
          <ac:picMkLst>
            <pc:docMk/>
            <pc:sldMk cId="169191876" sldId="286"/>
            <ac:picMk id="1026" creationId="{ADE8D5F9-1697-7966-19B5-47812808C1AE}"/>
          </ac:picMkLst>
        </pc:picChg>
      </pc:sldChg>
      <pc:sldChg chg="delSp modSp add mod">
        <pc:chgData name="NORBEY DANILO MUÑOZ CAÑON" userId="29f64d73-8b12-4c53-a9f3-1c223397a229" providerId="ADAL" clId="{F92C7415-4DA0-4E9B-AB73-16288BB58DB0}" dt="2024-04-10T19:02:58.162" v="128" actId="790"/>
        <pc:sldMkLst>
          <pc:docMk/>
          <pc:sldMk cId="2998726001" sldId="286"/>
        </pc:sldMkLst>
        <pc:spChg chg="del">
          <ac:chgData name="NORBEY DANILO MUÑOZ CAÑON" userId="29f64d73-8b12-4c53-a9f3-1c223397a229" providerId="ADAL" clId="{F92C7415-4DA0-4E9B-AB73-16288BB58DB0}" dt="2024-04-10T19:02:42.531" v="102" actId="478"/>
          <ac:spMkLst>
            <pc:docMk/>
            <pc:sldMk cId="2998726001" sldId="286"/>
            <ac:spMk id="3" creationId="{01124124-82D6-AC87-316D-B42A458A80A1}"/>
          </ac:spMkLst>
        </pc:spChg>
        <pc:spChg chg="mod">
          <ac:chgData name="NORBEY DANILO MUÑOZ CAÑON" userId="29f64d73-8b12-4c53-a9f3-1c223397a229" providerId="ADAL" clId="{F92C7415-4DA0-4E9B-AB73-16288BB58DB0}" dt="2024-04-10T19:02:58.162" v="128" actId="790"/>
          <ac:spMkLst>
            <pc:docMk/>
            <pc:sldMk cId="2998726001" sldId="286"/>
            <ac:spMk id="118" creationId="{00000000-0000-0000-0000-000000000000}"/>
          </ac:spMkLst>
        </pc:spChg>
      </pc:sldChg>
      <pc:sldChg chg="addSp delSp modSp add mod">
        <pc:chgData name="NORBEY DANILO MUÑOZ CAÑON" userId="29f64d73-8b12-4c53-a9f3-1c223397a229" providerId="ADAL" clId="{F92C7415-4DA0-4E9B-AB73-16288BB58DB0}" dt="2024-04-10T20:15:02.577" v="133" actId="1076"/>
        <pc:sldMkLst>
          <pc:docMk/>
          <pc:sldMk cId="3809021371" sldId="287"/>
        </pc:sldMkLst>
        <pc:picChg chg="del">
          <ac:chgData name="NORBEY DANILO MUÑOZ CAÑON" userId="29f64d73-8b12-4c53-a9f3-1c223397a229" providerId="ADAL" clId="{F92C7415-4DA0-4E9B-AB73-16288BB58DB0}" dt="2024-04-10T20:14:56.621" v="130" actId="478"/>
          <ac:picMkLst>
            <pc:docMk/>
            <pc:sldMk cId="3809021371" sldId="287"/>
            <ac:picMk id="145" creationId="{00000000-0000-0000-0000-000000000000}"/>
          </ac:picMkLst>
        </pc:picChg>
        <pc:picChg chg="add mod">
          <ac:chgData name="NORBEY DANILO MUÑOZ CAÑON" userId="29f64d73-8b12-4c53-a9f3-1c223397a229" providerId="ADAL" clId="{F92C7415-4DA0-4E9B-AB73-16288BB58DB0}" dt="2024-04-10T20:15:02.577" v="133" actId="1076"/>
          <ac:picMkLst>
            <pc:docMk/>
            <pc:sldMk cId="3809021371" sldId="287"/>
            <ac:picMk id="2050" creationId="{8E9D73A4-D05A-FA00-5050-2AB1D74C07EA}"/>
          </ac:picMkLst>
        </pc:picChg>
      </pc:sldChg>
      <pc:sldChg chg="modSp add mod ord">
        <pc:chgData name="NORBEY DANILO MUÑOZ CAÑON" userId="29f64d73-8b12-4c53-a9f3-1c223397a229" providerId="ADAL" clId="{F92C7415-4DA0-4E9B-AB73-16288BB58DB0}" dt="2024-04-10T20:35:08.253" v="169" actId="20577"/>
        <pc:sldMkLst>
          <pc:docMk/>
          <pc:sldMk cId="1246303569" sldId="288"/>
        </pc:sldMkLst>
        <pc:spChg chg="mod">
          <ac:chgData name="NORBEY DANILO MUÑOZ CAÑON" userId="29f64d73-8b12-4c53-a9f3-1c223397a229" providerId="ADAL" clId="{F92C7415-4DA0-4E9B-AB73-16288BB58DB0}" dt="2024-04-10T20:35:08.253" v="169" actId="20577"/>
          <ac:spMkLst>
            <pc:docMk/>
            <pc:sldMk cId="1246303569" sldId="288"/>
            <ac:spMk id="3" creationId="{01124124-82D6-AC87-316D-B42A458A80A1}"/>
          </ac:spMkLst>
        </pc:spChg>
        <pc:spChg chg="mod">
          <ac:chgData name="NORBEY DANILO MUÑOZ CAÑON" userId="29f64d73-8b12-4c53-a9f3-1c223397a229" providerId="ADAL" clId="{F92C7415-4DA0-4E9B-AB73-16288BB58DB0}" dt="2024-04-10T20:29:08.548" v="167" actId="20577"/>
          <ac:spMkLst>
            <pc:docMk/>
            <pc:sldMk cId="1246303569" sldId="288"/>
            <ac:spMk id="117" creationId="{00000000-0000-0000-0000-000000000000}"/>
          </ac:spMkLst>
        </pc:spChg>
      </pc:sldChg>
      <pc:sldChg chg="add del">
        <pc:chgData name="NORBEY DANILO MUÑOZ CAÑON" userId="29f64d73-8b12-4c53-a9f3-1c223397a229" providerId="ADAL" clId="{F92C7415-4DA0-4E9B-AB73-16288BB58DB0}" dt="2024-04-10T20:18:45.802" v="135" actId="47"/>
        <pc:sldMkLst>
          <pc:docMk/>
          <pc:sldMk cId="2435902767" sldId="288"/>
        </pc:sldMkLst>
      </pc:sldChg>
      <pc:sldChg chg="add del">
        <pc:chgData name="NORBEY DANILO MUÑOZ CAÑON" userId="29f64d73-8b12-4c53-a9f3-1c223397a229" providerId="ADAL" clId="{F92C7415-4DA0-4E9B-AB73-16288BB58DB0}" dt="2024-04-10T20:28:43.530" v="153" actId="47"/>
        <pc:sldMkLst>
          <pc:docMk/>
          <pc:sldMk cId="3237771670" sldId="288"/>
        </pc:sldMkLst>
      </pc:sldChg>
      <pc:sldChg chg="modSp add mod ord">
        <pc:chgData name="NORBEY DANILO MUÑOZ CAÑON" userId="29f64d73-8b12-4c53-a9f3-1c223397a229" providerId="ADAL" clId="{F92C7415-4DA0-4E9B-AB73-16288BB58DB0}" dt="2024-04-10T21:20:49.201" v="184" actId="20577"/>
        <pc:sldMkLst>
          <pc:docMk/>
          <pc:sldMk cId="488987771" sldId="289"/>
        </pc:sldMkLst>
        <pc:spChg chg="mod">
          <ac:chgData name="NORBEY DANILO MUÑOZ CAÑON" userId="29f64d73-8b12-4c53-a9f3-1c223397a229" providerId="ADAL" clId="{F92C7415-4DA0-4E9B-AB73-16288BB58DB0}" dt="2024-04-10T21:20:49.201" v="184" actId="20577"/>
          <ac:spMkLst>
            <pc:docMk/>
            <pc:sldMk cId="488987771" sldId="289"/>
            <ac:spMk id="117" creationId="{00000000-0000-0000-0000-000000000000}"/>
          </ac:spMkLst>
        </pc:spChg>
      </pc:sldChg>
      <pc:sldChg chg="modSp add del mod ord">
        <pc:chgData name="NORBEY DANILO MUÑOZ CAÑON" userId="29f64d73-8b12-4c53-a9f3-1c223397a229" providerId="ADAL" clId="{F92C7415-4DA0-4E9B-AB73-16288BB58DB0}" dt="2024-04-10T21:36:53.225" v="201" actId="47"/>
        <pc:sldMkLst>
          <pc:docMk/>
          <pc:sldMk cId="3553933601" sldId="290"/>
        </pc:sldMkLst>
        <pc:spChg chg="mod">
          <ac:chgData name="NORBEY DANILO MUÑOZ CAÑON" userId="29f64d73-8b12-4c53-a9f3-1c223397a229" providerId="ADAL" clId="{F92C7415-4DA0-4E9B-AB73-16288BB58DB0}" dt="2024-04-10T21:21:06.847" v="200" actId="20577"/>
          <ac:spMkLst>
            <pc:docMk/>
            <pc:sldMk cId="3553933601" sldId="290"/>
            <ac:spMk id="117" creationId="{00000000-0000-0000-0000-000000000000}"/>
          </ac:spMkLst>
        </pc:spChg>
      </pc:sldChg>
    </pc:docChg>
  </pc:docChgLst>
  <pc:docChgLst>
    <pc:chgData name="Norbey Muñoz" userId="b7e811e8891ccd42" providerId="LiveId" clId="{07738C6C-1DBE-4FE7-A6E7-62DF126B9E78}"/>
    <pc:docChg chg="custSel addSld modSld sldOrd">
      <pc:chgData name="Norbey Muñoz" userId="b7e811e8891ccd42" providerId="LiveId" clId="{07738C6C-1DBE-4FE7-A6E7-62DF126B9E78}" dt="2024-10-08T00:25:22.279" v="171" actId="1076"/>
      <pc:docMkLst>
        <pc:docMk/>
      </pc:docMkLst>
      <pc:sldChg chg="modNotesTx">
        <pc:chgData name="Norbey Muñoz" userId="b7e811e8891ccd42" providerId="LiveId" clId="{07738C6C-1DBE-4FE7-A6E7-62DF126B9E78}" dt="2024-10-07T21:19:24.933" v="54" actId="20577"/>
        <pc:sldMkLst>
          <pc:docMk/>
          <pc:sldMk cId="0" sldId="267"/>
        </pc:sldMkLst>
      </pc:sldChg>
      <pc:sldChg chg="mod modShow modNotesTx">
        <pc:chgData name="Norbey Muñoz" userId="b7e811e8891ccd42" providerId="LiveId" clId="{07738C6C-1DBE-4FE7-A6E7-62DF126B9E78}" dt="2024-10-07T21:33:26.854" v="125" actId="20577"/>
        <pc:sldMkLst>
          <pc:docMk/>
          <pc:sldMk cId="0" sldId="268"/>
        </pc:sldMkLst>
      </pc:sldChg>
      <pc:sldChg chg="mod modShow">
        <pc:chgData name="Norbey Muñoz" userId="b7e811e8891ccd42" providerId="LiveId" clId="{07738C6C-1DBE-4FE7-A6E7-62DF126B9E78}" dt="2024-10-07T21:33:24.632" v="121" actId="729"/>
        <pc:sldMkLst>
          <pc:docMk/>
          <pc:sldMk cId="0" sldId="269"/>
        </pc:sldMkLst>
      </pc:sldChg>
      <pc:sldChg chg="mod modShow modNotesTx">
        <pc:chgData name="Norbey Muñoz" userId="b7e811e8891ccd42" providerId="LiveId" clId="{07738C6C-1DBE-4FE7-A6E7-62DF126B9E78}" dt="2024-10-07T21:33:50.928" v="142" actId="20577"/>
        <pc:sldMkLst>
          <pc:docMk/>
          <pc:sldMk cId="0" sldId="281"/>
        </pc:sldMkLst>
      </pc:sldChg>
      <pc:sldChg chg="mod modShow modNotesTx">
        <pc:chgData name="Norbey Muñoz" userId="b7e811e8891ccd42" providerId="LiveId" clId="{07738C6C-1DBE-4FE7-A6E7-62DF126B9E78}" dt="2024-10-07T21:33:58.679" v="152" actId="20577"/>
        <pc:sldMkLst>
          <pc:docMk/>
          <pc:sldMk cId="0" sldId="282"/>
        </pc:sldMkLst>
      </pc:sldChg>
      <pc:sldChg chg="mod modShow">
        <pc:chgData name="Norbey Muñoz" userId="b7e811e8891ccd42" providerId="LiveId" clId="{07738C6C-1DBE-4FE7-A6E7-62DF126B9E78}" dt="2024-10-07T21:34:55.300" v="153" actId="729"/>
        <pc:sldMkLst>
          <pc:docMk/>
          <pc:sldMk cId="0" sldId="284"/>
        </pc:sldMkLst>
      </pc:sldChg>
      <pc:sldChg chg="modNotesTx">
        <pc:chgData name="Norbey Muñoz" userId="b7e811e8891ccd42" providerId="LiveId" clId="{07738C6C-1DBE-4FE7-A6E7-62DF126B9E78}" dt="2024-10-07T21:29:58.857" v="119" actId="20577"/>
        <pc:sldMkLst>
          <pc:docMk/>
          <pc:sldMk cId="3809021371" sldId="287"/>
        </pc:sldMkLst>
      </pc:sldChg>
      <pc:sldChg chg="addSp delSp modSp add mod ord modShow">
        <pc:chgData name="Norbey Muñoz" userId="b7e811e8891ccd42" providerId="LiveId" clId="{07738C6C-1DBE-4FE7-A6E7-62DF126B9E78}" dt="2024-10-08T00:25:22.279" v="171" actId="1076"/>
        <pc:sldMkLst>
          <pc:docMk/>
          <pc:sldMk cId="1467708922" sldId="290"/>
        </pc:sldMkLst>
        <pc:spChg chg="add del mod">
          <ac:chgData name="Norbey Muñoz" userId="b7e811e8891ccd42" providerId="LiveId" clId="{07738C6C-1DBE-4FE7-A6E7-62DF126B9E78}" dt="2024-10-08T00:24:47.620" v="159" actId="478"/>
          <ac:spMkLst>
            <pc:docMk/>
            <pc:sldMk cId="1467708922" sldId="290"/>
            <ac:spMk id="3" creationId="{EEF11A57-2661-149F-2B88-CC27855A2158}"/>
          </ac:spMkLst>
        </pc:spChg>
        <pc:spChg chg="add del mod">
          <ac:chgData name="Norbey Muñoz" userId="b7e811e8891ccd42" providerId="LiveId" clId="{07738C6C-1DBE-4FE7-A6E7-62DF126B9E78}" dt="2024-10-08T00:24:53.608" v="163" actId="478"/>
          <ac:spMkLst>
            <pc:docMk/>
            <pc:sldMk cId="1467708922" sldId="290"/>
            <ac:spMk id="5" creationId="{3D42BB48-CFA2-608C-7EFB-4A2AD733CD5D}"/>
          </ac:spMkLst>
        </pc:spChg>
        <pc:spChg chg="del">
          <ac:chgData name="Norbey Muñoz" userId="b7e811e8891ccd42" providerId="LiveId" clId="{07738C6C-1DBE-4FE7-A6E7-62DF126B9E78}" dt="2024-10-08T00:24:51.934" v="161" actId="478"/>
          <ac:spMkLst>
            <pc:docMk/>
            <pc:sldMk cId="1467708922" sldId="290"/>
            <ac:spMk id="241" creationId="{3AC5B364-7382-5B26-128B-2A7242815839}"/>
          </ac:spMkLst>
        </pc:spChg>
        <pc:spChg chg="del">
          <ac:chgData name="Norbey Muñoz" userId="b7e811e8891ccd42" providerId="LiveId" clId="{07738C6C-1DBE-4FE7-A6E7-62DF126B9E78}" dt="2024-10-08T00:24:45.887" v="158" actId="478"/>
          <ac:spMkLst>
            <pc:docMk/>
            <pc:sldMk cId="1467708922" sldId="290"/>
            <ac:spMk id="243" creationId="{4A5087E9-4ED6-28CB-B786-D9DCFED43D07}"/>
          </ac:spMkLst>
        </pc:spChg>
        <pc:picChg chg="add mod">
          <ac:chgData name="Norbey Muñoz" userId="b7e811e8891ccd42" providerId="LiveId" clId="{07738C6C-1DBE-4FE7-A6E7-62DF126B9E78}" dt="2024-10-08T00:25:18.526" v="169" actId="1076"/>
          <ac:picMkLst>
            <pc:docMk/>
            <pc:sldMk cId="1467708922" sldId="290"/>
            <ac:picMk id="6" creationId="{CDA3D806-BCD6-C64C-D1AD-3B8141C82359}"/>
          </ac:picMkLst>
        </pc:picChg>
        <pc:picChg chg="mod">
          <ac:chgData name="Norbey Muñoz" userId="b7e811e8891ccd42" providerId="LiveId" clId="{07738C6C-1DBE-4FE7-A6E7-62DF126B9E78}" dt="2024-10-08T00:25:22.279" v="171" actId="1076"/>
          <ac:picMkLst>
            <pc:docMk/>
            <pc:sldMk cId="1467708922" sldId="290"/>
            <ac:picMk id="244" creationId="{BD24225E-D472-4AC4-43D3-298577AFFE5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e84ec17e13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e84ec17e1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e84ec17e1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e84ec17e1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e921d37bf8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e921d37bf8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e8784ab07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e8784ab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4ab767612a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4ab767612a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24ab767612a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24ab767612a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ab76761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ab76761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ab76761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ab76761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308995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ab76761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ab76761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12953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4ab767612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4ab767612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1e921d37bf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1e921d37bf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24ab767612a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24ab767612a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4ab767612a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4ab767612a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24ab767612a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1" name="Google Shape;141;g24ab767612a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just" rtl="0">
              <a:lnSpc>
                <a:spcPct val="105000"/>
              </a:lnSpc>
              <a:spcBef>
                <a:spcPts val="0"/>
              </a:spcBef>
              <a:spcAft>
                <a:spcPts val="0"/>
              </a:spcAft>
              <a:buNone/>
            </a:pPr>
            <a:r>
              <a:rPr lang="pt-BR" sz="1100" dirty="0">
                <a:solidFill>
                  <a:schemeClr val="dk2"/>
                </a:solidFill>
                <a:latin typeface="Open Sans"/>
                <a:ea typeface="Open Sans"/>
                <a:cs typeface="Open Sans"/>
                <a:sym typeface="Open Sans"/>
              </a:rPr>
              <a:t>Inicio: { [ A , 0 ] }</a:t>
            </a:r>
          </a:p>
          <a:p>
            <a:pPr marL="0" marR="0" lvl="0" indent="0" algn="just" rtl="0">
              <a:lnSpc>
                <a:spcPct val="105000"/>
              </a:lnSpc>
              <a:spcBef>
                <a:spcPts val="1200"/>
              </a:spcBef>
              <a:spcAft>
                <a:spcPts val="0"/>
              </a:spcAft>
              <a:buNone/>
            </a:pPr>
            <a:r>
              <a:rPr lang="pt-BR" sz="1100" dirty="0">
                <a:solidFill>
                  <a:schemeClr val="dk2"/>
                </a:solidFill>
                <a:latin typeface="Open Sans"/>
                <a:ea typeface="Open Sans"/>
                <a:cs typeface="Open Sans"/>
                <a:sym typeface="Open Sans"/>
              </a:rPr>
              <a:t>1: { </a:t>
            </a:r>
            <a:r>
              <a:rPr lang="pt-BR" sz="1100" b="0" dirty="0">
                <a:solidFill>
                  <a:schemeClr val="dk2"/>
                </a:solidFill>
                <a:latin typeface="Open Sans"/>
                <a:ea typeface="Open Sans"/>
                <a:cs typeface="Open Sans"/>
                <a:sym typeface="Open Sans"/>
              </a:rPr>
              <a:t>[ A-&gt;B , 4 ]</a:t>
            </a:r>
            <a:r>
              <a:rPr lang="pt-BR" sz="1100" dirty="0">
                <a:solidFill>
                  <a:schemeClr val="dk2"/>
                </a:solidFill>
                <a:latin typeface="Open Sans"/>
                <a:ea typeface="Open Sans"/>
                <a:cs typeface="Open Sans"/>
                <a:sym typeface="Open Sans"/>
              </a:rPr>
              <a:t> , </a:t>
            </a:r>
            <a:r>
              <a:rPr lang="pt-BR" sz="1100" b="1" dirty="0">
                <a:solidFill>
                  <a:schemeClr val="dk2"/>
                </a:solidFill>
                <a:latin typeface="Open Sans"/>
                <a:ea typeface="Open Sans"/>
                <a:cs typeface="Open Sans"/>
                <a:sym typeface="Open Sans"/>
              </a:rPr>
              <a:t>[ A-&gt;C , 1 ] </a:t>
            </a:r>
            <a:r>
              <a:rPr lang="pt-BR" sz="1100" dirty="0">
                <a:solidFill>
                  <a:schemeClr val="dk2"/>
                </a:solidFill>
                <a:latin typeface="Open Sans"/>
                <a:ea typeface="Open Sans"/>
                <a:cs typeface="Open Sans"/>
                <a:sym typeface="Open Sans"/>
              </a:rPr>
              <a:t>}</a:t>
            </a:r>
          </a:p>
          <a:p>
            <a:pPr marL="0" marR="0" lvl="0" indent="0" algn="just" rtl="0">
              <a:lnSpc>
                <a:spcPct val="105000"/>
              </a:lnSpc>
              <a:spcBef>
                <a:spcPts val="1200"/>
              </a:spcBef>
              <a:spcAft>
                <a:spcPts val="0"/>
              </a:spcAft>
              <a:buNone/>
            </a:pPr>
            <a:r>
              <a:rPr lang="pt-BR" sz="1100" dirty="0">
                <a:solidFill>
                  <a:schemeClr val="dk2"/>
                </a:solidFill>
                <a:latin typeface="Open Sans"/>
                <a:ea typeface="Open Sans"/>
                <a:cs typeface="Open Sans"/>
                <a:sym typeface="Open Sans"/>
              </a:rPr>
              <a:t>2: { </a:t>
            </a:r>
            <a:r>
              <a:rPr lang="pt-BR" sz="1100" b="1" dirty="0">
                <a:solidFill>
                  <a:schemeClr val="dk2"/>
                </a:solidFill>
                <a:latin typeface="Open Sans"/>
                <a:ea typeface="Open Sans"/>
                <a:cs typeface="Open Sans"/>
                <a:sym typeface="Open Sans"/>
              </a:rPr>
              <a:t>[ A-&gt;C-&gt;E , 4 ] </a:t>
            </a:r>
            <a:r>
              <a:rPr lang="pt-BR" sz="1100" dirty="0">
                <a:solidFill>
                  <a:schemeClr val="dk2"/>
                </a:solidFill>
                <a:latin typeface="Open Sans"/>
                <a:ea typeface="Open Sans"/>
                <a:cs typeface="Open Sans"/>
                <a:sym typeface="Open Sans"/>
              </a:rPr>
              <a:t>, [ A-&gt;C-&gt;F , 6 ] }</a:t>
            </a:r>
          </a:p>
          <a:p>
            <a:pPr marL="0" marR="0" lvl="0" indent="0" algn="just" rtl="0">
              <a:lnSpc>
                <a:spcPct val="105000"/>
              </a:lnSpc>
              <a:spcBef>
                <a:spcPts val="1200"/>
              </a:spcBef>
              <a:spcAft>
                <a:spcPts val="0"/>
              </a:spcAft>
              <a:buNone/>
            </a:pPr>
            <a:r>
              <a:rPr lang="pt-BR" sz="1100" dirty="0">
                <a:solidFill>
                  <a:schemeClr val="dk2"/>
                </a:solidFill>
                <a:latin typeface="Open Sans"/>
                <a:ea typeface="Open Sans"/>
                <a:cs typeface="Open Sans"/>
                <a:sym typeface="Open Sans"/>
              </a:rPr>
              <a:t>3: { </a:t>
            </a:r>
            <a:r>
              <a:rPr lang="pt-BR" sz="1100" b="0" dirty="0">
                <a:solidFill>
                  <a:schemeClr val="dk2"/>
                </a:solidFill>
                <a:latin typeface="Open Sans"/>
                <a:ea typeface="Open Sans"/>
                <a:cs typeface="Open Sans"/>
                <a:sym typeface="Open Sans"/>
              </a:rPr>
              <a:t>[ A-&gt;C-&gt;E-&gt;D , 14,9 ]</a:t>
            </a:r>
            <a:r>
              <a:rPr lang="pt-BR" sz="1100" dirty="0">
                <a:solidFill>
                  <a:schemeClr val="dk2"/>
                </a:solidFill>
                <a:latin typeface="Open Sans"/>
                <a:ea typeface="Open Sans"/>
                <a:cs typeface="Open Sans"/>
                <a:sym typeface="Open Sans"/>
              </a:rPr>
              <a:t> , </a:t>
            </a:r>
            <a:r>
              <a:rPr lang="pt-BR" sz="1100" b="1" dirty="0">
                <a:solidFill>
                  <a:schemeClr val="dk2"/>
                </a:solidFill>
                <a:latin typeface="Open Sans"/>
                <a:ea typeface="Open Sans"/>
                <a:cs typeface="Open Sans"/>
                <a:sym typeface="Open Sans"/>
              </a:rPr>
              <a:t>[ A-&gt;B-&gt;D , 10 ]</a:t>
            </a:r>
            <a:r>
              <a:rPr lang="pt-BR" sz="1100" dirty="0">
                <a:solidFill>
                  <a:schemeClr val="dk2"/>
                </a:solidFill>
                <a:latin typeface="Open Sans"/>
                <a:ea typeface="Open Sans"/>
                <a:cs typeface="Open Sans"/>
                <a:sym typeface="Open Sans"/>
              </a:rPr>
              <a:t> }</a:t>
            </a:r>
          </a:p>
          <a:p>
            <a:pPr marL="0" marR="0" lvl="0" indent="0" algn="just" rtl="0">
              <a:lnSpc>
                <a:spcPct val="105000"/>
              </a:lnSpc>
              <a:spcBef>
                <a:spcPts val="1200"/>
              </a:spcBef>
              <a:spcAft>
                <a:spcPts val="0"/>
              </a:spcAft>
              <a:buNone/>
            </a:pPr>
            <a:r>
              <a:rPr lang="pt-BR" sz="1100" dirty="0">
                <a:solidFill>
                  <a:schemeClr val="dk2"/>
                </a:solidFill>
                <a:latin typeface="Open Sans"/>
                <a:ea typeface="Open Sans"/>
                <a:cs typeface="Open Sans"/>
                <a:sym typeface="Open Sans"/>
              </a:rPr>
              <a:t>4: { [ A-&gt;B-&gt;D-&gt;G , 15 ] , </a:t>
            </a:r>
            <a:r>
              <a:rPr lang="pt-BR" sz="1100" b="1" dirty="0">
                <a:solidFill>
                  <a:schemeClr val="dk2"/>
                </a:solidFill>
                <a:latin typeface="Open Sans"/>
                <a:ea typeface="Open Sans"/>
                <a:cs typeface="Open Sans"/>
                <a:sym typeface="Open Sans"/>
              </a:rPr>
              <a:t>[ A-&gt;C-&gt;F-&gt;G , 7,4 ]</a:t>
            </a:r>
            <a:r>
              <a:rPr lang="pt-BR" sz="1100" dirty="0">
                <a:solidFill>
                  <a:schemeClr val="dk2"/>
                </a:solidFill>
                <a:latin typeface="Open Sans"/>
                <a:ea typeface="Open Sans"/>
                <a:cs typeface="Open Sans"/>
                <a:sym typeface="Open Sans"/>
              </a:rPr>
              <a:t> , [ A-&gt;C-&gt;E-&gt;D-&gt;G , 19,9 ] }</a:t>
            </a:r>
          </a:p>
          <a:p>
            <a:pPr marL="0" marR="0" lvl="0" indent="0" algn="just" rtl="0">
              <a:lnSpc>
                <a:spcPct val="105000"/>
              </a:lnSpc>
              <a:spcBef>
                <a:spcPts val="1200"/>
              </a:spcBef>
              <a:spcAft>
                <a:spcPts val="1200"/>
              </a:spcAft>
              <a:buNone/>
            </a:pPr>
            <a:r>
              <a:rPr lang="pt-BR" sz="1100" dirty="0">
                <a:solidFill>
                  <a:schemeClr val="dk2"/>
                </a:solidFill>
                <a:latin typeface="Open Sans"/>
                <a:ea typeface="Open Sans"/>
                <a:cs typeface="Open Sans"/>
                <a:sym typeface="Open Sans"/>
              </a:rPr>
              <a:t>5: </a:t>
            </a:r>
            <a:r>
              <a:rPr lang="pt-BR" sz="1100" dirty="0" err="1">
                <a:solidFill>
                  <a:schemeClr val="dk2"/>
                </a:solidFill>
                <a:latin typeface="Open Sans"/>
                <a:ea typeface="Open Sans"/>
                <a:cs typeface="Open Sans"/>
                <a:sym typeface="Open Sans"/>
              </a:rPr>
              <a:t>Salida</a:t>
            </a:r>
            <a:r>
              <a:rPr lang="pt-BR" sz="1100" dirty="0">
                <a:solidFill>
                  <a:schemeClr val="dk2"/>
                </a:solidFill>
                <a:latin typeface="Open Sans"/>
                <a:ea typeface="Open Sans"/>
                <a:cs typeface="Open Sans"/>
                <a:sym typeface="Open Sans"/>
              </a:rPr>
              <a:t> final: A-&gt;C-&gt;F-&gt;G.</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0371788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e921d37bf8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e921d37bf8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Quiz</a:t>
            </a: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e921d37bf8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e921d37bf8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4ab767612a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4ab767612a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24ab767612a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24ab767612a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4ab767612a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4ab767612a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4ab767612a_0_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4ab767612a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4ab767612a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24ab767612a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ab76761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ab76761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03796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4ab767612a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4ab767612a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11737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4ab767612a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4ab767612a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24ab767612a_0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24ab767612a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24ab767612a_0_1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24ab767612a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24ab767612a_0_13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24ab767612a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24ab767612a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24ab767612a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4ab767612a_0_1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4ab767612a_0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8bac12fc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8bac12fc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Quiz</a:t>
            </a:r>
            <a:endParaRPr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8bac12fcb3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8bac12fcb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Quiz</a:t>
            </a:r>
          </a:p>
          <a:p>
            <a:pPr marL="0" lvl="0" indent="0" algn="l" rtl="0">
              <a:spcBef>
                <a:spcPts val="0"/>
              </a:spcBef>
              <a:spcAft>
                <a:spcPts val="0"/>
              </a:spcAft>
              <a:buNone/>
            </a:pPr>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4ab767612a_0_1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4ab767612a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24ab767612a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24ab767612a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a:extLst>
            <a:ext uri="{FF2B5EF4-FFF2-40B4-BE49-F238E27FC236}">
              <a16:creationId xmlns:a16="http://schemas.microsoft.com/office/drawing/2014/main" id="{B1A25D75-9F09-9DE8-270E-77B3017ABE8F}"/>
            </a:ext>
          </a:extLst>
        </p:cNvPr>
        <p:cNvGrpSpPr/>
        <p:nvPr/>
      </p:nvGrpSpPr>
      <p:grpSpPr>
        <a:xfrm>
          <a:off x="0" y="0"/>
          <a:ext cx="0" cy="0"/>
          <a:chOff x="0" y="0"/>
          <a:chExt cx="0" cy="0"/>
        </a:xfrm>
      </p:grpSpPr>
      <p:sp>
        <p:nvSpPr>
          <p:cNvPr id="238" name="Google Shape;238;g28bac12fcb3_0_0:notes">
            <a:extLst>
              <a:ext uri="{FF2B5EF4-FFF2-40B4-BE49-F238E27FC236}">
                <a16:creationId xmlns:a16="http://schemas.microsoft.com/office/drawing/2014/main" id="{D18B6670-792B-DC37-BAB2-05D883948C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8bac12fcb3_0_0:notes">
            <a:extLst>
              <a:ext uri="{FF2B5EF4-FFF2-40B4-BE49-F238E27FC236}">
                <a16:creationId xmlns:a16="http://schemas.microsoft.com/office/drawing/2014/main" id="{AF31BBCF-E726-E002-5F91-80DF435DC7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Quiz</a:t>
            </a:r>
            <a:endParaRPr dirty="0"/>
          </a:p>
        </p:txBody>
      </p:sp>
    </p:spTree>
    <p:extLst>
      <p:ext uri="{BB962C8B-B14F-4D97-AF65-F5344CB8AC3E}">
        <p14:creationId xmlns:p14="http://schemas.microsoft.com/office/powerpoint/2010/main" val="12000979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18.gi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a:t>Búsqueda de soluciones no informada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Agenda</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s"/>
              <a:t>Generalidades</a:t>
            </a:r>
            <a:endParaRPr/>
          </a:p>
          <a:p>
            <a:pPr marL="457200" lvl="0" indent="-342900" algn="l" rtl="0">
              <a:spcBef>
                <a:spcPts val="0"/>
              </a:spcBef>
              <a:spcAft>
                <a:spcPts val="0"/>
              </a:spcAft>
              <a:buSzPts val="1800"/>
              <a:buChar char="●"/>
            </a:pPr>
            <a:r>
              <a:rPr lang="es"/>
              <a:t>Estrategias</a:t>
            </a:r>
            <a:endParaRPr/>
          </a:p>
          <a:p>
            <a:pPr marL="914400" lvl="1" indent="-317500" algn="l" rtl="0">
              <a:spcBef>
                <a:spcPts val="0"/>
              </a:spcBef>
              <a:spcAft>
                <a:spcPts val="0"/>
              </a:spcAft>
              <a:buSzPts val="1400"/>
              <a:buChar char="○"/>
            </a:pPr>
            <a:r>
              <a:rPr lang="es"/>
              <a:t>Búsqueda primero en amplitud</a:t>
            </a:r>
            <a:endParaRPr/>
          </a:p>
          <a:p>
            <a:pPr marL="914400" lvl="1" indent="-317500" algn="l" rtl="0">
              <a:spcBef>
                <a:spcPts val="0"/>
              </a:spcBef>
              <a:spcAft>
                <a:spcPts val="0"/>
              </a:spcAft>
              <a:buSzPts val="1400"/>
              <a:buChar char="○"/>
            </a:pPr>
            <a:r>
              <a:rPr lang="es"/>
              <a:t>Búsqueda de costo uniforme</a:t>
            </a:r>
            <a:endParaRPr/>
          </a:p>
          <a:p>
            <a:pPr marL="914400" lvl="1" indent="-317500" algn="l" rtl="0">
              <a:spcBef>
                <a:spcPts val="0"/>
              </a:spcBef>
              <a:spcAft>
                <a:spcPts val="0"/>
              </a:spcAft>
              <a:buSzPts val="1400"/>
              <a:buChar char="○"/>
            </a:pPr>
            <a:r>
              <a:rPr lang="es"/>
              <a:t>Búsqueda primero en profundidad</a:t>
            </a:r>
            <a:endParaRPr/>
          </a:p>
          <a:p>
            <a:pPr marL="914400" lvl="1" indent="-317500" algn="l" rtl="0">
              <a:spcBef>
                <a:spcPts val="0"/>
              </a:spcBef>
              <a:spcAft>
                <a:spcPts val="0"/>
              </a:spcAft>
              <a:buSzPts val="1400"/>
              <a:buChar char="○"/>
            </a:pPr>
            <a:r>
              <a:rPr lang="es"/>
              <a:t>Búsqueda de profundidad limitada</a:t>
            </a:r>
            <a:endParaRPr/>
          </a:p>
          <a:p>
            <a:pPr marL="914400" lvl="1" indent="-317500" algn="l" rtl="0">
              <a:spcBef>
                <a:spcPts val="0"/>
              </a:spcBef>
              <a:spcAft>
                <a:spcPts val="0"/>
              </a:spcAft>
              <a:buSzPts val="1400"/>
              <a:buChar char="○"/>
            </a:pPr>
            <a:r>
              <a:rPr lang="es"/>
              <a:t>Búsqueda en profundidad iterativa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79" name="Google Shape;79;p15"/>
          <p:cNvSpPr txBox="1">
            <a:spLocks noGrp="1"/>
          </p:cNvSpPr>
          <p:nvPr>
            <p:ph type="body" idx="1"/>
          </p:nvPr>
        </p:nvSpPr>
        <p:spPr>
          <a:xfrm>
            <a:off x="311700" y="1266325"/>
            <a:ext cx="82704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También llamada búsqueda a ciegas, utiliza métodos aleatorios basados en la comparación entre los estados de un nodo, diferenciando entre el objetivo o no de la búsqueda. Este tipo de técnicas es utilizado por agentes buscadores de soluciones que no tienen toda la información de su entorno. Estás técnicas pueden llegar a ser menos eficientes que las encontrados en la búsqueda informada.</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80" name="Google Shape;80;p15"/>
          <p:cNvPicPr preferRelativeResize="0"/>
          <p:nvPr/>
        </p:nvPicPr>
        <p:blipFill>
          <a:blip r:embed="rId3">
            <a:alphaModFix/>
          </a:blip>
          <a:stretch>
            <a:fillRect/>
          </a:stretch>
        </p:blipFill>
        <p:spPr>
          <a:xfrm>
            <a:off x="4915675" y="3223975"/>
            <a:ext cx="1671450" cy="1671450"/>
          </a:xfrm>
          <a:prstGeom prst="rect">
            <a:avLst/>
          </a:prstGeom>
          <a:noFill/>
          <a:ln>
            <a:noFill/>
          </a:ln>
        </p:spPr>
      </p:pic>
      <p:pic>
        <p:nvPicPr>
          <p:cNvPr id="81" name="Google Shape;81;p15"/>
          <p:cNvPicPr preferRelativeResize="0"/>
          <p:nvPr/>
        </p:nvPicPr>
        <p:blipFill>
          <a:blip r:embed="rId4">
            <a:alphaModFix/>
          </a:blip>
          <a:stretch>
            <a:fillRect/>
          </a:stretch>
        </p:blipFill>
        <p:spPr>
          <a:xfrm>
            <a:off x="1674150" y="3123875"/>
            <a:ext cx="1871651" cy="1871651"/>
          </a:xfrm>
          <a:prstGeom prst="rect">
            <a:avLst/>
          </a:prstGeom>
          <a:noFill/>
          <a:ln>
            <a:noFill/>
          </a:ln>
        </p:spPr>
      </p:pic>
      <p:pic>
        <p:nvPicPr>
          <p:cNvPr id="82" name="Google Shape;82;p15"/>
          <p:cNvPicPr preferRelativeResize="0"/>
          <p:nvPr/>
        </p:nvPicPr>
        <p:blipFill>
          <a:blip r:embed="rId5">
            <a:alphaModFix/>
          </a:blip>
          <a:stretch>
            <a:fillRect/>
          </a:stretch>
        </p:blipFill>
        <p:spPr>
          <a:xfrm>
            <a:off x="6692800" y="3657888"/>
            <a:ext cx="803625" cy="803625"/>
          </a:xfrm>
          <a:prstGeom prst="rect">
            <a:avLst/>
          </a:prstGeom>
          <a:noFill/>
          <a:ln>
            <a:noFill/>
          </a:ln>
        </p:spPr>
      </p:pic>
      <p:pic>
        <p:nvPicPr>
          <p:cNvPr id="83" name="Google Shape;83;p15"/>
          <p:cNvPicPr preferRelativeResize="0"/>
          <p:nvPr/>
        </p:nvPicPr>
        <p:blipFill>
          <a:blip r:embed="rId6">
            <a:alphaModFix/>
          </a:blip>
          <a:stretch>
            <a:fillRect/>
          </a:stretch>
        </p:blipFill>
        <p:spPr>
          <a:xfrm>
            <a:off x="3470350" y="3794350"/>
            <a:ext cx="707400" cy="707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89" name="Google Shape;89;p16"/>
          <p:cNvSpPr txBox="1">
            <a:spLocks noGrp="1"/>
          </p:cNvSpPr>
          <p:nvPr>
            <p:ph type="body" idx="1"/>
          </p:nvPr>
        </p:nvSpPr>
        <p:spPr>
          <a:xfrm>
            <a:off x="311700" y="1266325"/>
            <a:ext cx="82779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Por ejemplo: Un robot que desea alcanzar un marcador y no posea alguna técnica de visión artificial y solo pueda moverse en trayectorias horizontales y verticales entre baldosas de tamaño regular.</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90" name="Google Shape;90;p16"/>
          <p:cNvPicPr preferRelativeResize="0"/>
          <p:nvPr/>
        </p:nvPicPr>
        <p:blipFill>
          <a:blip r:embed="rId3">
            <a:alphaModFix/>
          </a:blip>
          <a:stretch>
            <a:fillRect/>
          </a:stretch>
        </p:blipFill>
        <p:spPr>
          <a:xfrm>
            <a:off x="3381375" y="2447900"/>
            <a:ext cx="2381250" cy="200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96" name="Google Shape;96;p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1200"/>
              </a:spcAft>
              <a:buSzPts val="1018"/>
              <a:buNone/>
            </a:pPr>
            <a:r>
              <a:rPr lang="es" sz="1500"/>
              <a:t>La búsqueda en </a:t>
            </a:r>
            <a:r>
              <a:rPr lang="es" sz="1500" b="1"/>
              <a:t>amplitud </a:t>
            </a:r>
            <a:r>
              <a:rPr lang="es" sz="1500"/>
              <a:t>se refiere a aquella que comienza en </a:t>
            </a:r>
            <a:r>
              <a:rPr lang="es" sz="1500" b="1"/>
              <a:t>anchura (Breadth First Search)</a:t>
            </a:r>
            <a:r>
              <a:rPr lang="es" sz="1500"/>
              <a:t>, lo que quiere decir que se empieza por el nodo raíz, siguiendo por el primero de sus sucesores de izquierda a derecha y continuando con los siguientes sucesores del nodo raíz o sus “hermanos”. En dado caso de no encontrar el estado objetivo en estos sucesores, se recorren los sucesores de estos igualmente de izquierda a derecha, lo anterior iterativamente hasta recorrer todo el árbol de decisiones o hasta encontrar el nodo con el estado objetivo.</a:t>
            </a:r>
            <a:endParaRPr sz="1500"/>
          </a:p>
        </p:txBody>
      </p:sp>
      <p:pic>
        <p:nvPicPr>
          <p:cNvPr id="97" name="Google Shape;97;p17"/>
          <p:cNvPicPr preferRelativeResize="0"/>
          <p:nvPr/>
        </p:nvPicPr>
        <p:blipFill>
          <a:blip r:embed="rId3">
            <a:alphaModFix/>
          </a:blip>
          <a:stretch>
            <a:fillRect/>
          </a:stretch>
        </p:blipFill>
        <p:spPr>
          <a:xfrm>
            <a:off x="1692338" y="3202525"/>
            <a:ext cx="5759325" cy="1047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03" name="Google Shape;103;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1200"/>
              </a:spcAft>
              <a:buSzPts val="1018"/>
              <a:buNone/>
            </a:pPr>
            <a:r>
              <a:rPr lang="es" sz="1500" dirty="0"/>
              <a:t>Por lo tanto, se convierte en una búsqueda iterativa fundamentada en una estructura de datos tipo </a:t>
            </a:r>
            <a:r>
              <a:rPr lang="es" sz="1500" b="1" dirty="0"/>
              <a:t>Cola </a:t>
            </a:r>
            <a:r>
              <a:rPr lang="es" sz="1500" dirty="0"/>
              <a:t>– </a:t>
            </a:r>
            <a:r>
              <a:rPr lang="es" sz="1500" b="1" dirty="0"/>
              <a:t>FIFO </a:t>
            </a:r>
            <a:r>
              <a:rPr lang="es" sz="1500" dirty="0"/>
              <a:t>(First In First Out), lo que quiere decir que los sucesores del primer nodo evaluado serán los primeros en ser expandidos, significando que los nodos más superficiales serán evaluados antes que aquellos que son más profundos.</a:t>
            </a:r>
            <a:endParaRPr sz="1500" dirty="0"/>
          </a:p>
        </p:txBody>
      </p:sp>
      <p:pic>
        <p:nvPicPr>
          <p:cNvPr id="104" name="Google Shape;104;p18"/>
          <p:cNvPicPr preferRelativeResize="0"/>
          <p:nvPr/>
        </p:nvPicPr>
        <p:blipFill>
          <a:blip r:embed="rId3">
            <a:alphaModFix/>
          </a:blip>
          <a:stretch>
            <a:fillRect/>
          </a:stretch>
        </p:blipFill>
        <p:spPr>
          <a:xfrm>
            <a:off x="2592744" y="2945094"/>
            <a:ext cx="3958500" cy="1455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10" name="Google Shape;110;p1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Características del algoritmo:</a:t>
            </a:r>
            <a:endParaRPr sz="1500" b="1"/>
          </a:p>
          <a:p>
            <a:pPr marL="457200" lvl="0" indent="-323850" algn="just" rtl="0">
              <a:lnSpc>
                <a:spcPct val="105000"/>
              </a:lnSpc>
              <a:spcBef>
                <a:spcPts val="1200"/>
              </a:spcBef>
              <a:spcAft>
                <a:spcPts val="0"/>
              </a:spcAft>
              <a:buSzPts val="1500"/>
              <a:buChar char="●"/>
            </a:pPr>
            <a:r>
              <a:rPr lang="es" sz="1500" b="1"/>
              <a:t>Completo</a:t>
            </a:r>
            <a:r>
              <a:rPr lang="es" sz="1500"/>
              <a:t>: Si existe una solución el algoritmo está en capacidad de encontrarla, partiendo de la premisa que el factor de ramificación es finito.</a:t>
            </a:r>
            <a:endParaRPr sz="1500"/>
          </a:p>
          <a:p>
            <a:pPr marL="457200" lvl="0" indent="-323850" algn="just" rtl="0">
              <a:lnSpc>
                <a:spcPct val="105000"/>
              </a:lnSpc>
              <a:spcBef>
                <a:spcPts val="0"/>
              </a:spcBef>
              <a:spcAft>
                <a:spcPts val="0"/>
              </a:spcAft>
              <a:buSzPts val="1500"/>
              <a:buChar char="●"/>
            </a:pPr>
            <a:r>
              <a:rPr lang="es" sz="1500" b="1"/>
              <a:t>Óptimo</a:t>
            </a:r>
            <a:r>
              <a:rPr lang="es" sz="1500"/>
              <a:t>: Encuentra el camino más corto de la raíz al nodo objetivo más superficial, siempre y cuando su coste sea una función no decreciente de la profundidad del nodo. Por ejemplo: cuando todas las acciones tienen el mismo coste..</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Si todos los nodos del árbol cuentan con un factor de ramificación homogéneo </a:t>
            </a:r>
            <a:r>
              <a:rPr lang="es" sz="1500" i="1"/>
              <a:t>b</a:t>
            </a:r>
            <a:r>
              <a:rPr lang="es" sz="1500"/>
              <a:t> y el nodo solución se encuentra en el nivel  </a:t>
            </a:r>
            <a:r>
              <a:rPr lang="es" sz="1500" i="1"/>
              <a:t>d</a:t>
            </a:r>
            <a:r>
              <a:rPr lang="es" sz="1500"/>
              <a:t>, complejidad es del orden exponencial: </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De igual manera es exponencial dado que debe guardar en memoria la información de todos los nodos generados o explorados </a:t>
            </a:r>
            <a:endParaRPr sz="1500"/>
          </a:p>
        </p:txBody>
      </p:sp>
      <p:pic>
        <p:nvPicPr>
          <p:cNvPr id="111" name="Google Shape;111;p19"/>
          <p:cNvPicPr preferRelativeResize="0"/>
          <p:nvPr/>
        </p:nvPicPr>
        <p:blipFill>
          <a:blip r:embed="rId3">
            <a:alphaModFix/>
          </a:blip>
          <a:stretch>
            <a:fillRect/>
          </a:stretch>
        </p:blipFill>
        <p:spPr>
          <a:xfrm>
            <a:off x="2928150" y="3431925"/>
            <a:ext cx="600075" cy="257175"/>
          </a:xfrm>
          <a:prstGeom prst="rect">
            <a:avLst/>
          </a:prstGeom>
          <a:noFill/>
          <a:ln>
            <a:noFill/>
          </a:ln>
        </p:spPr>
      </p:pic>
      <p:pic>
        <p:nvPicPr>
          <p:cNvPr id="112" name="Google Shape;112;p19"/>
          <p:cNvPicPr preferRelativeResize="0"/>
          <p:nvPr/>
        </p:nvPicPr>
        <p:blipFill>
          <a:blip r:embed="rId3">
            <a:alphaModFix/>
          </a:blip>
          <a:stretch>
            <a:fillRect/>
          </a:stretch>
        </p:blipFill>
        <p:spPr>
          <a:xfrm>
            <a:off x="7036525" y="3912150"/>
            <a:ext cx="600075" cy="25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4" name="Google Shape;103;p18">
            <a:extLst>
              <a:ext uri="{FF2B5EF4-FFF2-40B4-BE49-F238E27FC236}">
                <a16:creationId xmlns:a16="http://schemas.microsoft.com/office/drawing/2014/main" id="{1461985B-209D-3937-00B9-AC23537B73DA}"/>
              </a:ext>
            </a:extLst>
          </p:cNvPr>
          <p:cNvSpPr txBox="1">
            <a:spLocks/>
          </p:cNvSpPr>
          <p:nvPr/>
        </p:nvSpPr>
        <p:spPr>
          <a:xfrm>
            <a:off x="311700" y="1244552"/>
            <a:ext cx="8520600" cy="3566933"/>
          </a:xfrm>
          <a:prstGeom prst="rect">
            <a:avLst/>
          </a:prstGeom>
          <a:noFill/>
          <a:ln>
            <a:noFill/>
          </a:ln>
        </p:spPr>
        <p:txBody>
          <a:bodyPr spcFirstLastPara="1" wrap="square" lIns="91425" tIns="91425" rIns="91425" bIns="91425" anchor="t" anchorCtr="0">
            <a:normAutofit fontScale="92500" lnSpcReduction="2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Open Sans"/>
              <a:buChar char="●"/>
              <a:defRPr sz="1800" b="0" i="0" u="none" strike="noStrike" cap="none">
                <a:solidFill>
                  <a:schemeClr val="dk2"/>
                </a:solidFill>
                <a:latin typeface="Open Sans"/>
                <a:ea typeface="Open Sans"/>
                <a:cs typeface="Open Sans"/>
                <a:sym typeface="Open Sans"/>
              </a:defRPr>
            </a:lvl1pPr>
            <a:lvl2pPr marL="914400" marR="0" lvl="1"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2pPr>
            <a:lvl3pPr marL="1371600" marR="0" lvl="2"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3pPr>
            <a:lvl4pPr marL="1828800" marR="0" lvl="3"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4pPr>
            <a:lvl5pPr marL="2286000" marR="0" lvl="4"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5pPr>
            <a:lvl6pPr marL="2743200" marR="0" lvl="5"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6pPr>
            <a:lvl7pPr marL="3200400" marR="0" lvl="6"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7pPr>
            <a:lvl8pPr marL="3657600" marR="0" lvl="7"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8pPr>
            <a:lvl9pPr marL="4114800" marR="0" lvl="8" indent="-317500" algn="l" rtl="0">
              <a:lnSpc>
                <a:spcPct val="115000"/>
              </a:lnSpc>
              <a:spcBef>
                <a:spcPts val="0"/>
              </a:spcBef>
              <a:spcAft>
                <a:spcPts val="0"/>
              </a:spcAft>
              <a:buClr>
                <a:schemeClr val="dk2"/>
              </a:buClr>
              <a:buSzPts val="1400"/>
              <a:buFont typeface="Open Sans"/>
              <a:buChar char="■"/>
              <a:defRPr sz="1400" b="0" i="0" u="none" strike="noStrike" cap="none">
                <a:solidFill>
                  <a:schemeClr val="dk2"/>
                </a:solidFill>
                <a:latin typeface="Open Sans"/>
                <a:ea typeface="Open Sans"/>
                <a:cs typeface="Open Sans"/>
                <a:sym typeface="Open Sans"/>
              </a:defRPr>
            </a:lvl9pPr>
          </a:lstStyle>
          <a:p>
            <a:pPr marL="0" indent="0" algn="just">
              <a:lnSpc>
                <a:spcPct val="105000"/>
              </a:lnSpc>
              <a:spcAft>
                <a:spcPts val="1200"/>
              </a:spcAft>
              <a:buSzPts val="1018"/>
              <a:buFont typeface="Open Sans"/>
              <a:buNone/>
            </a:pPr>
            <a:r>
              <a:rPr lang="es-ES" sz="1500" dirty="0"/>
              <a:t>BFS va formando un árbol a medida que va recorriendo un grafo, veamos el ejemplo de la figura:</a:t>
            </a:r>
          </a:p>
          <a:p>
            <a:pPr marL="0" indent="0" algn="just">
              <a:lnSpc>
                <a:spcPct val="105000"/>
              </a:lnSpc>
              <a:spcAft>
                <a:spcPts val="1200"/>
              </a:spcAft>
              <a:buSzPts val="1018"/>
              <a:buFont typeface="Open Sans"/>
              <a:buNone/>
            </a:pPr>
            <a:endParaRPr lang="es-ES" sz="1500" dirty="0"/>
          </a:p>
          <a:p>
            <a:pPr marL="0" indent="0" algn="just">
              <a:lnSpc>
                <a:spcPct val="105000"/>
              </a:lnSpc>
              <a:spcAft>
                <a:spcPts val="1200"/>
              </a:spcAft>
              <a:buSzPts val="1018"/>
              <a:buFont typeface="Open Sans"/>
              <a:buNone/>
            </a:pPr>
            <a:endParaRPr lang="es-ES" sz="1500" dirty="0"/>
          </a:p>
          <a:p>
            <a:pPr marL="0" indent="0" algn="just">
              <a:lnSpc>
                <a:spcPct val="105000"/>
              </a:lnSpc>
              <a:spcAft>
                <a:spcPts val="1200"/>
              </a:spcAft>
              <a:buSzPts val="1018"/>
              <a:buFont typeface="Open Sans"/>
              <a:buNone/>
            </a:pPr>
            <a:endParaRPr lang="es-ES" sz="1500" dirty="0"/>
          </a:p>
          <a:p>
            <a:pPr marL="0" indent="0" algn="just">
              <a:lnSpc>
                <a:spcPct val="105000"/>
              </a:lnSpc>
              <a:spcAft>
                <a:spcPts val="1200"/>
              </a:spcAft>
              <a:buSzPts val="1018"/>
              <a:buFont typeface="Open Sans"/>
              <a:buNone/>
            </a:pPr>
            <a:endParaRPr lang="es-ES" sz="1500" dirty="0"/>
          </a:p>
          <a:p>
            <a:pPr marL="0" indent="0" algn="just">
              <a:lnSpc>
                <a:spcPct val="105000"/>
              </a:lnSpc>
              <a:spcAft>
                <a:spcPts val="1200"/>
              </a:spcAft>
              <a:buSzPts val="1018"/>
              <a:buFont typeface="Open Sans"/>
              <a:buNone/>
            </a:pPr>
            <a:endParaRPr lang="es-ES" sz="1500" dirty="0"/>
          </a:p>
          <a:p>
            <a:pPr marL="0" indent="0" algn="just">
              <a:lnSpc>
                <a:spcPct val="105000"/>
              </a:lnSpc>
              <a:spcAft>
                <a:spcPts val="1200"/>
              </a:spcAft>
              <a:buSzPts val="1018"/>
              <a:buNone/>
            </a:pPr>
            <a:endParaRPr lang="es-ES" sz="1500" dirty="0"/>
          </a:p>
          <a:p>
            <a:pPr marL="0" indent="0" algn="just">
              <a:lnSpc>
                <a:spcPct val="105000"/>
              </a:lnSpc>
              <a:spcAft>
                <a:spcPts val="1200"/>
              </a:spcAft>
              <a:buSzPts val="1018"/>
              <a:buNone/>
            </a:pPr>
            <a:r>
              <a:rPr lang="es-ES" sz="1500" dirty="0"/>
              <a:t>Si observan bien todo parte de un nodo inicial que será la raíz del árbol que se forma, luego ve los adyacentes a ese nodo y los agrega a una cola; como la prioridad de una cola es FIFO (primero en entrar es el primero en salir), los siguientes nodos a evaluar serán los adyacentes previamente insertados. </a:t>
            </a:r>
          </a:p>
        </p:txBody>
      </p:sp>
      <p:pic>
        <p:nvPicPr>
          <p:cNvPr id="1026" name="Picture 2">
            <a:extLst>
              <a:ext uri="{FF2B5EF4-FFF2-40B4-BE49-F238E27FC236}">
                <a16:creationId xmlns:a16="http://schemas.microsoft.com/office/drawing/2014/main" id="{ADE8D5F9-1697-7966-19B5-47812808C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81412" y="1738312"/>
            <a:ext cx="1781175" cy="1666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18" name="Google Shape;118;p20"/>
          <p:cNvSpPr txBox="1">
            <a:spLocks noGrp="1"/>
          </p:cNvSpPr>
          <p:nvPr>
            <p:ph type="body" idx="1"/>
          </p:nvPr>
        </p:nvSpPr>
        <p:spPr>
          <a:xfrm>
            <a:off x="311700" y="1007966"/>
            <a:ext cx="8520600" cy="402818"/>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None/>
            </a:pPr>
            <a:r>
              <a:rPr lang="es" sz="1500" b="1" dirty="0"/>
              <a:t>Pseudocódigo recursivo</a:t>
            </a: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1200"/>
              </a:spcAft>
              <a:buSzPct val="67833"/>
              <a:buNone/>
            </a:pPr>
            <a:endParaRPr sz="1500" dirty="0"/>
          </a:p>
        </p:txBody>
      </p:sp>
      <p:sp>
        <p:nvSpPr>
          <p:cNvPr id="3" name="CuadroTexto 2">
            <a:extLst>
              <a:ext uri="{FF2B5EF4-FFF2-40B4-BE49-F238E27FC236}">
                <a16:creationId xmlns:a16="http://schemas.microsoft.com/office/drawing/2014/main" id="{01124124-82D6-AC87-316D-B42A458A80A1}"/>
              </a:ext>
            </a:extLst>
          </p:cNvPr>
          <p:cNvSpPr txBox="1"/>
          <p:nvPr/>
        </p:nvSpPr>
        <p:spPr>
          <a:xfrm>
            <a:off x="311699" y="1410784"/>
            <a:ext cx="5298071" cy="3554819"/>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r>
              <a:rPr lang="es-ES" sz="900" dirty="0">
                <a:latin typeface="Courier New" panose="02070309020205020404" pitchFamily="49" charset="0"/>
                <a:cs typeface="Courier New" panose="02070309020205020404" pitchFamily="49" charset="0"/>
              </a:rPr>
              <a:t>// Definimos la función BFS que toma un grafo y un nodo inicial</a:t>
            </a:r>
          </a:p>
          <a:p>
            <a:r>
              <a:rPr lang="es-ES" sz="900" dirty="0">
                <a:latin typeface="Courier New" panose="02070309020205020404" pitchFamily="49" charset="0"/>
                <a:cs typeface="Courier New" panose="02070309020205020404" pitchFamily="49" charset="0"/>
              </a:rPr>
              <a:t>función BFS(grafo, </a:t>
            </a:r>
            <a:r>
              <a:rPr lang="es-ES" sz="900" dirty="0" err="1">
                <a:latin typeface="Courier New" panose="02070309020205020404" pitchFamily="49" charset="0"/>
                <a:cs typeface="Courier New" panose="02070309020205020404" pitchFamily="49" charset="0"/>
              </a:rPr>
              <a:t>nodo_inicial</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 Creamos una cola para los nodos a visitar</a:t>
            </a:r>
          </a:p>
          <a:p>
            <a:r>
              <a:rPr lang="es-ES" sz="900" dirty="0">
                <a:latin typeface="Courier New" panose="02070309020205020404" pitchFamily="49" charset="0"/>
                <a:cs typeface="Courier New" panose="02070309020205020404" pitchFamily="49" charset="0"/>
              </a:rPr>
              <a:t>    cola = </a:t>
            </a:r>
            <a:r>
              <a:rPr lang="es-ES" sz="900" dirty="0" err="1">
                <a:latin typeface="Courier New" panose="02070309020205020404" pitchFamily="49" charset="0"/>
                <a:cs typeface="Courier New" panose="02070309020205020404" pitchFamily="49" charset="0"/>
              </a:rPr>
              <a:t>cola_vacia</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 Agregamos el nodo inicial a la cola</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cola.agregar</a:t>
            </a:r>
            <a:r>
              <a:rPr lang="es-ES" sz="900" dirty="0">
                <a:latin typeface="Courier New" panose="02070309020205020404" pitchFamily="49" charset="0"/>
                <a:cs typeface="Courier New" panose="02070309020205020404" pitchFamily="49" charset="0"/>
              </a:rPr>
              <a:t>(</a:t>
            </a:r>
            <a:r>
              <a:rPr lang="es-ES" sz="900" dirty="0" err="1">
                <a:latin typeface="Courier New" panose="02070309020205020404" pitchFamily="49" charset="0"/>
                <a:cs typeface="Courier New" panose="02070309020205020404" pitchFamily="49" charset="0"/>
              </a:rPr>
              <a:t>nodo_inicial</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Creamos un conjunto para los nodos visitados</a:t>
            </a:r>
          </a:p>
          <a:p>
            <a:r>
              <a:rPr lang="es-ES" sz="900" dirty="0">
                <a:latin typeface="Courier New" panose="02070309020205020404" pitchFamily="49" charset="0"/>
                <a:cs typeface="Courier New" panose="02070309020205020404" pitchFamily="49" charset="0"/>
              </a:rPr>
              <a:t>    visitados = </a:t>
            </a:r>
            <a:r>
              <a:rPr lang="es-ES" sz="900" dirty="0" err="1">
                <a:latin typeface="Courier New" panose="02070309020205020404" pitchFamily="49" charset="0"/>
                <a:cs typeface="Courier New" panose="02070309020205020404" pitchFamily="49" charset="0"/>
              </a:rPr>
              <a:t>conjunto_vacio</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 Agregamos el nodo inicial a los visitados</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visitados.agregar</a:t>
            </a:r>
            <a:r>
              <a:rPr lang="es-ES" sz="900" dirty="0">
                <a:latin typeface="Courier New" panose="02070309020205020404" pitchFamily="49" charset="0"/>
                <a:cs typeface="Courier New" panose="02070309020205020404" pitchFamily="49" charset="0"/>
              </a:rPr>
              <a:t>(</a:t>
            </a:r>
            <a:r>
              <a:rPr lang="es-ES" sz="900" dirty="0" err="1">
                <a:latin typeface="Courier New" panose="02070309020205020404" pitchFamily="49" charset="0"/>
                <a:cs typeface="Courier New" panose="02070309020205020404" pitchFamily="49" charset="0"/>
              </a:rPr>
              <a:t>nodo_inicial</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Mientras la cola no esté vacía</a:t>
            </a:r>
          </a:p>
          <a:p>
            <a:r>
              <a:rPr lang="es-ES" sz="900" dirty="0">
                <a:latin typeface="Courier New" panose="02070309020205020404" pitchFamily="49" charset="0"/>
                <a:cs typeface="Courier New" panose="02070309020205020404" pitchFamily="49" charset="0"/>
              </a:rPr>
              <a:t>    mientras cola no esté vacía:</a:t>
            </a:r>
          </a:p>
          <a:p>
            <a:r>
              <a:rPr lang="es-ES" sz="900" dirty="0">
                <a:latin typeface="Courier New" panose="02070309020205020404" pitchFamily="49" charset="0"/>
                <a:cs typeface="Courier New" panose="02070309020205020404" pitchFamily="49" charset="0"/>
              </a:rPr>
              <a:t>        // Sacamos el primer nodo de la cola</a:t>
            </a:r>
          </a:p>
          <a:p>
            <a:r>
              <a:rPr lang="es-ES" sz="900" dirty="0">
                <a:latin typeface="Courier New" panose="02070309020205020404" pitchFamily="49" charset="0"/>
                <a:cs typeface="Courier New" panose="02070309020205020404" pitchFamily="49" charset="0"/>
              </a:rPr>
              <a:t>        nodo = </a:t>
            </a:r>
            <a:r>
              <a:rPr lang="es-ES" sz="900" dirty="0" err="1">
                <a:latin typeface="Courier New" panose="02070309020205020404" pitchFamily="49" charset="0"/>
                <a:cs typeface="Courier New" panose="02070309020205020404" pitchFamily="49" charset="0"/>
              </a:rPr>
              <a:t>cola.sacar</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Para cada vecino del nodo actual</a:t>
            </a:r>
          </a:p>
          <a:p>
            <a:r>
              <a:rPr lang="es-ES" sz="900" dirty="0">
                <a:latin typeface="Courier New" panose="02070309020205020404" pitchFamily="49" charset="0"/>
                <a:cs typeface="Courier New" panose="02070309020205020404" pitchFamily="49" charset="0"/>
              </a:rPr>
              <a:t>        para cada vecino en </a:t>
            </a:r>
            <a:r>
              <a:rPr lang="es-ES" sz="900" dirty="0" err="1">
                <a:latin typeface="Courier New" panose="02070309020205020404" pitchFamily="49" charset="0"/>
                <a:cs typeface="Courier New" panose="02070309020205020404" pitchFamily="49" charset="0"/>
              </a:rPr>
              <a:t>grafo.vecinos</a:t>
            </a:r>
            <a:r>
              <a:rPr lang="es-ES" sz="900" dirty="0">
                <a:latin typeface="Courier New" panose="02070309020205020404" pitchFamily="49" charset="0"/>
                <a:cs typeface="Courier New" panose="02070309020205020404" pitchFamily="49" charset="0"/>
              </a:rPr>
              <a:t>(nodo):</a:t>
            </a:r>
          </a:p>
          <a:p>
            <a:r>
              <a:rPr lang="es-ES" sz="900" dirty="0">
                <a:latin typeface="Courier New" panose="02070309020205020404" pitchFamily="49" charset="0"/>
                <a:cs typeface="Courier New" panose="02070309020205020404" pitchFamily="49" charset="0"/>
              </a:rPr>
              <a:t>            // Si el vecino no ha sido visitado</a:t>
            </a:r>
          </a:p>
          <a:p>
            <a:r>
              <a:rPr lang="es-ES" sz="900" dirty="0">
                <a:latin typeface="Courier New" panose="02070309020205020404" pitchFamily="49" charset="0"/>
                <a:cs typeface="Courier New" panose="02070309020205020404" pitchFamily="49" charset="0"/>
              </a:rPr>
              <a:t>            si vecino no está en visitados:</a:t>
            </a:r>
          </a:p>
          <a:p>
            <a:r>
              <a:rPr lang="es-ES" sz="900" dirty="0">
                <a:latin typeface="Courier New" panose="02070309020205020404" pitchFamily="49" charset="0"/>
                <a:cs typeface="Courier New" panose="02070309020205020404" pitchFamily="49" charset="0"/>
              </a:rPr>
              <a:t>                // Lo agregamos a los visitados</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visitados.agregar</a:t>
            </a:r>
            <a:r>
              <a:rPr lang="es-ES" sz="900" dirty="0">
                <a:latin typeface="Courier New" panose="02070309020205020404" pitchFamily="49" charset="0"/>
                <a:cs typeface="Courier New" panose="02070309020205020404" pitchFamily="49" charset="0"/>
              </a:rPr>
              <a:t>(vecino)</a:t>
            </a:r>
          </a:p>
          <a:p>
            <a:r>
              <a:rPr lang="es-ES" sz="900" dirty="0">
                <a:latin typeface="Courier New" panose="02070309020205020404" pitchFamily="49" charset="0"/>
                <a:cs typeface="Courier New" panose="02070309020205020404" pitchFamily="49" charset="0"/>
              </a:rPr>
              <a:t>                // Y lo agregamos a la cola</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cola.agregar</a:t>
            </a:r>
            <a:r>
              <a:rPr lang="es-ES" sz="900" dirty="0">
                <a:latin typeface="Courier New" panose="02070309020205020404" pitchFamily="49" charset="0"/>
                <a:cs typeface="Courier New" panose="02070309020205020404" pitchFamily="49" charset="0"/>
              </a:rPr>
              <a:t>(vecino)</a:t>
            </a:r>
          </a:p>
        </p:txBody>
      </p:sp>
    </p:spTree>
    <p:extLst>
      <p:ext uri="{BB962C8B-B14F-4D97-AF65-F5344CB8AC3E}">
        <p14:creationId xmlns:p14="http://schemas.microsoft.com/office/powerpoint/2010/main" val="3842868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18" name="Google Shape;118;p20"/>
          <p:cNvSpPr txBox="1">
            <a:spLocks noGrp="1"/>
          </p:cNvSpPr>
          <p:nvPr>
            <p:ph type="body" idx="1"/>
          </p:nvPr>
        </p:nvSpPr>
        <p:spPr>
          <a:xfrm>
            <a:off x="311700" y="1465166"/>
            <a:ext cx="8520600" cy="402818"/>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None/>
            </a:pPr>
            <a:r>
              <a:rPr lang="es-CO" sz="1500" b="1"/>
              <a:t>Implementación en Python</a:t>
            </a:r>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1200"/>
              </a:spcAft>
              <a:buSzPct val="67833"/>
              <a:buNone/>
            </a:pPr>
            <a:endParaRPr lang="es-CO" sz="1500" dirty="0"/>
          </a:p>
        </p:txBody>
      </p:sp>
    </p:spTree>
    <p:extLst>
      <p:ext uri="{BB962C8B-B14F-4D97-AF65-F5344CB8AC3E}">
        <p14:creationId xmlns:p14="http://schemas.microsoft.com/office/powerpoint/2010/main" val="299872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25" name="Google Shape;125;p21"/>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b="1"/>
              <a:t>Aplicaciones</a:t>
            </a:r>
            <a:endParaRPr sz="1500" b="1"/>
          </a:p>
          <a:p>
            <a:pPr marL="457200" lvl="0" indent="-323850" algn="just" rtl="0">
              <a:lnSpc>
                <a:spcPct val="105000"/>
              </a:lnSpc>
              <a:spcBef>
                <a:spcPts val="1200"/>
              </a:spcBef>
              <a:spcAft>
                <a:spcPts val="0"/>
              </a:spcAft>
              <a:buSzPts val="1500"/>
              <a:buChar char="●"/>
            </a:pPr>
            <a:r>
              <a:rPr lang="es" sz="1500"/>
              <a:t>Ruta más corta y rango mínimo: </a:t>
            </a:r>
            <a:endParaRPr sz="1500"/>
          </a:p>
          <a:p>
            <a:pPr marL="457200" lvl="0" indent="0" algn="just" rtl="0">
              <a:lnSpc>
                <a:spcPct val="105000"/>
              </a:lnSpc>
              <a:spcBef>
                <a:spcPts val="1200"/>
              </a:spcBef>
              <a:spcAft>
                <a:spcPts val="0"/>
              </a:spcAft>
              <a:buNone/>
            </a:pPr>
            <a:r>
              <a:rPr lang="es" sz="1500"/>
              <a:t>La ruta más corta en un grafo no ponderado es la que tiene menos aristas. Por lo general, llegamos a un nodo destino desde un nodo de origen utilizando la menor cantidad de aristas cuando utilizamos Breadth-First. En redes punto a punto (P2P) se utiliza a menudo para descubrir todos los vértices vecinos como BitTorrent.</a:t>
            </a:r>
            <a:endParaRPr sz="1500"/>
          </a:p>
          <a:p>
            <a:pPr marL="457200" lvl="0" indent="-323850" algn="just" rtl="0">
              <a:lnSpc>
                <a:spcPct val="105000"/>
              </a:lnSpc>
              <a:spcBef>
                <a:spcPts val="1200"/>
              </a:spcBef>
              <a:spcAft>
                <a:spcPts val="0"/>
              </a:spcAft>
              <a:buSzPts val="1500"/>
              <a:buChar char="●"/>
            </a:pPr>
            <a:r>
              <a:rPr lang="es" sz="1500"/>
              <a:t>Rastreadores en motores de búsqueda: </a:t>
            </a:r>
            <a:endParaRPr sz="1500"/>
          </a:p>
          <a:p>
            <a:pPr marL="457200" lvl="0" indent="0" algn="just" rtl="0">
              <a:lnSpc>
                <a:spcPct val="105000"/>
              </a:lnSpc>
              <a:spcBef>
                <a:spcPts val="1200"/>
              </a:spcBef>
              <a:spcAft>
                <a:spcPts val="0"/>
              </a:spcAft>
              <a:buNone/>
            </a:pPr>
            <a:r>
              <a:rPr lang="es" sz="1500"/>
              <a:t>Los rastreadores crean índices yendo de amplitud a profundidad. El objetivo es comenzar en la página raíz y explorar todos los enlaces desde allí.</a:t>
            </a:r>
            <a:endParaRPr sz="1500"/>
          </a:p>
          <a:p>
            <a:pPr marL="0" lvl="0" indent="0" algn="just" rtl="0">
              <a:lnSpc>
                <a:spcPct val="105000"/>
              </a:lnSpc>
              <a:spcBef>
                <a:spcPts val="1200"/>
              </a:spcBef>
              <a:spcAft>
                <a:spcPts val="1200"/>
              </a:spcAft>
              <a:buSzPts val="1018"/>
              <a:buNone/>
            </a:pP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amplitud</a:t>
            </a:r>
            <a:endParaRPr/>
          </a:p>
        </p:txBody>
      </p:sp>
      <p:sp>
        <p:nvSpPr>
          <p:cNvPr id="131" name="Google Shape;131;p2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SzPts val="1018"/>
              <a:buNone/>
            </a:pPr>
            <a:r>
              <a:rPr lang="es" sz="1500" b="1"/>
              <a:t>Aplicaciones</a:t>
            </a:r>
            <a:endParaRPr sz="1500" b="1"/>
          </a:p>
          <a:p>
            <a:pPr marL="457200" lvl="0" indent="-323850" algn="just" rtl="0">
              <a:lnSpc>
                <a:spcPct val="105000"/>
              </a:lnSpc>
              <a:spcBef>
                <a:spcPts val="1200"/>
              </a:spcBef>
              <a:spcAft>
                <a:spcPts val="0"/>
              </a:spcAft>
              <a:buSzPts val="1500"/>
              <a:buChar char="●"/>
            </a:pPr>
            <a:r>
              <a:rPr lang="es" sz="1500"/>
              <a:t>Sitios web para redes sociales: </a:t>
            </a:r>
            <a:endParaRPr sz="1500"/>
          </a:p>
          <a:p>
            <a:pPr marL="457200" lvl="0" indent="0" algn="just" rtl="0">
              <a:lnSpc>
                <a:spcPct val="105000"/>
              </a:lnSpc>
              <a:spcBef>
                <a:spcPts val="1200"/>
              </a:spcBef>
              <a:spcAft>
                <a:spcPts val="0"/>
              </a:spcAft>
              <a:buNone/>
            </a:pPr>
            <a:r>
              <a:rPr lang="es" sz="1500"/>
              <a:t>Podemos utilizar Breadth First Search para identificar personas dentro de una longitud particular 'm' de un miembro en conexiones sociales hasta niveles 'm'.</a:t>
            </a:r>
            <a:endParaRPr sz="1500"/>
          </a:p>
          <a:p>
            <a:pPr marL="457200" lvl="0" indent="-323850" algn="just" rtl="0">
              <a:lnSpc>
                <a:spcPct val="105000"/>
              </a:lnSpc>
              <a:spcBef>
                <a:spcPts val="1200"/>
              </a:spcBef>
              <a:spcAft>
                <a:spcPts val="0"/>
              </a:spcAft>
              <a:buSzPts val="1500"/>
              <a:buChar char="●"/>
            </a:pPr>
            <a:r>
              <a:rPr lang="es" sz="1500"/>
              <a:t>Entre otros.</a:t>
            </a:r>
            <a:endParaRPr sz="1500"/>
          </a:p>
          <a:p>
            <a:pPr marL="0" lvl="0" indent="0" algn="just" rtl="0">
              <a:lnSpc>
                <a:spcPct val="105000"/>
              </a:lnSpc>
              <a:spcBef>
                <a:spcPts val="1200"/>
              </a:spcBef>
              <a:spcAft>
                <a:spcPts val="1200"/>
              </a:spcAft>
              <a:buSzPts val="1018"/>
              <a:buNone/>
            </a:pP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37" name="Google Shape;137;p2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Es una variación del algoritmo de búsqueda primero en amplitud, dado que avanza mediante un enfoque similar (recorriendo nivel por nivel) exceptuando que primero expande los sucesores del nodo que tenga menor coste acumulado para llegar a él. Por lo que se guía por el coste del camino y no el valor de profundidad que pueda tener el nodo objetivo.</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38" name="Google Shape;138;p23"/>
          <p:cNvPicPr preferRelativeResize="0"/>
          <p:nvPr/>
        </p:nvPicPr>
        <p:blipFill rotWithShape="1">
          <a:blip r:embed="rId3">
            <a:alphaModFix/>
          </a:blip>
          <a:srcRect l="6223" r="32576"/>
          <a:stretch/>
        </p:blipFill>
        <p:spPr>
          <a:xfrm>
            <a:off x="3045737" y="2740975"/>
            <a:ext cx="3052526" cy="1828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44" name="Google Shape;144;p2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Por ejemplo, observando el grafo de la siguiente figura se interpreta que para llegar del nodo A al nodo G existen diferentes caminos con variación de costes en estos, haciéndose necesaria la exploración de estos para saber cuál minimiza el coste entre estos puntos.</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45" name="Google Shape;145;p24"/>
          <p:cNvPicPr preferRelativeResize="0"/>
          <p:nvPr/>
        </p:nvPicPr>
        <p:blipFill>
          <a:blip r:embed="rId3">
            <a:alphaModFix/>
          </a:blip>
          <a:stretch>
            <a:fillRect/>
          </a:stretch>
        </p:blipFill>
        <p:spPr>
          <a:xfrm>
            <a:off x="737063" y="2373350"/>
            <a:ext cx="7060264" cy="2494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44" name="Google Shape;144;p2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Por ejemplo, observando el grafo de la siguiente figura se interpreta que para llegar del nodo A al nodo G existen diferentes caminos con variación de costes en estos, haciéndose necesaria la exploración de estos para saber cuál minimiza el coste entre estos puntos.</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2050" name="Picture 2" descr="Juegos, rutas y circuitos, resolucion de problemas con Inteligencia  Artificial">
            <a:extLst>
              <a:ext uri="{FF2B5EF4-FFF2-40B4-BE49-F238E27FC236}">
                <a16:creationId xmlns:a16="http://schemas.microsoft.com/office/drawing/2014/main" id="{8E9D73A4-D05A-FA00-5050-2AB1D74C07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6662" y="2237015"/>
            <a:ext cx="4870676" cy="2740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021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49"/>
        <p:cNvGrpSpPr/>
        <p:nvPr/>
      </p:nvGrpSpPr>
      <p:grpSpPr>
        <a:xfrm>
          <a:off x="0" y="0"/>
          <a:ext cx="0" cy="0"/>
          <a:chOff x="0" y="0"/>
          <a:chExt cx="0" cy="0"/>
        </a:xfrm>
      </p:grpSpPr>
      <p:sp>
        <p:nvSpPr>
          <p:cNvPr id="150" name="Google Shape;150;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51" name="Google Shape;151;p2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Ejercicio: Ir del nodo S al G con base en la búsqueda de costo uniforme</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52" name="Google Shape;152;p25"/>
          <p:cNvPicPr preferRelativeResize="0"/>
          <p:nvPr/>
        </p:nvPicPr>
        <p:blipFill>
          <a:blip r:embed="rId3">
            <a:alphaModFix/>
          </a:blip>
          <a:stretch>
            <a:fillRect/>
          </a:stretch>
        </p:blipFill>
        <p:spPr>
          <a:xfrm>
            <a:off x="2095138" y="1988923"/>
            <a:ext cx="4953726" cy="2368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56"/>
        <p:cNvGrpSpPr/>
        <p:nvPr/>
      </p:nvGrpSpPr>
      <p:grpSpPr>
        <a:xfrm>
          <a:off x="0" y="0"/>
          <a:ext cx="0" cy="0"/>
          <a:chOff x="0" y="0"/>
          <a:chExt cx="0" cy="0"/>
        </a:xfrm>
      </p:grpSpPr>
      <p:sp>
        <p:nvSpPr>
          <p:cNvPr id="157" name="Google Shape;157;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58" name="Google Shape;158;p2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marR="0" lvl="0" indent="0" algn="just" rtl="0">
              <a:lnSpc>
                <a:spcPct val="105000"/>
              </a:lnSpc>
              <a:spcBef>
                <a:spcPts val="0"/>
              </a:spcBef>
              <a:spcAft>
                <a:spcPts val="0"/>
              </a:spcAft>
              <a:buNone/>
            </a:pPr>
            <a:r>
              <a:rPr lang="es" sz="1500"/>
              <a:t>Ejercicio: Ir del nodo S al G con base en la búsqueda de costo uniforme</a:t>
            </a:r>
            <a:endParaRPr sz="1500"/>
          </a:p>
          <a:p>
            <a:pPr marL="0" marR="0" lvl="0" indent="0" algn="just" rtl="0">
              <a:lnSpc>
                <a:spcPct val="105000"/>
              </a:lnSpc>
              <a:spcBef>
                <a:spcPts val="1200"/>
              </a:spcBef>
              <a:spcAft>
                <a:spcPts val="0"/>
              </a:spcAft>
              <a:buNone/>
            </a:pPr>
            <a:endParaRPr sz="1500"/>
          </a:p>
          <a:p>
            <a:pPr marL="0" marR="0" lvl="0" indent="0" algn="just" rtl="0">
              <a:lnSpc>
                <a:spcPct val="105000"/>
              </a:lnSpc>
              <a:spcBef>
                <a:spcPts val="1200"/>
              </a:spcBef>
              <a:spcAft>
                <a:spcPts val="1200"/>
              </a:spcAft>
              <a:buNone/>
            </a:pPr>
            <a:endParaRPr sz="1500"/>
          </a:p>
        </p:txBody>
      </p:sp>
      <p:sp>
        <p:nvSpPr>
          <p:cNvPr id="159" name="Google Shape;159;p26"/>
          <p:cNvSpPr txBox="1"/>
          <p:nvPr/>
        </p:nvSpPr>
        <p:spPr>
          <a:xfrm>
            <a:off x="386150" y="1872350"/>
            <a:ext cx="6731700" cy="2205000"/>
          </a:xfrm>
          <a:prstGeom prst="rect">
            <a:avLst/>
          </a:prstGeom>
          <a:noFill/>
          <a:ln>
            <a:noFill/>
          </a:ln>
        </p:spPr>
        <p:txBody>
          <a:bodyPr spcFirstLastPara="1" wrap="square" lIns="91425" tIns="91425" rIns="91425" bIns="91425" anchor="t" anchorCtr="0">
            <a:spAutoFit/>
          </a:bodyPr>
          <a:lstStyle/>
          <a:p>
            <a:pPr marL="0" marR="0" lvl="0" indent="0" algn="just" rtl="0">
              <a:lnSpc>
                <a:spcPct val="105000"/>
              </a:lnSpc>
              <a:spcBef>
                <a:spcPts val="0"/>
              </a:spcBef>
              <a:spcAft>
                <a:spcPts val="0"/>
              </a:spcAft>
              <a:buNone/>
            </a:pPr>
            <a:r>
              <a:rPr lang="es" sz="1300" dirty="0">
                <a:solidFill>
                  <a:schemeClr val="dk2"/>
                </a:solidFill>
                <a:latin typeface="Open Sans"/>
                <a:ea typeface="Open Sans"/>
                <a:cs typeface="Open Sans"/>
                <a:sym typeface="Open Sans"/>
              </a:rPr>
              <a:t>Inicio: { [ S , 0 ] }</a:t>
            </a:r>
            <a:endParaRPr sz="1300" dirty="0">
              <a:solidFill>
                <a:schemeClr val="dk2"/>
              </a:solidFill>
              <a:latin typeface="Open Sans"/>
              <a:ea typeface="Open Sans"/>
              <a:cs typeface="Open Sans"/>
              <a:sym typeface="Open Sans"/>
            </a:endParaRPr>
          </a:p>
          <a:p>
            <a:pPr marL="0" marR="0" lvl="0" indent="0" algn="just" rtl="0">
              <a:lnSpc>
                <a:spcPct val="105000"/>
              </a:lnSpc>
              <a:spcBef>
                <a:spcPts val="1200"/>
              </a:spcBef>
              <a:spcAft>
                <a:spcPts val="0"/>
              </a:spcAft>
              <a:buNone/>
            </a:pPr>
            <a:r>
              <a:rPr lang="es" sz="1300" dirty="0">
                <a:solidFill>
                  <a:schemeClr val="dk2"/>
                </a:solidFill>
                <a:latin typeface="Open Sans"/>
                <a:ea typeface="Open Sans"/>
                <a:cs typeface="Open Sans"/>
                <a:sym typeface="Open Sans"/>
              </a:rPr>
              <a:t>1: { </a:t>
            </a:r>
            <a:r>
              <a:rPr lang="es" sz="1300" b="1" dirty="0">
                <a:solidFill>
                  <a:schemeClr val="dk2"/>
                </a:solidFill>
                <a:latin typeface="Open Sans"/>
                <a:ea typeface="Open Sans"/>
                <a:cs typeface="Open Sans"/>
                <a:sym typeface="Open Sans"/>
              </a:rPr>
              <a:t>[ S-&gt;A , 1 ]</a:t>
            </a:r>
            <a:r>
              <a:rPr lang="es" sz="1300" dirty="0">
                <a:solidFill>
                  <a:schemeClr val="dk2"/>
                </a:solidFill>
                <a:latin typeface="Open Sans"/>
                <a:ea typeface="Open Sans"/>
                <a:cs typeface="Open Sans"/>
                <a:sym typeface="Open Sans"/>
              </a:rPr>
              <a:t> , [ S-&gt;G , 12 ] }</a:t>
            </a:r>
            <a:endParaRPr sz="1300" dirty="0">
              <a:solidFill>
                <a:schemeClr val="dk2"/>
              </a:solidFill>
              <a:latin typeface="Open Sans"/>
              <a:ea typeface="Open Sans"/>
              <a:cs typeface="Open Sans"/>
              <a:sym typeface="Open Sans"/>
            </a:endParaRPr>
          </a:p>
          <a:p>
            <a:pPr marL="0" marR="0" lvl="0" indent="0" algn="just" rtl="0">
              <a:lnSpc>
                <a:spcPct val="105000"/>
              </a:lnSpc>
              <a:spcBef>
                <a:spcPts val="1200"/>
              </a:spcBef>
              <a:spcAft>
                <a:spcPts val="0"/>
              </a:spcAft>
              <a:buNone/>
            </a:pPr>
            <a:r>
              <a:rPr lang="es" sz="1300" dirty="0">
                <a:solidFill>
                  <a:schemeClr val="dk2"/>
                </a:solidFill>
                <a:latin typeface="Open Sans"/>
                <a:ea typeface="Open Sans"/>
                <a:cs typeface="Open Sans"/>
                <a:sym typeface="Open Sans"/>
              </a:rPr>
              <a:t>2: { </a:t>
            </a:r>
            <a:r>
              <a:rPr lang="es" sz="1300" b="1" dirty="0">
                <a:solidFill>
                  <a:schemeClr val="dk2"/>
                </a:solidFill>
                <a:latin typeface="Open Sans"/>
                <a:ea typeface="Open Sans"/>
                <a:cs typeface="Open Sans"/>
                <a:sym typeface="Open Sans"/>
              </a:rPr>
              <a:t>[ S-&gt;A-&gt;C , 2 ] </a:t>
            </a:r>
            <a:r>
              <a:rPr lang="es" sz="1300" dirty="0">
                <a:solidFill>
                  <a:schemeClr val="dk2"/>
                </a:solidFill>
                <a:latin typeface="Open Sans"/>
                <a:ea typeface="Open Sans"/>
                <a:cs typeface="Open Sans"/>
                <a:sym typeface="Open Sans"/>
              </a:rPr>
              <a:t>, [ S-&gt;A-&gt;B , 4 ] , [ S-&gt;G , 12] }</a:t>
            </a:r>
            <a:endParaRPr sz="1300" dirty="0">
              <a:solidFill>
                <a:schemeClr val="dk2"/>
              </a:solidFill>
              <a:latin typeface="Open Sans"/>
              <a:ea typeface="Open Sans"/>
              <a:cs typeface="Open Sans"/>
              <a:sym typeface="Open Sans"/>
            </a:endParaRPr>
          </a:p>
          <a:p>
            <a:pPr marL="0" marR="0" lvl="0" indent="0" algn="just" rtl="0">
              <a:lnSpc>
                <a:spcPct val="105000"/>
              </a:lnSpc>
              <a:spcBef>
                <a:spcPts val="1200"/>
              </a:spcBef>
              <a:spcAft>
                <a:spcPts val="0"/>
              </a:spcAft>
              <a:buNone/>
            </a:pPr>
            <a:r>
              <a:rPr lang="es" sz="1300" dirty="0">
                <a:solidFill>
                  <a:schemeClr val="dk2"/>
                </a:solidFill>
                <a:latin typeface="Open Sans"/>
                <a:ea typeface="Open Sans"/>
                <a:cs typeface="Open Sans"/>
                <a:sym typeface="Open Sans"/>
              </a:rPr>
              <a:t>3: { </a:t>
            </a:r>
            <a:r>
              <a:rPr lang="es" sz="1300" b="1" dirty="0">
                <a:solidFill>
                  <a:schemeClr val="dk2"/>
                </a:solidFill>
                <a:latin typeface="Open Sans"/>
                <a:ea typeface="Open Sans"/>
                <a:cs typeface="Open Sans"/>
                <a:sym typeface="Open Sans"/>
              </a:rPr>
              <a:t>[ S-&gt;A-&gt;C-&gt;D , 3 ]</a:t>
            </a:r>
            <a:r>
              <a:rPr lang="es" sz="1300" dirty="0">
                <a:solidFill>
                  <a:schemeClr val="dk2"/>
                </a:solidFill>
                <a:latin typeface="Open Sans"/>
                <a:ea typeface="Open Sans"/>
                <a:cs typeface="Open Sans"/>
                <a:sym typeface="Open Sans"/>
              </a:rPr>
              <a:t> , [ S-&gt;A-&gt;B , 4 ] , [ S-&gt;A-&gt;C-&gt;G , 4 ] , [ S-&gt;G , 12 ] }</a:t>
            </a:r>
            <a:endParaRPr sz="1300" dirty="0">
              <a:solidFill>
                <a:schemeClr val="dk2"/>
              </a:solidFill>
              <a:latin typeface="Open Sans"/>
              <a:ea typeface="Open Sans"/>
              <a:cs typeface="Open Sans"/>
              <a:sym typeface="Open Sans"/>
            </a:endParaRPr>
          </a:p>
          <a:p>
            <a:pPr marL="0" marR="0" lvl="0" indent="0" algn="just" rtl="0">
              <a:lnSpc>
                <a:spcPct val="105000"/>
              </a:lnSpc>
              <a:spcBef>
                <a:spcPts val="1200"/>
              </a:spcBef>
              <a:spcAft>
                <a:spcPts val="0"/>
              </a:spcAft>
              <a:buNone/>
            </a:pPr>
            <a:r>
              <a:rPr lang="es" sz="1300" dirty="0">
                <a:solidFill>
                  <a:schemeClr val="dk2"/>
                </a:solidFill>
                <a:latin typeface="Open Sans"/>
                <a:ea typeface="Open Sans"/>
                <a:cs typeface="Open Sans"/>
                <a:sym typeface="Open Sans"/>
              </a:rPr>
              <a:t>4: { [ S-&gt;A-&gt;B , 4 ] , </a:t>
            </a:r>
            <a:r>
              <a:rPr lang="es" sz="1300" b="1" dirty="0">
                <a:solidFill>
                  <a:schemeClr val="dk2"/>
                </a:solidFill>
                <a:latin typeface="Open Sans"/>
                <a:ea typeface="Open Sans"/>
                <a:cs typeface="Open Sans"/>
                <a:sym typeface="Open Sans"/>
              </a:rPr>
              <a:t>[ S-&gt;A-&gt;C-&gt;G , 4 ]</a:t>
            </a:r>
            <a:r>
              <a:rPr lang="es" sz="1300" dirty="0">
                <a:solidFill>
                  <a:schemeClr val="dk2"/>
                </a:solidFill>
                <a:latin typeface="Open Sans"/>
                <a:ea typeface="Open Sans"/>
                <a:cs typeface="Open Sans"/>
                <a:sym typeface="Open Sans"/>
              </a:rPr>
              <a:t> , [ S-&gt;A-&gt;C-&gt;D-&gt;G , 6 ] , [ S-&gt;G , 12 ] }</a:t>
            </a:r>
            <a:endParaRPr sz="1300" dirty="0">
              <a:solidFill>
                <a:schemeClr val="dk2"/>
              </a:solidFill>
              <a:latin typeface="Open Sans"/>
              <a:ea typeface="Open Sans"/>
              <a:cs typeface="Open Sans"/>
              <a:sym typeface="Open Sans"/>
            </a:endParaRPr>
          </a:p>
          <a:p>
            <a:pPr marL="0" marR="0" lvl="0" indent="0" algn="just" rtl="0">
              <a:lnSpc>
                <a:spcPct val="105000"/>
              </a:lnSpc>
              <a:spcBef>
                <a:spcPts val="1200"/>
              </a:spcBef>
              <a:spcAft>
                <a:spcPts val="1200"/>
              </a:spcAft>
              <a:buNone/>
            </a:pPr>
            <a:r>
              <a:rPr lang="es" sz="1300" dirty="0">
                <a:solidFill>
                  <a:schemeClr val="dk2"/>
                </a:solidFill>
                <a:latin typeface="Open Sans"/>
                <a:ea typeface="Open Sans"/>
                <a:cs typeface="Open Sans"/>
                <a:sym typeface="Open Sans"/>
              </a:rPr>
              <a:t>5: Salida final: S-&gt;A-&gt;C-&gt;G.</a:t>
            </a:r>
            <a:endParaRPr sz="1300" dirty="0">
              <a:solidFill>
                <a:schemeClr val="dk2"/>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costo uniforme</a:t>
            </a:r>
            <a:endParaRPr/>
          </a:p>
        </p:txBody>
      </p:sp>
      <p:sp>
        <p:nvSpPr>
          <p:cNvPr id="165" name="Google Shape;165;p2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Características</a:t>
            </a:r>
            <a:endParaRPr sz="1500" b="1"/>
          </a:p>
          <a:p>
            <a:pPr marL="457200" lvl="0" indent="-323850" algn="just" rtl="0">
              <a:lnSpc>
                <a:spcPct val="105000"/>
              </a:lnSpc>
              <a:spcBef>
                <a:spcPts val="1200"/>
              </a:spcBef>
              <a:spcAft>
                <a:spcPts val="0"/>
              </a:spcAft>
              <a:buSzPts val="1500"/>
              <a:buChar char="●"/>
            </a:pPr>
            <a:r>
              <a:rPr lang="es" sz="1500" b="1"/>
              <a:t>Completo</a:t>
            </a:r>
            <a:r>
              <a:rPr lang="es" sz="1500"/>
              <a:t>: Si existe una solución el algoritmo está en capacidad de encontrarla, si la ramificación es finita y los costos del camino incrementan al explorar un nuevo nodo.</a:t>
            </a:r>
            <a:endParaRPr sz="1500"/>
          </a:p>
          <a:p>
            <a:pPr marL="457200" lvl="0" indent="-323850" algn="just" rtl="0">
              <a:lnSpc>
                <a:spcPct val="105000"/>
              </a:lnSpc>
              <a:spcBef>
                <a:spcPts val="0"/>
              </a:spcBef>
              <a:spcAft>
                <a:spcPts val="0"/>
              </a:spcAft>
              <a:buSzPts val="1500"/>
              <a:buChar char="●"/>
            </a:pPr>
            <a:r>
              <a:rPr lang="es" sz="1500" b="1"/>
              <a:t>Óptimo</a:t>
            </a:r>
            <a:r>
              <a:rPr lang="es" sz="1500"/>
              <a:t>: Encuentra el camino más óptimo con base en el menor coste.</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Su complejidad no puede ser fácilmente caracterizada en términos de </a:t>
            </a:r>
            <a:r>
              <a:rPr lang="es" sz="1500" i="1"/>
              <a:t>b</a:t>
            </a:r>
            <a:r>
              <a:rPr lang="es" sz="1500"/>
              <a:t> (factor de ramificación) y </a:t>
            </a:r>
            <a:r>
              <a:rPr lang="es" sz="1500" i="1"/>
              <a:t>d</a:t>
            </a:r>
            <a:r>
              <a:rPr lang="es" sz="1500"/>
              <a:t> (profundidad). En su lugar, C* es el costo de la solución óptima, y se supone que cada acción cuesta al menos ϵ:         </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Cuenta con la misma complejidad temporal:            </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66" name="Google Shape;166;p27"/>
          <p:cNvPicPr preferRelativeResize="0"/>
          <p:nvPr/>
        </p:nvPicPr>
        <p:blipFill>
          <a:blip r:embed="rId3">
            <a:alphaModFix/>
          </a:blip>
          <a:stretch>
            <a:fillRect/>
          </a:stretch>
        </p:blipFill>
        <p:spPr>
          <a:xfrm>
            <a:off x="7040375" y="3191675"/>
            <a:ext cx="619125" cy="238125"/>
          </a:xfrm>
          <a:prstGeom prst="rect">
            <a:avLst/>
          </a:prstGeom>
          <a:noFill/>
          <a:ln>
            <a:noFill/>
          </a:ln>
        </p:spPr>
      </p:pic>
      <p:pic>
        <p:nvPicPr>
          <p:cNvPr id="167" name="Google Shape;167;p27"/>
          <p:cNvPicPr preferRelativeResize="0"/>
          <p:nvPr/>
        </p:nvPicPr>
        <p:blipFill>
          <a:blip r:embed="rId3">
            <a:alphaModFix/>
          </a:blip>
          <a:stretch>
            <a:fillRect/>
          </a:stretch>
        </p:blipFill>
        <p:spPr>
          <a:xfrm>
            <a:off x="6617800" y="2953550"/>
            <a:ext cx="619125" cy="2381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profundidad</a:t>
            </a:r>
            <a:endParaRPr/>
          </a:p>
        </p:txBody>
      </p:sp>
      <p:sp>
        <p:nvSpPr>
          <p:cNvPr id="173" name="Google Shape;173;p2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La búsqueda primero en profundidad tiene un enfoque contrario al argumentado en la búsqueda por amplitud, dado que recorre un árbol enfocándose en llegar al nivel más  profundo, recorriendo rama por rama en la zona frontera. Por lo tanto, se fundamenta en una estructura de datos diferente, la cual corresponde a la Pila que emplean el orden como: Último en entrar primero en salir </a:t>
            </a:r>
            <a:r>
              <a:rPr lang="es" sz="1500" b="1"/>
              <a:t>LIFO.</a:t>
            </a:r>
            <a:endParaRPr sz="1500" b="1"/>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74" name="Google Shape;174;p28"/>
          <p:cNvPicPr preferRelativeResize="0"/>
          <p:nvPr/>
        </p:nvPicPr>
        <p:blipFill>
          <a:blip r:embed="rId3">
            <a:alphaModFix/>
          </a:blip>
          <a:stretch>
            <a:fillRect/>
          </a:stretch>
        </p:blipFill>
        <p:spPr>
          <a:xfrm>
            <a:off x="3309925" y="2722675"/>
            <a:ext cx="2524125" cy="18097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profundidad</a:t>
            </a:r>
            <a:endParaRPr/>
          </a:p>
        </p:txBody>
      </p:sp>
      <p:sp>
        <p:nvSpPr>
          <p:cNvPr id="180" name="Google Shape;180;p29"/>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600" dirty="0"/>
              <a:t>Un ejemplo de exploración por medio de esta técnica, se puede evidenciar en la siguiente diapositiva, que corresponde a un árbol de decisión binario, el cual comienza a expandirse en la raíz que cuenta con dos sucesores; el primero de sus sucesores se expande y se verifica que tenga el objetivo de la consulta, como no cuenta con el objetivo y tiene sus propios sucesores se expande el primero de estos y como no existen más sucesores y no se ha encontrado la respuesta se procede a explorar a su “hermano”, que al no contar con el valor objetivo y con sucesores se debe devolver la exploración en un nivel para así expandir al hermano de su antecesor, comparar si cuenta con el objetivo y si no seguir explorando en profundidad. Lo anterior repitiéndose de manera iterativa hasta encontrar el objetivo (Nodo M) o recorrer todas las ramas del árbol.</a:t>
            </a:r>
            <a:endParaRPr sz="1600" b="1" dirty="0"/>
          </a:p>
          <a:p>
            <a:pPr marL="0" lvl="0" indent="0" algn="just" rtl="0">
              <a:lnSpc>
                <a:spcPct val="105000"/>
              </a:lnSpc>
              <a:spcBef>
                <a:spcPts val="1200"/>
              </a:spcBef>
              <a:spcAft>
                <a:spcPts val="0"/>
              </a:spcAft>
              <a:buNone/>
            </a:pPr>
            <a:endParaRPr sz="1500" dirty="0"/>
          </a:p>
          <a:p>
            <a:pPr marL="0" lvl="0" indent="0" algn="just" rtl="0">
              <a:lnSpc>
                <a:spcPct val="105000"/>
              </a:lnSpc>
              <a:spcBef>
                <a:spcPts val="1200"/>
              </a:spcBef>
              <a:spcAft>
                <a:spcPts val="1200"/>
              </a:spcAft>
              <a:buSzPts val="1018"/>
              <a:buNone/>
            </a:pPr>
            <a:endParaRPr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profundidad</a:t>
            </a:r>
            <a:endParaRPr/>
          </a:p>
        </p:txBody>
      </p:sp>
      <p:sp>
        <p:nvSpPr>
          <p:cNvPr id="186" name="Google Shape;186;p30"/>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b="1"/>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pic>
        <p:nvPicPr>
          <p:cNvPr id="187" name="Google Shape;187;p30"/>
          <p:cNvPicPr preferRelativeResize="0"/>
          <p:nvPr/>
        </p:nvPicPr>
        <p:blipFill>
          <a:blip r:embed="rId3">
            <a:alphaModFix/>
          </a:blip>
          <a:stretch>
            <a:fillRect/>
          </a:stretch>
        </p:blipFill>
        <p:spPr>
          <a:xfrm>
            <a:off x="2467101" y="1266325"/>
            <a:ext cx="4209800" cy="33804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profundidad</a:t>
            </a:r>
            <a:endParaRPr/>
          </a:p>
        </p:txBody>
      </p:sp>
      <p:pic>
        <p:nvPicPr>
          <p:cNvPr id="3074" name="Picture 2" descr="Primero en Profundidad – Tecnologia educativa UNAN – NANAGUA">
            <a:extLst>
              <a:ext uri="{FF2B5EF4-FFF2-40B4-BE49-F238E27FC236}">
                <a16:creationId xmlns:a16="http://schemas.microsoft.com/office/drawing/2014/main" id="{F3ADB4C5-B2DA-C850-F7CB-C254D705BA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9407" y="1526650"/>
            <a:ext cx="2895600" cy="3171825"/>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Juegos, rutas y circuitos, resolucion de problemas con Inteligencia  Artificial">
            <a:extLst>
              <a:ext uri="{FF2B5EF4-FFF2-40B4-BE49-F238E27FC236}">
                <a16:creationId xmlns:a16="http://schemas.microsoft.com/office/drawing/2014/main" id="{F3BE6ECA-4014-228E-4FAA-6403055583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69858" y="1526650"/>
            <a:ext cx="4887005" cy="27500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Estrategias - Búsqueda primero en profundidad</a:t>
            </a:r>
            <a:endParaRPr dirty="0"/>
          </a:p>
        </p:txBody>
      </p:sp>
      <p:sp>
        <p:nvSpPr>
          <p:cNvPr id="118" name="Google Shape;118;p20"/>
          <p:cNvSpPr txBox="1">
            <a:spLocks noGrp="1"/>
          </p:cNvSpPr>
          <p:nvPr>
            <p:ph type="body" idx="1"/>
          </p:nvPr>
        </p:nvSpPr>
        <p:spPr>
          <a:xfrm>
            <a:off x="311700" y="1007966"/>
            <a:ext cx="8520600" cy="402818"/>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None/>
            </a:pPr>
            <a:r>
              <a:rPr lang="es" sz="1500" b="1" dirty="0"/>
              <a:t>Pseudocódigo recursivo</a:t>
            </a: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0"/>
              </a:spcAft>
              <a:buNone/>
            </a:pPr>
            <a:endParaRPr sz="1500" b="1" dirty="0"/>
          </a:p>
          <a:p>
            <a:pPr marL="0" lvl="0" indent="0" algn="just" rtl="0">
              <a:lnSpc>
                <a:spcPct val="105000"/>
              </a:lnSpc>
              <a:spcBef>
                <a:spcPts val="1200"/>
              </a:spcBef>
              <a:spcAft>
                <a:spcPts val="1200"/>
              </a:spcAft>
              <a:buSzPct val="67833"/>
              <a:buNone/>
            </a:pPr>
            <a:endParaRPr sz="1500" dirty="0"/>
          </a:p>
        </p:txBody>
      </p:sp>
      <p:sp>
        <p:nvSpPr>
          <p:cNvPr id="3" name="CuadroTexto 2">
            <a:extLst>
              <a:ext uri="{FF2B5EF4-FFF2-40B4-BE49-F238E27FC236}">
                <a16:creationId xmlns:a16="http://schemas.microsoft.com/office/drawing/2014/main" id="{01124124-82D6-AC87-316D-B42A458A80A1}"/>
              </a:ext>
            </a:extLst>
          </p:cNvPr>
          <p:cNvSpPr txBox="1"/>
          <p:nvPr/>
        </p:nvSpPr>
        <p:spPr>
          <a:xfrm>
            <a:off x="311699" y="1410784"/>
            <a:ext cx="5298071" cy="3416320"/>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a:spAutoFit/>
          </a:bodyPr>
          <a:lstStyle/>
          <a:p>
            <a:r>
              <a:rPr lang="es-ES" sz="900" dirty="0">
                <a:latin typeface="Courier New" panose="02070309020205020404" pitchFamily="49" charset="0"/>
                <a:cs typeface="Courier New" panose="02070309020205020404" pitchFamily="49" charset="0"/>
              </a:rPr>
              <a:t>// Definimos la función DFS que toma un grafo y un nodo inicial</a:t>
            </a:r>
          </a:p>
          <a:p>
            <a:r>
              <a:rPr lang="es-ES" sz="900" dirty="0">
                <a:latin typeface="Courier New" panose="02070309020205020404" pitchFamily="49" charset="0"/>
                <a:cs typeface="Courier New" panose="02070309020205020404" pitchFamily="49" charset="0"/>
              </a:rPr>
              <a:t>función DFS(grafo, </a:t>
            </a:r>
            <a:r>
              <a:rPr lang="es-ES" sz="900" dirty="0" err="1">
                <a:latin typeface="Courier New" panose="02070309020205020404" pitchFamily="49" charset="0"/>
                <a:cs typeface="Courier New" panose="02070309020205020404" pitchFamily="49" charset="0"/>
              </a:rPr>
              <a:t>nodo_inicial</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 Creamos una pila para los nodos a visitar</a:t>
            </a:r>
          </a:p>
          <a:p>
            <a:r>
              <a:rPr lang="es-ES" sz="900" dirty="0">
                <a:latin typeface="Courier New" panose="02070309020205020404" pitchFamily="49" charset="0"/>
                <a:cs typeface="Courier New" panose="02070309020205020404" pitchFamily="49" charset="0"/>
              </a:rPr>
              <a:t>    pila = </a:t>
            </a:r>
            <a:r>
              <a:rPr lang="es-ES" sz="900" dirty="0" err="1">
                <a:latin typeface="Courier New" panose="02070309020205020404" pitchFamily="49" charset="0"/>
                <a:cs typeface="Courier New" panose="02070309020205020404" pitchFamily="49" charset="0"/>
              </a:rPr>
              <a:t>pila_vacia</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 Agregamos el nodo inicial a la pila</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pila.agregar</a:t>
            </a:r>
            <a:r>
              <a:rPr lang="es-ES" sz="900" dirty="0">
                <a:latin typeface="Courier New" panose="02070309020205020404" pitchFamily="49" charset="0"/>
                <a:cs typeface="Courier New" panose="02070309020205020404" pitchFamily="49" charset="0"/>
              </a:rPr>
              <a:t>(</a:t>
            </a:r>
            <a:r>
              <a:rPr lang="es-ES" sz="900" dirty="0" err="1">
                <a:latin typeface="Courier New" panose="02070309020205020404" pitchFamily="49" charset="0"/>
                <a:cs typeface="Courier New" panose="02070309020205020404" pitchFamily="49" charset="0"/>
              </a:rPr>
              <a:t>nodo_inicial</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Creamos un conjunto para los nodos visitados</a:t>
            </a:r>
          </a:p>
          <a:p>
            <a:r>
              <a:rPr lang="es-ES" sz="900" dirty="0">
                <a:latin typeface="Courier New" panose="02070309020205020404" pitchFamily="49" charset="0"/>
                <a:cs typeface="Courier New" panose="02070309020205020404" pitchFamily="49" charset="0"/>
              </a:rPr>
              <a:t>    visitados = </a:t>
            </a:r>
            <a:r>
              <a:rPr lang="es-ES" sz="900" dirty="0" err="1">
                <a:latin typeface="Courier New" panose="02070309020205020404" pitchFamily="49" charset="0"/>
                <a:cs typeface="Courier New" panose="02070309020205020404" pitchFamily="49" charset="0"/>
              </a:rPr>
              <a:t>conjunto_vacio</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Mientras la pila no esté vacía</a:t>
            </a:r>
          </a:p>
          <a:p>
            <a:r>
              <a:rPr lang="es-ES" sz="900" dirty="0">
                <a:latin typeface="Courier New" panose="02070309020205020404" pitchFamily="49" charset="0"/>
                <a:cs typeface="Courier New" panose="02070309020205020404" pitchFamily="49" charset="0"/>
              </a:rPr>
              <a:t>    mientras pila no esté vacía:</a:t>
            </a:r>
          </a:p>
          <a:p>
            <a:r>
              <a:rPr lang="es-ES" sz="900" dirty="0">
                <a:latin typeface="Courier New" panose="02070309020205020404" pitchFamily="49" charset="0"/>
                <a:cs typeface="Courier New" panose="02070309020205020404" pitchFamily="49" charset="0"/>
              </a:rPr>
              <a:t>        // Sacamos el último nodo de la pila</a:t>
            </a:r>
          </a:p>
          <a:p>
            <a:r>
              <a:rPr lang="es-ES" sz="900" dirty="0">
                <a:latin typeface="Courier New" panose="02070309020205020404" pitchFamily="49" charset="0"/>
                <a:cs typeface="Courier New" panose="02070309020205020404" pitchFamily="49" charset="0"/>
              </a:rPr>
              <a:t>        nodo = </a:t>
            </a:r>
            <a:r>
              <a:rPr lang="es-ES" sz="900" dirty="0" err="1">
                <a:latin typeface="Courier New" panose="02070309020205020404" pitchFamily="49" charset="0"/>
                <a:cs typeface="Courier New" panose="02070309020205020404" pitchFamily="49" charset="0"/>
              </a:rPr>
              <a:t>pila.sacar</a:t>
            </a:r>
            <a:r>
              <a:rPr lang="es-ES" sz="900" dirty="0">
                <a:latin typeface="Courier New" panose="02070309020205020404" pitchFamily="49" charset="0"/>
                <a:cs typeface="Courier New" panose="02070309020205020404" pitchFamily="49" charset="0"/>
              </a:rPr>
              <a:t>()</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Si el nodo no ha sido visitado</a:t>
            </a:r>
          </a:p>
          <a:p>
            <a:r>
              <a:rPr lang="es-ES" sz="900" dirty="0">
                <a:latin typeface="Courier New" panose="02070309020205020404" pitchFamily="49" charset="0"/>
                <a:cs typeface="Courier New" panose="02070309020205020404" pitchFamily="49" charset="0"/>
              </a:rPr>
              <a:t>        si nodo no está en visitados:</a:t>
            </a:r>
          </a:p>
          <a:p>
            <a:r>
              <a:rPr lang="es-ES" sz="900" dirty="0">
                <a:latin typeface="Courier New" panose="02070309020205020404" pitchFamily="49" charset="0"/>
                <a:cs typeface="Courier New" panose="02070309020205020404" pitchFamily="49" charset="0"/>
              </a:rPr>
              <a:t>            // Lo agregamos a los visitados</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visitados.agregar</a:t>
            </a:r>
            <a:r>
              <a:rPr lang="es-ES" sz="900" dirty="0">
                <a:latin typeface="Courier New" panose="02070309020205020404" pitchFamily="49" charset="0"/>
                <a:cs typeface="Courier New" panose="02070309020205020404" pitchFamily="49" charset="0"/>
              </a:rPr>
              <a:t>(nodo)</a:t>
            </a:r>
          </a:p>
          <a:p>
            <a:r>
              <a:rPr lang="es-ES" sz="900" dirty="0">
                <a:latin typeface="Courier New" panose="02070309020205020404" pitchFamily="49" charset="0"/>
                <a:cs typeface="Courier New" panose="02070309020205020404" pitchFamily="49" charset="0"/>
              </a:rPr>
              <a:t>            </a:t>
            </a:r>
          </a:p>
          <a:p>
            <a:r>
              <a:rPr lang="es-ES" sz="900" dirty="0">
                <a:latin typeface="Courier New" panose="02070309020205020404" pitchFamily="49" charset="0"/>
                <a:cs typeface="Courier New" panose="02070309020205020404" pitchFamily="49" charset="0"/>
              </a:rPr>
              <a:t>            // Para cada vecino del nodo actual</a:t>
            </a:r>
          </a:p>
          <a:p>
            <a:r>
              <a:rPr lang="es-ES" sz="900" dirty="0">
                <a:latin typeface="Courier New" panose="02070309020205020404" pitchFamily="49" charset="0"/>
                <a:cs typeface="Courier New" panose="02070309020205020404" pitchFamily="49" charset="0"/>
              </a:rPr>
              <a:t>            para cada vecino en </a:t>
            </a:r>
            <a:r>
              <a:rPr lang="es-ES" sz="900" dirty="0" err="1">
                <a:latin typeface="Courier New" panose="02070309020205020404" pitchFamily="49" charset="0"/>
                <a:cs typeface="Courier New" panose="02070309020205020404" pitchFamily="49" charset="0"/>
              </a:rPr>
              <a:t>grafo.vecinos</a:t>
            </a:r>
            <a:r>
              <a:rPr lang="es-ES" sz="900" dirty="0">
                <a:latin typeface="Courier New" panose="02070309020205020404" pitchFamily="49" charset="0"/>
                <a:cs typeface="Courier New" panose="02070309020205020404" pitchFamily="49" charset="0"/>
              </a:rPr>
              <a:t>(nodo):</a:t>
            </a:r>
          </a:p>
          <a:p>
            <a:r>
              <a:rPr lang="es-ES" sz="900" dirty="0">
                <a:latin typeface="Courier New" panose="02070309020205020404" pitchFamily="49" charset="0"/>
                <a:cs typeface="Courier New" panose="02070309020205020404" pitchFamily="49" charset="0"/>
              </a:rPr>
              <a:t>                // Lo agregamos a la pila</a:t>
            </a:r>
          </a:p>
          <a:p>
            <a:r>
              <a:rPr lang="es-ES" sz="900" dirty="0">
                <a:latin typeface="Courier New" panose="02070309020205020404" pitchFamily="49" charset="0"/>
                <a:cs typeface="Courier New" panose="02070309020205020404" pitchFamily="49" charset="0"/>
              </a:rPr>
              <a:t>                </a:t>
            </a:r>
            <a:r>
              <a:rPr lang="es-ES" sz="900" dirty="0" err="1">
                <a:latin typeface="Courier New" panose="02070309020205020404" pitchFamily="49" charset="0"/>
                <a:cs typeface="Courier New" panose="02070309020205020404" pitchFamily="49" charset="0"/>
              </a:rPr>
              <a:t>pila.agregar</a:t>
            </a:r>
            <a:r>
              <a:rPr lang="es-ES" sz="900" dirty="0">
                <a:latin typeface="Courier New" panose="02070309020205020404" pitchFamily="49" charset="0"/>
                <a:cs typeface="Courier New" panose="02070309020205020404" pitchFamily="49" charset="0"/>
              </a:rPr>
              <a:t>(vecino)</a:t>
            </a:r>
          </a:p>
        </p:txBody>
      </p:sp>
    </p:spTree>
    <p:extLst>
      <p:ext uri="{BB962C8B-B14F-4D97-AF65-F5344CB8AC3E}">
        <p14:creationId xmlns:p14="http://schemas.microsoft.com/office/powerpoint/2010/main" val="1246303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Estrategias - Búsqueda primero en profundidad</a:t>
            </a:r>
            <a:endParaRPr dirty="0"/>
          </a:p>
        </p:txBody>
      </p:sp>
      <p:sp>
        <p:nvSpPr>
          <p:cNvPr id="118" name="Google Shape;118;p20"/>
          <p:cNvSpPr txBox="1">
            <a:spLocks noGrp="1"/>
          </p:cNvSpPr>
          <p:nvPr>
            <p:ph type="body" idx="1"/>
          </p:nvPr>
        </p:nvSpPr>
        <p:spPr>
          <a:xfrm>
            <a:off x="311700" y="1465166"/>
            <a:ext cx="8520600" cy="402818"/>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None/>
            </a:pPr>
            <a:r>
              <a:rPr lang="es-CO" sz="1500" b="1"/>
              <a:t>Implementación en Python</a:t>
            </a:r>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0"/>
              </a:spcAft>
              <a:buNone/>
            </a:pPr>
            <a:endParaRPr lang="es-CO" sz="1500" b="1" dirty="0"/>
          </a:p>
          <a:p>
            <a:pPr marL="0" lvl="0" indent="0" algn="just" rtl="0">
              <a:lnSpc>
                <a:spcPct val="105000"/>
              </a:lnSpc>
              <a:spcBef>
                <a:spcPts val="1200"/>
              </a:spcBef>
              <a:spcAft>
                <a:spcPts val="1200"/>
              </a:spcAft>
              <a:buSzPct val="67833"/>
              <a:buNone/>
            </a:pPr>
            <a:endParaRPr lang="es-CO" sz="1500" dirty="0"/>
          </a:p>
        </p:txBody>
      </p:sp>
    </p:spTree>
    <p:extLst>
      <p:ext uri="{BB962C8B-B14F-4D97-AF65-F5344CB8AC3E}">
        <p14:creationId xmlns:p14="http://schemas.microsoft.com/office/powerpoint/2010/main" val="48898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primero en profundidad</a:t>
            </a:r>
            <a:endParaRPr/>
          </a:p>
        </p:txBody>
      </p:sp>
      <p:sp>
        <p:nvSpPr>
          <p:cNvPr id="200" name="Google Shape;200;p32"/>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lnSpcReduction="10000"/>
          </a:bodyPr>
          <a:lstStyle/>
          <a:p>
            <a:pPr marL="0" lvl="0" indent="0" algn="just" rtl="0">
              <a:lnSpc>
                <a:spcPct val="105000"/>
              </a:lnSpc>
              <a:spcBef>
                <a:spcPts val="0"/>
              </a:spcBef>
              <a:spcAft>
                <a:spcPts val="0"/>
              </a:spcAft>
              <a:buNone/>
            </a:pPr>
            <a:r>
              <a:rPr lang="es" sz="1500" b="1"/>
              <a:t>Características</a:t>
            </a:r>
            <a:endParaRPr sz="1500" b="1"/>
          </a:p>
          <a:p>
            <a:pPr marL="457200" lvl="0" indent="-323850" algn="just" rtl="0">
              <a:lnSpc>
                <a:spcPct val="105000"/>
              </a:lnSpc>
              <a:spcBef>
                <a:spcPts val="1200"/>
              </a:spcBef>
              <a:spcAft>
                <a:spcPts val="0"/>
              </a:spcAft>
              <a:buSzPts val="1500"/>
              <a:buChar char="●"/>
            </a:pPr>
            <a:r>
              <a:rPr lang="es" sz="1500" b="1"/>
              <a:t>Completo</a:t>
            </a:r>
            <a:r>
              <a:rPr lang="es" sz="1500"/>
              <a:t>: No es completo, dado que con una profundidad infinita no se encontrará la solución.</a:t>
            </a:r>
            <a:endParaRPr sz="1500"/>
          </a:p>
          <a:p>
            <a:pPr marL="457200" lvl="0" indent="-323850" algn="just" rtl="0">
              <a:lnSpc>
                <a:spcPct val="105000"/>
              </a:lnSpc>
              <a:spcBef>
                <a:spcPts val="0"/>
              </a:spcBef>
              <a:spcAft>
                <a:spcPts val="0"/>
              </a:spcAft>
              <a:buSzPts val="1500"/>
              <a:buChar char="●"/>
            </a:pPr>
            <a:r>
              <a:rPr lang="es" sz="1500" b="1"/>
              <a:t>Óptimo</a:t>
            </a:r>
            <a:r>
              <a:rPr lang="es" sz="1500"/>
              <a:t>: No es óptimo, dado que puede encontrar una solución que tenga un coste de camino más alto, dado que puede encontrar una solución a un alto nivel de profundidad en la rama explorada, pero puede existir un nodo solución cercano a la raíz en una rama aún no explorada.</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En el caso de un árbol de búsqueda de profundidad finita </a:t>
            </a:r>
            <a:r>
              <a:rPr lang="es" sz="1500" i="1"/>
              <a:t>d</a:t>
            </a:r>
            <a:r>
              <a:rPr lang="es" sz="1500"/>
              <a:t>, se pueden generar un total de    nodos, siendo </a:t>
            </a:r>
            <a:r>
              <a:rPr lang="es" sz="1500" i="1"/>
              <a:t>b</a:t>
            </a:r>
            <a:r>
              <a:rPr lang="es" sz="1500"/>
              <a:t> el factor de ramificación del árbol, por lo tanto, el tiempo de cálculo crece, exponencialmente dando una complejidad </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Necesita almacenar un solo camino de la raíz a una hoja junto con los “hermanos” no expandidos de cada nodo en el camino, por lo que al tener una profundidad máxima de </a:t>
            </a:r>
            <a:r>
              <a:rPr lang="es" sz="1500" i="1"/>
              <a:t>d</a:t>
            </a:r>
            <a:r>
              <a:rPr lang="es" sz="1500"/>
              <a:t>  su complejidad espacial es de </a:t>
            </a:r>
            <a:endParaRPr sz="1500"/>
          </a:p>
        </p:txBody>
      </p:sp>
      <p:pic>
        <p:nvPicPr>
          <p:cNvPr id="201" name="Google Shape;201;p32"/>
          <p:cNvPicPr preferRelativeResize="0"/>
          <p:nvPr/>
        </p:nvPicPr>
        <p:blipFill>
          <a:blip r:embed="rId3">
            <a:alphaModFix/>
          </a:blip>
          <a:stretch>
            <a:fillRect/>
          </a:stretch>
        </p:blipFill>
        <p:spPr>
          <a:xfrm>
            <a:off x="3350700" y="3242500"/>
            <a:ext cx="257175" cy="238125"/>
          </a:xfrm>
          <a:prstGeom prst="rect">
            <a:avLst/>
          </a:prstGeom>
          <a:noFill/>
          <a:ln>
            <a:noFill/>
          </a:ln>
        </p:spPr>
      </p:pic>
      <p:pic>
        <p:nvPicPr>
          <p:cNvPr id="202" name="Google Shape;202;p32"/>
          <p:cNvPicPr preferRelativeResize="0"/>
          <p:nvPr/>
        </p:nvPicPr>
        <p:blipFill>
          <a:blip r:embed="rId4">
            <a:alphaModFix/>
          </a:blip>
          <a:stretch>
            <a:fillRect/>
          </a:stretch>
        </p:blipFill>
        <p:spPr>
          <a:xfrm>
            <a:off x="7670975" y="3480625"/>
            <a:ext cx="428625" cy="209550"/>
          </a:xfrm>
          <a:prstGeom prst="rect">
            <a:avLst/>
          </a:prstGeom>
          <a:noFill/>
          <a:ln>
            <a:noFill/>
          </a:ln>
        </p:spPr>
      </p:pic>
      <p:pic>
        <p:nvPicPr>
          <p:cNvPr id="203" name="Google Shape;203;p32"/>
          <p:cNvPicPr preferRelativeResize="0"/>
          <p:nvPr/>
        </p:nvPicPr>
        <p:blipFill>
          <a:blip r:embed="rId5">
            <a:alphaModFix/>
          </a:blip>
          <a:stretch>
            <a:fillRect/>
          </a:stretch>
        </p:blipFill>
        <p:spPr>
          <a:xfrm>
            <a:off x="5951600" y="4116750"/>
            <a:ext cx="381000" cy="2095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limitada</a:t>
            </a:r>
            <a:endParaRPr/>
          </a:p>
        </p:txBody>
      </p:sp>
      <p:sp>
        <p:nvSpPr>
          <p:cNvPr id="209" name="Google Shape;209;p33"/>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En el caso de la búsqueda primero en profundidad, si el árbol tuviese una </a:t>
            </a:r>
            <a:r>
              <a:rPr lang="es" sz="1500" b="1"/>
              <a:t>profundidad infinita </a:t>
            </a:r>
            <a:r>
              <a:rPr lang="es" sz="1500"/>
              <a:t>no contaría con la propiedad de completitud y por lo tanto se quedaría explorando en un bucle infinito la primera rama. Sin embargo, para dar solución a este inconveniente, nace el concepto de </a:t>
            </a:r>
            <a:r>
              <a:rPr lang="es" sz="1500" b="1"/>
              <a:t>profundidad limitada</a:t>
            </a:r>
            <a:r>
              <a:rPr lang="es" sz="1500"/>
              <a:t>, que quiere decir que se impone un límite </a:t>
            </a:r>
            <a:r>
              <a:rPr lang="es" sz="1500" i="1"/>
              <a:t>l</a:t>
            </a:r>
            <a:r>
              <a:rPr lang="es" sz="1500"/>
              <a:t> en la profundidad del grafo, queriendo decir que todos los nodos del nivel </a:t>
            </a:r>
            <a:r>
              <a:rPr lang="es" sz="1500" i="1"/>
              <a:t>l</a:t>
            </a:r>
            <a:r>
              <a:rPr lang="es" sz="1500"/>
              <a:t>, se tratarán como nodos hoja. </a:t>
            </a:r>
            <a:endParaRPr sz="1500"/>
          </a:p>
          <a:p>
            <a:pPr marL="0" lvl="0" indent="0" algn="just" rtl="0">
              <a:lnSpc>
                <a:spcPct val="105000"/>
              </a:lnSpc>
              <a:spcBef>
                <a:spcPts val="1200"/>
              </a:spcBef>
              <a:spcAft>
                <a:spcPts val="0"/>
              </a:spcAft>
              <a:buNone/>
            </a:pPr>
            <a:r>
              <a:rPr lang="es" sz="1500"/>
              <a:t>A raíz de esta propuesta nace un problema de resolución de búsqueda y es que cuando </a:t>
            </a:r>
            <a:r>
              <a:rPr lang="es" sz="1500" i="1"/>
              <a:t>l&lt;d</a:t>
            </a:r>
            <a:r>
              <a:rPr lang="es" sz="1500"/>
              <a:t>, siendo </a:t>
            </a:r>
            <a:r>
              <a:rPr lang="es" sz="1500" i="1"/>
              <a:t>d</a:t>
            </a:r>
            <a:r>
              <a:rPr lang="es" sz="1500"/>
              <a:t> el nivel de profundidad del nodo solución, no se encontrará el objetivo después de recorrer todo el espacio de búsqueda.</a:t>
            </a:r>
            <a:endParaRPr sz="1500" b="1"/>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SzPts val="1018"/>
              <a:buNone/>
            </a:pPr>
            <a:endParaRPr sz="15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limitada</a:t>
            </a:r>
            <a:endParaRPr/>
          </a:p>
        </p:txBody>
      </p:sp>
      <p:sp>
        <p:nvSpPr>
          <p:cNvPr id="215" name="Google Shape;215;p34"/>
          <p:cNvSpPr txBox="1">
            <a:spLocks noGrp="1"/>
          </p:cNvSpPr>
          <p:nvPr>
            <p:ph type="body" idx="1"/>
          </p:nvPr>
        </p:nvSpPr>
        <p:spPr>
          <a:xfrm>
            <a:off x="311700" y="1266325"/>
            <a:ext cx="4358400" cy="3302700"/>
          </a:xfrm>
          <a:prstGeom prst="rect">
            <a:avLst/>
          </a:prstGeom>
        </p:spPr>
        <p:txBody>
          <a:bodyPr spcFirstLastPara="1" wrap="square" lIns="91425" tIns="91425" rIns="91425" bIns="91425" anchor="t" anchorCtr="0">
            <a:normAutofit fontScale="85000" lnSpcReduction="10000"/>
          </a:bodyPr>
          <a:lstStyle/>
          <a:p>
            <a:pPr marL="0" lvl="0" indent="0" algn="just" rtl="0">
              <a:lnSpc>
                <a:spcPct val="105000"/>
              </a:lnSpc>
              <a:spcBef>
                <a:spcPts val="0"/>
              </a:spcBef>
              <a:spcAft>
                <a:spcPts val="0"/>
              </a:spcAft>
              <a:buNone/>
            </a:pPr>
            <a:r>
              <a:rPr lang="es" sz="1500"/>
              <a:t>Esta estrategia se debería implementar en aquellos problemas que se tenga conocimiento del máximo nivel de profundidad para encontrar una solución. </a:t>
            </a:r>
            <a:endParaRPr sz="1500"/>
          </a:p>
          <a:p>
            <a:pPr marL="0" lvl="0" indent="0" algn="just" rtl="0">
              <a:lnSpc>
                <a:spcPct val="105000"/>
              </a:lnSpc>
              <a:spcBef>
                <a:spcPts val="1200"/>
              </a:spcBef>
              <a:spcAft>
                <a:spcPts val="0"/>
              </a:spcAft>
              <a:buNone/>
            </a:pPr>
            <a:r>
              <a:rPr lang="es" sz="1500"/>
              <a:t>Por ejemplo,  en el mapa de Rumanía hay 20 ciudades, en dado caso de haber una solución para ir de una ciudad a otra, debe ser de longitud máxima de 19, entonces </a:t>
            </a:r>
            <a:r>
              <a:rPr lang="es" sz="1500" i="1"/>
              <a:t>l</a:t>
            </a:r>
            <a:r>
              <a:rPr lang="es" sz="1500"/>
              <a:t> = 19. Pero si se estudia a fondo el mapa, se descubre que cualquier ciudad puede alcanzarse desde otra en máximo </a:t>
            </a:r>
            <a:r>
              <a:rPr lang="es" sz="1500" b="1"/>
              <a:t>nueve pasos</a:t>
            </a:r>
            <a:r>
              <a:rPr lang="es" sz="1500"/>
              <a:t>. </a:t>
            </a:r>
            <a:endParaRPr sz="1500"/>
          </a:p>
          <a:p>
            <a:pPr marL="0" lvl="0" indent="0" algn="just" rtl="0">
              <a:lnSpc>
                <a:spcPct val="105000"/>
              </a:lnSpc>
              <a:spcBef>
                <a:spcPts val="1200"/>
              </a:spcBef>
              <a:spcAft>
                <a:spcPts val="1200"/>
              </a:spcAft>
              <a:buNone/>
            </a:pPr>
            <a:r>
              <a:rPr lang="es" sz="1500" b="1"/>
              <a:t>El número máximo de soluciones</a:t>
            </a:r>
            <a:r>
              <a:rPr lang="es" sz="1500"/>
              <a:t> a desarrollar se conoce como el </a:t>
            </a:r>
            <a:r>
              <a:rPr lang="es" sz="1500" b="1"/>
              <a:t>diámetro del espacio de estados</a:t>
            </a:r>
            <a:r>
              <a:rPr lang="es" sz="1500"/>
              <a:t>, dando un mejor límite de profundidad permitiendo una búsqueda en profundidad más eficiente.</a:t>
            </a:r>
            <a:endParaRPr sz="1500"/>
          </a:p>
        </p:txBody>
      </p:sp>
      <p:pic>
        <p:nvPicPr>
          <p:cNvPr id="216" name="Google Shape;216;p34"/>
          <p:cNvPicPr preferRelativeResize="0"/>
          <p:nvPr/>
        </p:nvPicPr>
        <p:blipFill>
          <a:blip r:embed="rId3">
            <a:alphaModFix/>
          </a:blip>
          <a:stretch>
            <a:fillRect/>
          </a:stretch>
        </p:blipFill>
        <p:spPr>
          <a:xfrm>
            <a:off x="4968175" y="2131835"/>
            <a:ext cx="3252825" cy="15716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22" name="Google Shape;222;p35"/>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La búsqueda en profundidad iterativa, es una de las </a:t>
            </a:r>
            <a:r>
              <a:rPr lang="es" sz="1500" b="1"/>
              <a:t>estrategias más utilizadas</a:t>
            </a:r>
            <a:r>
              <a:rPr lang="es" sz="1500"/>
              <a:t> por las personas para resolver problemas de búsqueda cuándo </a:t>
            </a:r>
            <a:r>
              <a:rPr lang="es" sz="1500" b="1"/>
              <a:t>no se conoce el nivel de profundidad</a:t>
            </a:r>
            <a:r>
              <a:rPr lang="es" sz="1500"/>
              <a:t> al que se encuentra el objetivo </a:t>
            </a:r>
            <a:r>
              <a:rPr lang="es" sz="1500" i="1"/>
              <a:t>d </a:t>
            </a:r>
            <a:r>
              <a:rPr lang="es" sz="1500"/>
              <a:t>y el espacio de búsqueda es grande. </a:t>
            </a:r>
            <a:endParaRPr sz="1500"/>
          </a:p>
          <a:p>
            <a:pPr marL="0" lvl="0" indent="0" algn="just" rtl="0">
              <a:lnSpc>
                <a:spcPct val="105000"/>
              </a:lnSpc>
              <a:spcBef>
                <a:spcPts val="1200"/>
              </a:spcBef>
              <a:spcAft>
                <a:spcPts val="0"/>
              </a:spcAft>
              <a:buNone/>
            </a:pPr>
            <a:r>
              <a:rPr lang="es" sz="1500"/>
              <a:t>Su procedimiento consiste en expandir el árbol hasta un límite de profundidad ascendente de manera </a:t>
            </a:r>
            <a:r>
              <a:rPr lang="es" sz="1500" b="1"/>
              <a:t>iterativa</a:t>
            </a:r>
            <a:r>
              <a:rPr lang="es" sz="1500"/>
              <a:t>, lo que quiere decir que inicialmente se evaluará la raíz de un árbol conocido como el nivel 0, posteriormente se evaluará en profundidad el árbol hasta el nivel 1 y así sucesivamente hasta encontrar la solución.</a:t>
            </a:r>
            <a:endParaRPr sz="1500"/>
          </a:p>
          <a:p>
            <a:pPr marL="0" lvl="0" indent="0" algn="just" rtl="0">
              <a:lnSpc>
                <a:spcPct val="105000"/>
              </a:lnSpc>
              <a:spcBef>
                <a:spcPts val="1200"/>
              </a:spcBef>
              <a:spcAft>
                <a:spcPts val="1200"/>
              </a:spcAft>
              <a:buNone/>
            </a:pPr>
            <a:endParaRPr sz="15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28" name="Google Shape;228;p36"/>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a:p>
          <a:p>
            <a:pPr marL="0" lvl="0" indent="0" algn="just" rtl="0">
              <a:lnSpc>
                <a:spcPct val="105000"/>
              </a:lnSpc>
              <a:spcBef>
                <a:spcPts val="1200"/>
              </a:spcBef>
              <a:spcAft>
                <a:spcPts val="1200"/>
              </a:spcAft>
              <a:buNone/>
            </a:pPr>
            <a:endParaRPr sz="1500"/>
          </a:p>
        </p:txBody>
      </p:sp>
      <p:pic>
        <p:nvPicPr>
          <p:cNvPr id="229" name="Google Shape;229;p36"/>
          <p:cNvPicPr preferRelativeResize="0"/>
          <p:nvPr/>
        </p:nvPicPr>
        <p:blipFill>
          <a:blip r:embed="rId3">
            <a:alphaModFix/>
          </a:blip>
          <a:stretch>
            <a:fillRect/>
          </a:stretch>
        </p:blipFill>
        <p:spPr>
          <a:xfrm>
            <a:off x="2431925" y="1099750"/>
            <a:ext cx="4044800" cy="39053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35" name="Google Shape;235;p37"/>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a:p>
          <a:p>
            <a:pPr marL="0" lvl="0" indent="0" algn="just" rtl="0">
              <a:lnSpc>
                <a:spcPct val="105000"/>
              </a:lnSpc>
              <a:spcBef>
                <a:spcPts val="1200"/>
              </a:spcBef>
              <a:spcAft>
                <a:spcPts val="1200"/>
              </a:spcAft>
              <a:buNone/>
            </a:pPr>
            <a:endParaRPr sz="1500"/>
          </a:p>
        </p:txBody>
      </p:sp>
      <p:pic>
        <p:nvPicPr>
          <p:cNvPr id="236" name="Google Shape;236;p37"/>
          <p:cNvPicPr preferRelativeResize="0"/>
          <p:nvPr/>
        </p:nvPicPr>
        <p:blipFill>
          <a:blip r:embed="rId3">
            <a:alphaModFix/>
          </a:blip>
          <a:stretch>
            <a:fillRect/>
          </a:stretch>
        </p:blipFill>
        <p:spPr>
          <a:xfrm>
            <a:off x="1283150" y="1478928"/>
            <a:ext cx="6577700" cy="26978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Shape 240"/>
        <p:cNvGrpSpPr/>
        <p:nvPr/>
      </p:nvGrpSpPr>
      <p:grpSpPr>
        <a:xfrm>
          <a:off x="0" y="0"/>
          <a:ext cx="0" cy="0"/>
          <a:chOff x="0" y="0"/>
          <a:chExt cx="0" cy="0"/>
        </a:xfrm>
      </p:grpSpPr>
      <p:sp>
        <p:nvSpPr>
          <p:cNvPr id="241" name="Google Shape;241;p3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42" name="Google Shape;242;p38"/>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a:p>
          <a:p>
            <a:pPr marL="0" lvl="0" indent="0" algn="just" rtl="0">
              <a:lnSpc>
                <a:spcPct val="105000"/>
              </a:lnSpc>
              <a:spcBef>
                <a:spcPts val="1200"/>
              </a:spcBef>
              <a:spcAft>
                <a:spcPts val="1200"/>
              </a:spcAft>
              <a:buNone/>
            </a:pPr>
            <a:endParaRPr sz="1500"/>
          </a:p>
        </p:txBody>
      </p:sp>
      <p:sp>
        <p:nvSpPr>
          <p:cNvPr id="243" name="Google Shape;243;p38"/>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Ejercicio:</a:t>
            </a:r>
            <a:endParaRPr sz="1500"/>
          </a:p>
          <a:p>
            <a:pPr marL="0" lvl="0" indent="0" algn="just" rtl="0">
              <a:lnSpc>
                <a:spcPct val="105000"/>
              </a:lnSpc>
              <a:spcBef>
                <a:spcPts val="1200"/>
              </a:spcBef>
              <a:spcAft>
                <a:spcPts val="1200"/>
              </a:spcAft>
              <a:buNone/>
            </a:pPr>
            <a:endParaRPr sz="1500"/>
          </a:p>
        </p:txBody>
      </p:sp>
      <p:pic>
        <p:nvPicPr>
          <p:cNvPr id="244" name="Google Shape;244;p38"/>
          <p:cNvPicPr preferRelativeResize="0"/>
          <p:nvPr/>
        </p:nvPicPr>
        <p:blipFill rotWithShape="1">
          <a:blip r:embed="rId3">
            <a:alphaModFix/>
          </a:blip>
          <a:srcRect b="9165"/>
          <a:stretch/>
        </p:blipFill>
        <p:spPr>
          <a:xfrm>
            <a:off x="2848575" y="1566350"/>
            <a:ext cx="3080276" cy="26446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Shape 248"/>
        <p:cNvGrpSpPr/>
        <p:nvPr/>
      </p:nvGrpSpPr>
      <p:grpSpPr>
        <a:xfrm>
          <a:off x="0" y="0"/>
          <a:ext cx="0" cy="0"/>
          <a:chOff x="0" y="0"/>
          <a:chExt cx="0" cy="0"/>
        </a:xfrm>
      </p:grpSpPr>
      <p:sp>
        <p:nvSpPr>
          <p:cNvPr id="249" name="Google Shape;249;p3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50" name="Google Shape;250;p39"/>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a:p>
          <a:p>
            <a:pPr marL="0" lvl="0" indent="0" algn="just" rtl="0">
              <a:lnSpc>
                <a:spcPct val="105000"/>
              </a:lnSpc>
              <a:spcBef>
                <a:spcPts val="1200"/>
              </a:spcBef>
              <a:spcAft>
                <a:spcPts val="1200"/>
              </a:spcAft>
              <a:buNone/>
            </a:pPr>
            <a:endParaRPr sz="1500"/>
          </a:p>
        </p:txBody>
      </p:sp>
      <p:sp>
        <p:nvSpPr>
          <p:cNvPr id="251" name="Google Shape;251;p39"/>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a:t>Desarrollo:</a:t>
            </a:r>
            <a:endParaRPr sz="1500"/>
          </a:p>
          <a:p>
            <a:pPr marL="0" lvl="0" indent="0" algn="just" rtl="0">
              <a:lnSpc>
                <a:spcPct val="105000"/>
              </a:lnSpc>
              <a:spcBef>
                <a:spcPts val="1200"/>
              </a:spcBef>
              <a:spcAft>
                <a:spcPts val="0"/>
              </a:spcAft>
              <a:buNone/>
            </a:pPr>
            <a:endParaRPr sz="1500"/>
          </a:p>
          <a:p>
            <a:pPr marL="0" lvl="0" indent="0" algn="just" rtl="0">
              <a:lnSpc>
                <a:spcPct val="105000"/>
              </a:lnSpc>
              <a:spcBef>
                <a:spcPts val="1200"/>
              </a:spcBef>
              <a:spcAft>
                <a:spcPts val="1200"/>
              </a:spcAft>
              <a:buNone/>
            </a:pPr>
            <a:endParaRPr sz="1500"/>
          </a:p>
        </p:txBody>
      </p:sp>
      <p:pic>
        <p:nvPicPr>
          <p:cNvPr id="252" name="Google Shape;252;p39"/>
          <p:cNvPicPr preferRelativeResize="0"/>
          <p:nvPr/>
        </p:nvPicPr>
        <p:blipFill rotWithShape="1">
          <a:blip r:embed="rId3">
            <a:alphaModFix/>
          </a:blip>
          <a:srcRect t="11399"/>
          <a:stretch/>
        </p:blipFill>
        <p:spPr>
          <a:xfrm>
            <a:off x="2076450" y="2106386"/>
            <a:ext cx="4991100" cy="2337677"/>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iterativa</a:t>
            </a:r>
            <a:endParaRPr/>
          </a:p>
        </p:txBody>
      </p:sp>
      <p:sp>
        <p:nvSpPr>
          <p:cNvPr id="258" name="Google Shape;258;p40"/>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a:t>Características del algoritmo</a:t>
            </a:r>
            <a:endParaRPr sz="1500" b="1"/>
          </a:p>
          <a:p>
            <a:pPr marL="457200" lvl="0" indent="-323850" algn="just" rtl="0">
              <a:lnSpc>
                <a:spcPct val="105000"/>
              </a:lnSpc>
              <a:spcBef>
                <a:spcPts val="1200"/>
              </a:spcBef>
              <a:spcAft>
                <a:spcPts val="0"/>
              </a:spcAft>
              <a:buSzPts val="1500"/>
              <a:buChar char="●"/>
            </a:pPr>
            <a:r>
              <a:rPr lang="es" sz="1500" b="1"/>
              <a:t>Completo</a:t>
            </a:r>
            <a:r>
              <a:rPr lang="es" sz="1500"/>
              <a:t>: Si existe una solución el algoritmo está en capacidad de encontrarla, si el factor de ramificación es finito.</a:t>
            </a:r>
            <a:endParaRPr sz="1500"/>
          </a:p>
          <a:p>
            <a:pPr marL="457200" lvl="0" indent="-323850" algn="just" rtl="0">
              <a:lnSpc>
                <a:spcPct val="105000"/>
              </a:lnSpc>
              <a:spcBef>
                <a:spcPts val="0"/>
              </a:spcBef>
              <a:spcAft>
                <a:spcPts val="0"/>
              </a:spcAft>
              <a:buSzPts val="1500"/>
              <a:buChar char="●"/>
            </a:pPr>
            <a:r>
              <a:rPr lang="es" sz="1500" b="1"/>
              <a:t>Óptimo</a:t>
            </a:r>
            <a:r>
              <a:rPr lang="es" sz="1500"/>
              <a:t>: Puede encontrar la mejor solución en dado caso que los costes de todos los caminos sean iguales.</a:t>
            </a:r>
            <a:endParaRPr sz="1500"/>
          </a:p>
          <a:p>
            <a:pPr marL="457200" lvl="0" indent="-323850" algn="just" rtl="0">
              <a:lnSpc>
                <a:spcPct val="105000"/>
              </a:lnSpc>
              <a:spcBef>
                <a:spcPts val="0"/>
              </a:spcBef>
              <a:spcAft>
                <a:spcPts val="0"/>
              </a:spcAft>
              <a:buSzPts val="1500"/>
              <a:buChar char="●"/>
            </a:pPr>
            <a:r>
              <a:rPr lang="es" sz="1500" b="1"/>
              <a:t>Complejidad temporal:</a:t>
            </a:r>
            <a:r>
              <a:rPr lang="es" sz="1500"/>
              <a:t> Inicialmente parece una solución que consume muchos recursos al tener que recorrer el espacio de estado de los nodos superiores varias veces, sin embargo, la complejidad temporal del algoritmo es menor que la presentada por la búsqueda primero en amplitud </a:t>
            </a:r>
            <a:endParaRPr sz="1500"/>
          </a:p>
          <a:p>
            <a:pPr marL="457200" lvl="0" indent="-323850" algn="just" rtl="0">
              <a:lnSpc>
                <a:spcPct val="105000"/>
              </a:lnSpc>
              <a:spcBef>
                <a:spcPts val="0"/>
              </a:spcBef>
              <a:spcAft>
                <a:spcPts val="0"/>
              </a:spcAft>
              <a:buSzPts val="1500"/>
              <a:buChar char="●"/>
            </a:pPr>
            <a:r>
              <a:rPr lang="es" sz="1500" b="1"/>
              <a:t>Complejidad espacial:</a:t>
            </a:r>
            <a:r>
              <a:rPr lang="es" sz="1500"/>
              <a:t> Al implementar una búsqueda fundamentada en la profundidad y tener un factor de ramificación </a:t>
            </a:r>
            <a:r>
              <a:rPr lang="es" sz="1500" i="1"/>
              <a:t>b</a:t>
            </a:r>
            <a:r>
              <a:rPr lang="es" sz="1500"/>
              <a:t>  y profundidad máxima de </a:t>
            </a:r>
            <a:r>
              <a:rPr lang="es" sz="1500" i="1"/>
              <a:t>m</a:t>
            </a:r>
            <a:r>
              <a:rPr lang="es" sz="1500"/>
              <a:t> su complejidad espacial es de </a:t>
            </a:r>
            <a:endParaRPr sz="1500"/>
          </a:p>
        </p:txBody>
      </p:sp>
      <p:pic>
        <p:nvPicPr>
          <p:cNvPr id="259" name="Google Shape;259;p40"/>
          <p:cNvPicPr preferRelativeResize="0"/>
          <p:nvPr/>
        </p:nvPicPr>
        <p:blipFill>
          <a:blip r:embed="rId3">
            <a:alphaModFix/>
          </a:blip>
          <a:stretch>
            <a:fillRect/>
          </a:stretch>
        </p:blipFill>
        <p:spPr>
          <a:xfrm>
            <a:off x="5368750" y="3446475"/>
            <a:ext cx="400050" cy="219075"/>
          </a:xfrm>
          <a:prstGeom prst="rect">
            <a:avLst/>
          </a:prstGeom>
          <a:noFill/>
          <a:ln>
            <a:noFill/>
          </a:ln>
        </p:spPr>
      </p:pic>
      <p:pic>
        <p:nvPicPr>
          <p:cNvPr id="260" name="Google Shape;260;p40"/>
          <p:cNvPicPr preferRelativeResize="0"/>
          <p:nvPr/>
        </p:nvPicPr>
        <p:blipFill rotWithShape="1">
          <a:blip r:embed="rId4">
            <a:alphaModFix/>
          </a:blip>
          <a:srcRect r="7817"/>
          <a:stretch/>
        </p:blipFill>
        <p:spPr>
          <a:xfrm>
            <a:off x="3299700" y="4160450"/>
            <a:ext cx="465375" cy="2190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Shape 264"/>
        <p:cNvGrpSpPr/>
        <p:nvPr/>
      </p:nvGrpSpPr>
      <p:grpSpPr>
        <a:xfrm>
          <a:off x="0" y="0"/>
          <a:ext cx="0" cy="0"/>
          <a:chOff x="0" y="0"/>
          <a:chExt cx="0" cy="0"/>
        </a:xfrm>
      </p:grpSpPr>
      <p:sp>
        <p:nvSpPr>
          <p:cNvPr id="265" name="Google Shape;265;p4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Estrategias - Búsqueda de profundidad limitada</a:t>
            </a:r>
            <a:endParaRPr/>
          </a:p>
        </p:txBody>
      </p:sp>
      <p:sp>
        <p:nvSpPr>
          <p:cNvPr id="266" name="Google Shape;266;p41"/>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r>
              <a:rPr lang="es" sz="1500" b="1" dirty="0"/>
              <a:t>EJERCICIO:</a:t>
            </a:r>
            <a:endParaRPr sz="1500" b="1" dirty="0"/>
          </a:p>
          <a:p>
            <a:pPr marL="0" lvl="0" indent="0" algn="just" rtl="0">
              <a:lnSpc>
                <a:spcPct val="105000"/>
              </a:lnSpc>
              <a:spcBef>
                <a:spcPts val="1200"/>
              </a:spcBef>
              <a:spcAft>
                <a:spcPts val="1200"/>
              </a:spcAft>
              <a:buNone/>
            </a:pPr>
            <a:r>
              <a:rPr lang="es" sz="1500" dirty="0"/>
              <a:t>Realice la adecuación al código en python para que se detenga en el límite de profundidad indicado como parámetro.</a:t>
            </a:r>
            <a:endParaRPr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40">
          <a:extLst>
            <a:ext uri="{FF2B5EF4-FFF2-40B4-BE49-F238E27FC236}">
              <a16:creationId xmlns:a16="http://schemas.microsoft.com/office/drawing/2014/main" id="{41118CA4-DA78-E3B4-F526-5A329CDE624C}"/>
            </a:ext>
          </a:extLst>
        </p:cNvPr>
        <p:cNvGrpSpPr/>
        <p:nvPr/>
      </p:nvGrpSpPr>
      <p:grpSpPr>
        <a:xfrm>
          <a:off x="0" y="0"/>
          <a:ext cx="0" cy="0"/>
          <a:chOff x="0" y="0"/>
          <a:chExt cx="0" cy="0"/>
        </a:xfrm>
      </p:grpSpPr>
      <p:sp>
        <p:nvSpPr>
          <p:cNvPr id="242" name="Google Shape;242;p38">
            <a:extLst>
              <a:ext uri="{FF2B5EF4-FFF2-40B4-BE49-F238E27FC236}">
                <a16:creationId xmlns:a16="http://schemas.microsoft.com/office/drawing/2014/main" id="{BF0AC824-49EA-9049-5CD7-D294C60070FB}"/>
              </a:ext>
            </a:extLst>
          </p:cNvPr>
          <p:cNvSpPr txBox="1">
            <a:spLocks noGrp="1"/>
          </p:cNvSpPr>
          <p:nvPr>
            <p:ph type="body" idx="1"/>
          </p:nvPr>
        </p:nvSpPr>
        <p:spPr>
          <a:xfrm>
            <a:off x="311700" y="1266325"/>
            <a:ext cx="8154000" cy="3302700"/>
          </a:xfrm>
          <a:prstGeom prst="rect">
            <a:avLst/>
          </a:prstGeom>
        </p:spPr>
        <p:txBody>
          <a:bodyPr spcFirstLastPara="1" wrap="square" lIns="91425" tIns="91425" rIns="91425" bIns="91425" anchor="t" anchorCtr="0">
            <a:normAutofit/>
          </a:bodyPr>
          <a:lstStyle/>
          <a:p>
            <a:pPr marL="0" lvl="0" indent="0" algn="just" rtl="0">
              <a:lnSpc>
                <a:spcPct val="105000"/>
              </a:lnSpc>
              <a:spcBef>
                <a:spcPts val="0"/>
              </a:spcBef>
              <a:spcAft>
                <a:spcPts val="0"/>
              </a:spcAft>
              <a:buNone/>
            </a:pPr>
            <a:endParaRPr sz="1500"/>
          </a:p>
          <a:p>
            <a:pPr marL="0" lvl="0" indent="0" algn="just" rtl="0">
              <a:lnSpc>
                <a:spcPct val="105000"/>
              </a:lnSpc>
              <a:spcBef>
                <a:spcPts val="1200"/>
              </a:spcBef>
              <a:spcAft>
                <a:spcPts val="1200"/>
              </a:spcAft>
              <a:buNone/>
            </a:pPr>
            <a:endParaRPr sz="1500"/>
          </a:p>
        </p:txBody>
      </p:sp>
      <p:pic>
        <p:nvPicPr>
          <p:cNvPr id="244" name="Google Shape;244;p38">
            <a:extLst>
              <a:ext uri="{FF2B5EF4-FFF2-40B4-BE49-F238E27FC236}">
                <a16:creationId xmlns:a16="http://schemas.microsoft.com/office/drawing/2014/main" id="{BD24225E-D472-4AC4-43D3-298577AFFE5C}"/>
              </a:ext>
            </a:extLst>
          </p:cNvPr>
          <p:cNvPicPr preferRelativeResize="0"/>
          <p:nvPr/>
        </p:nvPicPr>
        <p:blipFill rotWithShape="1">
          <a:blip r:embed="rId3">
            <a:alphaModFix/>
          </a:blip>
          <a:srcRect b="9165"/>
          <a:stretch/>
        </p:blipFill>
        <p:spPr>
          <a:xfrm>
            <a:off x="4883743" y="1084918"/>
            <a:ext cx="3270213" cy="2973662"/>
          </a:xfrm>
          <a:prstGeom prst="rect">
            <a:avLst/>
          </a:prstGeom>
          <a:noFill/>
          <a:ln>
            <a:noFill/>
          </a:ln>
        </p:spPr>
      </p:pic>
      <p:pic>
        <p:nvPicPr>
          <p:cNvPr id="6" name="Google Shape;152;p25">
            <a:extLst>
              <a:ext uri="{FF2B5EF4-FFF2-40B4-BE49-F238E27FC236}">
                <a16:creationId xmlns:a16="http://schemas.microsoft.com/office/drawing/2014/main" id="{CDA3D806-BCD6-C64C-D1AD-3B8141C82359}"/>
              </a:ext>
            </a:extLst>
          </p:cNvPr>
          <p:cNvPicPr preferRelativeResize="0"/>
          <p:nvPr/>
        </p:nvPicPr>
        <p:blipFill>
          <a:blip r:embed="rId4">
            <a:alphaModFix/>
          </a:blip>
          <a:stretch>
            <a:fillRect/>
          </a:stretch>
        </p:blipFill>
        <p:spPr>
          <a:xfrm>
            <a:off x="707190" y="1686926"/>
            <a:ext cx="3864810" cy="1769647"/>
          </a:xfrm>
          <a:prstGeom prst="rect">
            <a:avLst/>
          </a:prstGeom>
          <a:noFill/>
          <a:ln>
            <a:noFill/>
          </a:ln>
        </p:spPr>
      </p:pic>
    </p:spTree>
    <p:extLst>
      <p:ext uri="{BB962C8B-B14F-4D97-AF65-F5344CB8AC3E}">
        <p14:creationId xmlns:p14="http://schemas.microsoft.com/office/powerpoint/2010/main" val="1467708922"/>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466</TotalTime>
  <Words>2673</Words>
  <Application>Microsoft Office PowerPoint</Application>
  <PresentationFormat>Presentación en pantalla (16:9)</PresentationFormat>
  <Paragraphs>186</Paragraphs>
  <Slides>35</Slides>
  <Notes>35</Notes>
  <HiddenSlides>5</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35</vt:i4>
      </vt:variant>
    </vt:vector>
  </HeadingPairs>
  <TitlesOfParts>
    <vt:vector size="40" baseType="lpstr">
      <vt:lpstr>PT Sans Narrow</vt:lpstr>
      <vt:lpstr>Courier New</vt:lpstr>
      <vt:lpstr>Arial</vt:lpstr>
      <vt:lpstr>Open Sans</vt:lpstr>
      <vt:lpstr>Tropic</vt:lpstr>
      <vt:lpstr>Búsqueda de soluciones no informada</vt:lpstr>
      <vt:lpstr>Agenda</vt:lpstr>
      <vt:lpstr>Generalidades</vt:lpstr>
      <vt:lpstr>Generalidades</vt:lpstr>
      <vt:lpstr>Estrategias - Búsqueda primero en amplitud</vt:lpstr>
      <vt:lpstr>Estrategias - Búsqueda primero en amplitud</vt:lpstr>
      <vt:lpstr>Estrategias - Búsqueda primero en amplitud</vt:lpstr>
      <vt:lpstr>Estrategias - Búsqueda primero en amplitud</vt:lpstr>
      <vt:lpstr>Estrategias - Búsqueda primero en amplitud</vt:lpstr>
      <vt:lpstr>Estrategias - Búsqueda primero en amplitud</vt:lpstr>
      <vt:lpstr>Estrategias - Búsqueda primero en amplitud</vt:lpstr>
      <vt:lpstr>Estrategias - Búsqueda primero en amplitud</vt:lpstr>
      <vt:lpstr>Estrategias - Búsqueda de costo uniforme</vt:lpstr>
      <vt:lpstr>Estrategias - Búsqueda de costo uniforme</vt:lpstr>
      <vt:lpstr>Estrategias - Búsqueda de costo uniforme</vt:lpstr>
      <vt:lpstr>Estrategias - Búsqueda de costo uniforme</vt:lpstr>
      <vt:lpstr>Estrategias - Búsqueda de costo uniforme</vt:lpstr>
      <vt:lpstr>Estrategias - Búsqueda de costo uniforme</vt:lpstr>
      <vt:lpstr>Estrategias - Búsqueda primero en profundidad</vt:lpstr>
      <vt:lpstr>Estrategias - Búsqueda primero en profundidad</vt:lpstr>
      <vt:lpstr>Estrategias - Búsqueda primero en profundidad</vt:lpstr>
      <vt:lpstr>Estrategias - Búsqueda primero en profundidad</vt:lpstr>
      <vt:lpstr>Estrategias - Búsqueda primero en profundidad</vt:lpstr>
      <vt:lpstr>Estrategias - Búsqueda primero en profundidad</vt:lpstr>
      <vt:lpstr>Estrategias - Búsqueda primero en profundidad</vt:lpstr>
      <vt:lpstr>Estrategias - Búsqueda de profundidad limitada</vt:lpstr>
      <vt:lpstr>Estrategias - Búsqueda de profundidad limitada</vt:lpstr>
      <vt:lpstr>Estrategias - Búsqueda de profundidad iterativa</vt:lpstr>
      <vt:lpstr>Estrategias - Búsqueda de profundidad iterativa</vt:lpstr>
      <vt:lpstr>Estrategias - Búsqueda de profundidad iterativa</vt:lpstr>
      <vt:lpstr>Estrategias - Búsqueda de profundidad iterativa</vt:lpstr>
      <vt:lpstr>Estrategias - Búsqueda de profundidad iterativa</vt:lpstr>
      <vt:lpstr>Estrategias - Búsqueda de profundidad iterativa</vt:lpstr>
      <vt:lpstr>Estrategias - Búsqueda de profundidad limitada</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Búsqueda de soluciones no informada</dc:title>
  <cp:lastModifiedBy>Norbey Muñoz</cp:lastModifiedBy>
  <cp:revision>1</cp:revision>
  <dcterms:modified xsi:type="dcterms:W3CDTF">2024-10-08T00:25:30Z</dcterms:modified>
</cp:coreProperties>
</file>