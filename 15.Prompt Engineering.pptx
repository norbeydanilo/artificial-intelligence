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6" r:id="rId5"/>
    <p:sldId id="287" r:id="rId6"/>
    <p:sldId id="308" r:id="rId7"/>
    <p:sldId id="304" r:id="rId8"/>
    <p:sldId id="305" r:id="rId9"/>
    <p:sldId id="293" r:id="rId10"/>
    <p:sldId id="289" r:id="rId11"/>
    <p:sldId id="288" r:id="rId12"/>
    <p:sldId id="290" r:id="rId13"/>
    <p:sldId id="292" r:id="rId14"/>
    <p:sldId id="291" r:id="rId15"/>
    <p:sldId id="294" r:id="rId16"/>
    <p:sldId id="295" r:id="rId17"/>
    <p:sldId id="298" r:id="rId18"/>
    <p:sldId id="296" r:id="rId19"/>
    <p:sldId id="299" r:id="rId20"/>
    <p:sldId id="300" r:id="rId21"/>
    <p:sldId id="301" r:id="rId22"/>
    <p:sldId id="302" r:id="rId23"/>
    <p:sldId id="303" r:id="rId24"/>
    <p:sldId id="307" r:id="rId25"/>
    <p:sldId id="309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4DBEFE-B825-435E-8E41-2A18C58BD0C5}" v="2" dt="2026-03-08T19:34:50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">
      <pc:chgData name="Norbey Muñoz" userId="b7e811e8891ccd42" providerId="LiveId" clId="{2482167B-ADD3-4E68-AB8B-ADE9CECE27D0}" dt="2026-03-08T19:34:52.439" v="8" actId="2890"/>
      <pc:docMkLst>
        <pc:docMk/>
      </pc:docMkLst>
      <pc:sldChg chg="addSp delSp modSp add del mod">
        <pc:chgData name="Norbey Muñoz" userId="b7e811e8891ccd42" providerId="LiveId" clId="{2482167B-ADD3-4E68-AB8B-ADE9CECE27D0}" dt="2026-03-08T19:34:52.439" v="8" actId="2890"/>
        <pc:sldMkLst>
          <pc:docMk/>
          <pc:sldMk cId="4292095614" sldId="310"/>
        </pc:sldMkLst>
        <pc:picChg chg="add del">
          <ac:chgData name="Norbey Muñoz" userId="b7e811e8891ccd42" providerId="LiveId" clId="{2482167B-ADD3-4E68-AB8B-ADE9CECE27D0}" dt="2026-03-08T19:34:51.714" v="7" actId="478"/>
          <ac:picMkLst>
            <pc:docMk/>
            <pc:sldMk cId="4292095614" sldId="310"/>
            <ac:picMk id="3" creationId="{728ECB82-EA6C-6742-DCF9-2614F748AAFB}"/>
          </ac:picMkLst>
        </pc:picChg>
        <pc:picChg chg="add del">
          <ac:chgData name="Norbey Muñoz" userId="b7e811e8891ccd42" providerId="LiveId" clId="{2482167B-ADD3-4E68-AB8B-ADE9CECE27D0}" dt="2026-03-08T19:34:51.133" v="6" actId="478"/>
          <ac:picMkLst>
            <pc:docMk/>
            <pc:sldMk cId="4292095614" sldId="310"/>
            <ac:picMk id="4" creationId="{CBD2DBB1-49A9-2CF1-7398-4B24EF29A8D7}"/>
          </ac:picMkLst>
        </pc:picChg>
        <pc:picChg chg="add mod">
          <ac:chgData name="Norbey Muñoz" userId="b7e811e8891ccd42" providerId="LiveId" clId="{2482167B-ADD3-4E68-AB8B-ADE9CECE27D0}" dt="2026-03-08T19:34:50.185" v="5" actId="1076"/>
          <ac:picMkLst>
            <pc:docMk/>
            <pc:sldMk cId="4292095614" sldId="310"/>
            <ac:picMk id="5" creationId="{86655E88-69E1-E2B6-C44D-8FD69783642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D0A95B-5D23-46F6-9423-832ECCDD38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C879B3E0-E38D-4107-A8A1-D40DFA2716E7}">
      <dgm:prSet/>
      <dgm:spPr/>
      <dgm:t>
        <a:bodyPr/>
        <a:lstStyle/>
        <a:p>
          <a:pPr>
            <a:defRPr cap="all"/>
          </a:pPr>
          <a:r>
            <a:rPr lang="es-ES"/>
            <a:t>Zero Shot</a:t>
          </a:r>
          <a:endParaRPr lang="en-US"/>
        </a:p>
      </dgm:t>
    </dgm:pt>
    <dgm:pt modelId="{ADED6A4F-A47F-4A32-AC5D-1212596B224E}" type="parTrans" cxnId="{9B9E5E02-72DA-45A6-9158-959A24244B69}">
      <dgm:prSet/>
      <dgm:spPr/>
      <dgm:t>
        <a:bodyPr/>
        <a:lstStyle/>
        <a:p>
          <a:endParaRPr lang="en-US"/>
        </a:p>
      </dgm:t>
    </dgm:pt>
    <dgm:pt modelId="{56EA3960-8F92-4C3C-88C0-51FE79590383}" type="sibTrans" cxnId="{9B9E5E02-72DA-45A6-9158-959A24244B69}">
      <dgm:prSet/>
      <dgm:spPr/>
      <dgm:t>
        <a:bodyPr/>
        <a:lstStyle/>
        <a:p>
          <a:endParaRPr lang="en-US"/>
        </a:p>
      </dgm:t>
    </dgm:pt>
    <dgm:pt modelId="{8203B642-A87A-45DA-B261-9C79E19BFBB6}">
      <dgm:prSet/>
      <dgm:spPr/>
      <dgm:t>
        <a:bodyPr/>
        <a:lstStyle/>
        <a:p>
          <a:pPr>
            <a:defRPr cap="all"/>
          </a:pPr>
          <a:r>
            <a:rPr lang="es-ES"/>
            <a:t>Few Shot</a:t>
          </a:r>
          <a:endParaRPr lang="en-US"/>
        </a:p>
      </dgm:t>
    </dgm:pt>
    <dgm:pt modelId="{92FACB64-F5A4-4CA0-B29E-64CA6C1475BC}" type="parTrans" cxnId="{CBD2B1C9-E5DC-42D7-BDE1-99E56B71CC25}">
      <dgm:prSet/>
      <dgm:spPr/>
      <dgm:t>
        <a:bodyPr/>
        <a:lstStyle/>
        <a:p>
          <a:endParaRPr lang="en-US"/>
        </a:p>
      </dgm:t>
    </dgm:pt>
    <dgm:pt modelId="{B0A3824A-D1B5-455D-A66B-E530DEC2BCB2}" type="sibTrans" cxnId="{CBD2B1C9-E5DC-42D7-BDE1-99E56B71CC25}">
      <dgm:prSet/>
      <dgm:spPr/>
      <dgm:t>
        <a:bodyPr/>
        <a:lstStyle/>
        <a:p>
          <a:endParaRPr lang="en-US"/>
        </a:p>
      </dgm:t>
    </dgm:pt>
    <dgm:pt modelId="{EB84153F-1898-442D-A0F6-C3DDCB6D777D}">
      <dgm:prSet/>
      <dgm:spPr/>
      <dgm:t>
        <a:bodyPr/>
        <a:lstStyle/>
        <a:p>
          <a:pPr>
            <a:defRPr cap="all"/>
          </a:pPr>
          <a:r>
            <a:rPr lang="es-ES"/>
            <a:t>Chain of Thouthg</a:t>
          </a:r>
          <a:endParaRPr lang="en-US"/>
        </a:p>
      </dgm:t>
    </dgm:pt>
    <dgm:pt modelId="{70CFFF3D-1904-431D-AA1C-38AF9218A31E}" type="parTrans" cxnId="{EB2C9BE8-A0E3-4474-A4A1-EE260D3C5F44}">
      <dgm:prSet/>
      <dgm:spPr/>
      <dgm:t>
        <a:bodyPr/>
        <a:lstStyle/>
        <a:p>
          <a:endParaRPr lang="en-US"/>
        </a:p>
      </dgm:t>
    </dgm:pt>
    <dgm:pt modelId="{625268A6-6029-46C4-A70A-C255EBEE4DD0}" type="sibTrans" cxnId="{EB2C9BE8-A0E3-4474-A4A1-EE260D3C5F44}">
      <dgm:prSet/>
      <dgm:spPr/>
      <dgm:t>
        <a:bodyPr/>
        <a:lstStyle/>
        <a:p>
          <a:endParaRPr lang="en-US"/>
        </a:p>
      </dgm:t>
    </dgm:pt>
    <dgm:pt modelId="{372FFD89-1EE0-4FE7-8816-2EFF0C746B66}" type="pres">
      <dgm:prSet presAssocID="{B6D0A95B-5D23-46F6-9423-832ECCDD3849}" presName="root" presStyleCnt="0">
        <dgm:presLayoutVars>
          <dgm:dir/>
          <dgm:resizeHandles val="exact"/>
        </dgm:presLayoutVars>
      </dgm:prSet>
      <dgm:spPr/>
    </dgm:pt>
    <dgm:pt modelId="{693C0957-9397-4428-B348-522D589B9EE1}" type="pres">
      <dgm:prSet presAssocID="{C879B3E0-E38D-4107-A8A1-D40DFA2716E7}" presName="compNode" presStyleCnt="0"/>
      <dgm:spPr/>
    </dgm:pt>
    <dgm:pt modelId="{008A4C6B-6958-4331-9AB6-5E38A82E9DCC}" type="pres">
      <dgm:prSet presAssocID="{C879B3E0-E38D-4107-A8A1-D40DFA2716E7}" presName="iconBgRect" presStyleLbl="bgShp" presStyleIdx="0" presStyleCnt="3"/>
      <dgm:spPr/>
    </dgm:pt>
    <dgm:pt modelId="{177CEEF4-E327-46BC-BB1C-65A78E06C60D}" type="pres">
      <dgm:prSet presAssocID="{C879B3E0-E38D-4107-A8A1-D40DFA2716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B3A7BA1-71EC-4303-B5BF-71429DB3D8E8}" type="pres">
      <dgm:prSet presAssocID="{C879B3E0-E38D-4107-A8A1-D40DFA2716E7}" presName="spaceRect" presStyleCnt="0"/>
      <dgm:spPr/>
    </dgm:pt>
    <dgm:pt modelId="{1652C0EF-0864-4AE1-83CB-1C778B023E29}" type="pres">
      <dgm:prSet presAssocID="{C879B3E0-E38D-4107-A8A1-D40DFA2716E7}" presName="textRect" presStyleLbl="revTx" presStyleIdx="0" presStyleCnt="3">
        <dgm:presLayoutVars>
          <dgm:chMax val="1"/>
          <dgm:chPref val="1"/>
        </dgm:presLayoutVars>
      </dgm:prSet>
      <dgm:spPr/>
    </dgm:pt>
    <dgm:pt modelId="{B3B5B975-76B7-4063-B686-5AA7A30711FF}" type="pres">
      <dgm:prSet presAssocID="{56EA3960-8F92-4C3C-88C0-51FE79590383}" presName="sibTrans" presStyleCnt="0"/>
      <dgm:spPr/>
    </dgm:pt>
    <dgm:pt modelId="{04DB4F0E-1DD9-48CF-9EF2-4734261CEBB6}" type="pres">
      <dgm:prSet presAssocID="{8203B642-A87A-45DA-B261-9C79E19BFBB6}" presName="compNode" presStyleCnt="0"/>
      <dgm:spPr/>
    </dgm:pt>
    <dgm:pt modelId="{616EFC22-FEFA-4236-9B5F-DD8531C19208}" type="pres">
      <dgm:prSet presAssocID="{8203B642-A87A-45DA-B261-9C79E19BFBB6}" presName="iconBgRect" presStyleLbl="bgShp" presStyleIdx="1" presStyleCnt="3"/>
      <dgm:spPr/>
    </dgm:pt>
    <dgm:pt modelId="{10971F1A-D4C1-47C3-B497-FC077EE758D7}" type="pres">
      <dgm:prSet presAssocID="{8203B642-A87A-45DA-B261-9C79E19BFBB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ámara"/>
        </a:ext>
      </dgm:extLst>
    </dgm:pt>
    <dgm:pt modelId="{1FF1E61F-2F45-4989-BE9B-59E4018D8861}" type="pres">
      <dgm:prSet presAssocID="{8203B642-A87A-45DA-B261-9C79E19BFBB6}" presName="spaceRect" presStyleCnt="0"/>
      <dgm:spPr/>
    </dgm:pt>
    <dgm:pt modelId="{2F4D544D-F952-426A-B421-D0B793DB9D94}" type="pres">
      <dgm:prSet presAssocID="{8203B642-A87A-45DA-B261-9C79E19BFBB6}" presName="textRect" presStyleLbl="revTx" presStyleIdx="1" presStyleCnt="3">
        <dgm:presLayoutVars>
          <dgm:chMax val="1"/>
          <dgm:chPref val="1"/>
        </dgm:presLayoutVars>
      </dgm:prSet>
      <dgm:spPr/>
    </dgm:pt>
    <dgm:pt modelId="{866E9091-658A-4758-8A26-20CAB57E9254}" type="pres">
      <dgm:prSet presAssocID="{B0A3824A-D1B5-455D-A66B-E530DEC2BCB2}" presName="sibTrans" presStyleCnt="0"/>
      <dgm:spPr/>
    </dgm:pt>
    <dgm:pt modelId="{FC491462-37F1-42A8-8D26-5D0BFEA09FCD}" type="pres">
      <dgm:prSet presAssocID="{EB84153F-1898-442D-A0F6-C3DDCB6D777D}" presName="compNode" presStyleCnt="0"/>
      <dgm:spPr/>
    </dgm:pt>
    <dgm:pt modelId="{3A38D8D2-A097-4AF9-AE62-F626F873C2C4}" type="pres">
      <dgm:prSet presAssocID="{EB84153F-1898-442D-A0F6-C3DDCB6D777D}" presName="iconBgRect" presStyleLbl="bgShp" presStyleIdx="2" presStyleCnt="3"/>
      <dgm:spPr/>
    </dgm:pt>
    <dgm:pt modelId="{B2B08D83-658C-4856-AB21-664AD978F0D2}" type="pres">
      <dgm:prSet presAssocID="{EB84153F-1898-442D-A0F6-C3DDCB6D77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ínculo"/>
        </a:ext>
      </dgm:extLst>
    </dgm:pt>
    <dgm:pt modelId="{457DB9C6-2EFC-4EBE-A1EB-1A0128029F78}" type="pres">
      <dgm:prSet presAssocID="{EB84153F-1898-442D-A0F6-C3DDCB6D777D}" presName="spaceRect" presStyleCnt="0"/>
      <dgm:spPr/>
    </dgm:pt>
    <dgm:pt modelId="{F80FF033-BB53-481C-A54D-0D7ADA2DA967}" type="pres">
      <dgm:prSet presAssocID="{EB84153F-1898-442D-A0F6-C3DDCB6D777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B9E5E02-72DA-45A6-9158-959A24244B69}" srcId="{B6D0A95B-5D23-46F6-9423-832ECCDD3849}" destId="{C879B3E0-E38D-4107-A8A1-D40DFA2716E7}" srcOrd="0" destOrd="0" parTransId="{ADED6A4F-A47F-4A32-AC5D-1212596B224E}" sibTransId="{56EA3960-8F92-4C3C-88C0-51FE79590383}"/>
    <dgm:cxn modelId="{408DD90C-3ABD-418A-9F7B-220CD55DE161}" type="presOf" srcId="{C879B3E0-E38D-4107-A8A1-D40DFA2716E7}" destId="{1652C0EF-0864-4AE1-83CB-1C778B023E29}" srcOrd="0" destOrd="0" presId="urn:microsoft.com/office/officeart/2018/5/layout/IconCircleLabelList"/>
    <dgm:cxn modelId="{03DFC92C-057A-4085-93F1-BC89FDC91DCE}" type="presOf" srcId="{B6D0A95B-5D23-46F6-9423-832ECCDD3849}" destId="{372FFD89-1EE0-4FE7-8816-2EFF0C746B66}" srcOrd="0" destOrd="0" presId="urn:microsoft.com/office/officeart/2018/5/layout/IconCircleLabelList"/>
    <dgm:cxn modelId="{75721F36-EBD8-4DA9-B0E7-4ABD60EFB9BB}" type="presOf" srcId="{EB84153F-1898-442D-A0F6-C3DDCB6D777D}" destId="{F80FF033-BB53-481C-A54D-0D7ADA2DA967}" srcOrd="0" destOrd="0" presId="urn:microsoft.com/office/officeart/2018/5/layout/IconCircleLabelList"/>
    <dgm:cxn modelId="{64BCC153-062E-4FE1-B290-A6623F7B358D}" type="presOf" srcId="{8203B642-A87A-45DA-B261-9C79E19BFBB6}" destId="{2F4D544D-F952-426A-B421-D0B793DB9D94}" srcOrd="0" destOrd="0" presId="urn:microsoft.com/office/officeart/2018/5/layout/IconCircleLabelList"/>
    <dgm:cxn modelId="{CBD2B1C9-E5DC-42D7-BDE1-99E56B71CC25}" srcId="{B6D0A95B-5D23-46F6-9423-832ECCDD3849}" destId="{8203B642-A87A-45DA-B261-9C79E19BFBB6}" srcOrd="1" destOrd="0" parTransId="{92FACB64-F5A4-4CA0-B29E-64CA6C1475BC}" sibTransId="{B0A3824A-D1B5-455D-A66B-E530DEC2BCB2}"/>
    <dgm:cxn modelId="{EB2C9BE8-A0E3-4474-A4A1-EE260D3C5F44}" srcId="{B6D0A95B-5D23-46F6-9423-832ECCDD3849}" destId="{EB84153F-1898-442D-A0F6-C3DDCB6D777D}" srcOrd="2" destOrd="0" parTransId="{70CFFF3D-1904-431D-AA1C-38AF9218A31E}" sibTransId="{625268A6-6029-46C4-A70A-C255EBEE4DD0}"/>
    <dgm:cxn modelId="{A3AFAF6D-AABA-416F-AE62-B09FC747C09F}" type="presParOf" srcId="{372FFD89-1EE0-4FE7-8816-2EFF0C746B66}" destId="{693C0957-9397-4428-B348-522D589B9EE1}" srcOrd="0" destOrd="0" presId="urn:microsoft.com/office/officeart/2018/5/layout/IconCircleLabelList"/>
    <dgm:cxn modelId="{2C9636D9-EA36-45D3-8F75-C96F35A78B52}" type="presParOf" srcId="{693C0957-9397-4428-B348-522D589B9EE1}" destId="{008A4C6B-6958-4331-9AB6-5E38A82E9DCC}" srcOrd="0" destOrd="0" presId="urn:microsoft.com/office/officeart/2018/5/layout/IconCircleLabelList"/>
    <dgm:cxn modelId="{F2EEC4A9-F516-43F8-9377-A66CFA456C80}" type="presParOf" srcId="{693C0957-9397-4428-B348-522D589B9EE1}" destId="{177CEEF4-E327-46BC-BB1C-65A78E06C60D}" srcOrd="1" destOrd="0" presId="urn:microsoft.com/office/officeart/2018/5/layout/IconCircleLabelList"/>
    <dgm:cxn modelId="{10A1241F-2BB6-4AB6-AA35-B4FAAC4BA3C2}" type="presParOf" srcId="{693C0957-9397-4428-B348-522D589B9EE1}" destId="{2B3A7BA1-71EC-4303-B5BF-71429DB3D8E8}" srcOrd="2" destOrd="0" presId="urn:microsoft.com/office/officeart/2018/5/layout/IconCircleLabelList"/>
    <dgm:cxn modelId="{5AE94F71-E78B-4A52-AA52-24A22C6A2974}" type="presParOf" srcId="{693C0957-9397-4428-B348-522D589B9EE1}" destId="{1652C0EF-0864-4AE1-83CB-1C778B023E29}" srcOrd="3" destOrd="0" presId="urn:microsoft.com/office/officeart/2018/5/layout/IconCircleLabelList"/>
    <dgm:cxn modelId="{EC3A79A3-7D15-423C-917B-08A221897205}" type="presParOf" srcId="{372FFD89-1EE0-4FE7-8816-2EFF0C746B66}" destId="{B3B5B975-76B7-4063-B686-5AA7A30711FF}" srcOrd="1" destOrd="0" presId="urn:microsoft.com/office/officeart/2018/5/layout/IconCircleLabelList"/>
    <dgm:cxn modelId="{D8856E8D-FABC-4620-8D7B-65D44889B474}" type="presParOf" srcId="{372FFD89-1EE0-4FE7-8816-2EFF0C746B66}" destId="{04DB4F0E-1DD9-48CF-9EF2-4734261CEBB6}" srcOrd="2" destOrd="0" presId="urn:microsoft.com/office/officeart/2018/5/layout/IconCircleLabelList"/>
    <dgm:cxn modelId="{50DDA197-13AB-48EA-988F-85E2500A3D0B}" type="presParOf" srcId="{04DB4F0E-1DD9-48CF-9EF2-4734261CEBB6}" destId="{616EFC22-FEFA-4236-9B5F-DD8531C19208}" srcOrd="0" destOrd="0" presId="urn:microsoft.com/office/officeart/2018/5/layout/IconCircleLabelList"/>
    <dgm:cxn modelId="{306A8D02-C5E5-4129-9EF4-1F308A6AD156}" type="presParOf" srcId="{04DB4F0E-1DD9-48CF-9EF2-4734261CEBB6}" destId="{10971F1A-D4C1-47C3-B497-FC077EE758D7}" srcOrd="1" destOrd="0" presId="urn:microsoft.com/office/officeart/2018/5/layout/IconCircleLabelList"/>
    <dgm:cxn modelId="{B1CFD590-F1DE-44AE-A243-3F2A676FCA47}" type="presParOf" srcId="{04DB4F0E-1DD9-48CF-9EF2-4734261CEBB6}" destId="{1FF1E61F-2F45-4989-BE9B-59E4018D8861}" srcOrd="2" destOrd="0" presId="urn:microsoft.com/office/officeart/2018/5/layout/IconCircleLabelList"/>
    <dgm:cxn modelId="{8A6C6798-DC94-4137-95E2-4AE99E2D7A24}" type="presParOf" srcId="{04DB4F0E-1DD9-48CF-9EF2-4734261CEBB6}" destId="{2F4D544D-F952-426A-B421-D0B793DB9D94}" srcOrd="3" destOrd="0" presId="urn:microsoft.com/office/officeart/2018/5/layout/IconCircleLabelList"/>
    <dgm:cxn modelId="{C721FA31-4EE2-4772-9BD8-2C1DCC81AD68}" type="presParOf" srcId="{372FFD89-1EE0-4FE7-8816-2EFF0C746B66}" destId="{866E9091-658A-4758-8A26-20CAB57E9254}" srcOrd="3" destOrd="0" presId="urn:microsoft.com/office/officeart/2018/5/layout/IconCircleLabelList"/>
    <dgm:cxn modelId="{B8C3DB71-8779-4FAA-B91E-976602155FE9}" type="presParOf" srcId="{372FFD89-1EE0-4FE7-8816-2EFF0C746B66}" destId="{FC491462-37F1-42A8-8D26-5D0BFEA09FCD}" srcOrd="4" destOrd="0" presId="urn:microsoft.com/office/officeart/2018/5/layout/IconCircleLabelList"/>
    <dgm:cxn modelId="{A44D912D-3BAF-4876-B041-AD1F5DAAA064}" type="presParOf" srcId="{FC491462-37F1-42A8-8D26-5D0BFEA09FCD}" destId="{3A38D8D2-A097-4AF9-AE62-F626F873C2C4}" srcOrd="0" destOrd="0" presId="urn:microsoft.com/office/officeart/2018/5/layout/IconCircleLabelList"/>
    <dgm:cxn modelId="{E01DE09B-BA5A-4036-AB1F-0E059A04B17F}" type="presParOf" srcId="{FC491462-37F1-42A8-8D26-5D0BFEA09FCD}" destId="{B2B08D83-658C-4856-AB21-664AD978F0D2}" srcOrd="1" destOrd="0" presId="urn:microsoft.com/office/officeart/2018/5/layout/IconCircleLabelList"/>
    <dgm:cxn modelId="{CB546285-002E-40BB-B10A-FCCED7BA0E20}" type="presParOf" srcId="{FC491462-37F1-42A8-8D26-5D0BFEA09FCD}" destId="{457DB9C6-2EFC-4EBE-A1EB-1A0128029F78}" srcOrd="2" destOrd="0" presId="urn:microsoft.com/office/officeart/2018/5/layout/IconCircleLabelList"/>
    <dgm:cxn modelId="{A7CFAF11-60A4-4578-B14A-D0B33294662E}" type="presParOf" srcId="{FC491462-37F1-42A8-8D26-5D0BFEA09FCD}" destId="{F80FF033-BB53-481C-A54D-0D7ADA2DA96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0DA513-C5CA-43D4-B6BF-D6E545B5F2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C7F041-CA0D-4F1B-9FBF-B174856C5B9E}">
      <dgm:prSet/>
      <dgm:spPr/>
      <dgm:t>
        <a:bodyPr/>
        <a:lstStyle/>
        <a:p>
          <a:r>
            <a:rPr lang="en-US"/>
            <a:t>Prompt: The input text provided to the model.</a:t>
          </a:r>
        </a:p>
      </dgm:t>
    </dgm:pt>
    <dgm:pt modelId="{83C9285D-2AFF-4E9E-A42A-164C29DB0AF9}" type="parTrans" cxnId="{6FFE405B-7CD6-41D7-A183-F95003D59709}">
      <dgm:prSet/>
      <dgm:spPr/>
      <dgm:t>
        <a:bodyPr/>
        <a:lstStyle/>
        <a:p>
          <a:endParaRPr lang="en-US"/>
        </a:p>
      </dgm:t>
    </dgm:pt>
    <dgm:pt modelId="{2A7B764B-6296-4F4A-AB65-E8F3B0E7CE77}" type="sibTrans" cxnId="{6FFE405B-7CD6-41D7-A183-F95003D59709}">
      <dgm:prSet/>
      <dgm:spPr/>
      <dgm:t>
        <a:bodyPr/>
        <a:lstStyle/>
        <a:p>
          <a:endParaRPr lang="en-US"/>
        </a:p>
      </dgm:t>
    </dgm:pt>
    <dgm:pt modelId="{6BD8D125-9EDA-4484-BB52-87CDF29A5FE6}">
      <dgm:prSet/>
      <dgm:spPr/>
      <dgm:t>
        <a:bodyPr/>
        <a:lstStyle/>
        <a:p>
          <a:r>
            <a:rPr lang="en-US"/>
            <a:t>Inference: The process of generating text based on the prompt.</a:t>
          </a:r>
        </a:p>
      </dgm:t>
    </dgm:pt>
    <dgm:pt modelId="{1DCFD0FE-D921-4A4A-B25E-40122D3E1867}" type="parTrans" cxnId="{7F720BC6-E7A0-4AC4-969E-2B4BFAE8303E}">
      <dgm:prSet/>
      <dgm:spPr/>
      <dgm:t>
        <a:bodyPr/>
        <a:lstStyle/>
        <a:p>
          <a:endParaRPr lang="en-US"/>
        </a:p>
      </dgm:t>
    </dgm:pt>
    <dgm:pt modelId="{DC3FCC61-C127-4592-9FEE-A02ECE16A019}" type="sibTrans" cxnId="{7F720BC6-E7A0-4AC4-969E-2B4BFAE8303E}">
      <dgm:prSet/>
      <dgm:spPr/>
      <dgm:t>
        <a:bodyPr/>
        <a:lstStyle/>
        <a:p>
          <a:endParaRPr lang="en-US"/>
        </a:p>
      </dgm:t>
    </dgm:pt>
    <dgm:pt modelId="{F12580FF-0920-4DC2-BC5A-E847AD627622}">
      <dgm:prSet/>
      <dgm:spPr/>
      <dgm:t>
        <a:bodyPr/>
        <a:lstStyle/>
        <a:p>
          <a:r>
            <a:rPr lang="en-US"/>
            <a:t>Completion: The output text produced by the model.</a:t>
          </a:r>
        </a:p>
      </dgm:t>
    </dgm:pt>
    <dgm:pt modelId="{58B7C330-42D2-41D0-9B49-C5EAAA973118}" type="parTrans" cxnId="{9D36BB06-3F8D-4FB6-A922-B55EF19CD4F6}">
      <dgm:prSet/>
      <dgm:spPr/>
      <dgm:t>
        <a:bodyPr/>
        <a:lstStyle/>
        <a:p>
          <a:endParaRPr lang="en-US"/>
        </a:p>
      </dgm:t>
    </dgm:pt>
    <dgm:pt modelId="{1C166DA3-ADA1-4B22-9E95-6EB633B6285B}" type="sibTrans" cxnId="{9D36BB06-3F8D-4FB6-A922-B55EF19CD4F6}">
      <dgm:prSet/>
      <dgm:spPr/>
      <dgm:t>
        <a:bodyPr/>
        <a:lstStyle/>
        <a:p>
          <a:endParaRPr lang="en-US"/>
        </a:p>
      </dgm:t>
    </dgm:pt>
    <dgm:pt modelId="{4AC49827-C6C2-4385-8160-08E6674ECE7A}" type="pres">
      <dgm:prSet presAssocID="{6D0DA513-C5CA-43D4-B6BF-D6E545B5F26B}" presName="root" presStyleCnt="0">
        <dgm:presLayoutVars>
          <dgm:dir/>
          <dgm:resizeHandles val="exact"/>
        </dgm:presLayoutVars>
      </dgm:prSet>
      <dgm:spPr/>
    </dgm:pt>
    <dgm:pt modelId="{52005ED8-BFEC-436E-90C7-BF16BDCD182E}" type="pres">
      <dgm:prSet presAssocID="{4FC7F041-CA0D-4F1B-9FBF-B174856C5B9E}" presName="compNode" presStyleCnt="0"/>
      <dgm:spPr/>
    </dgm:pt>
    <dgm:pt modelId="{CF8A5DC7-1391-4BEF-8BE1-C0E100F909F0}" type="pres">
      <dgm:prSet presAssocID="{4FC7F041-CA0D-4F1B-9FBF-B174856C5B9E}" presName="bgRect" presStyleLbl="bgShp" presStyleIdx="0" presStyleCnt="3"/>
      <dgm:spPr/>
    </dgm:pt>
    <dgm:pt modelId="{BCC9C727-4A40-47E1-A70A-EFDA0DA7C4C5}" type="pres">
      <dgm:prSet presAssocID="{4FC7F041-CA0D-4F1B-9FBF-B174856C5B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1ED962D8-F54E-4F09-BB2B-8A46CCA847EE}" type="pres">
      <dgm:prSet presAssocID="{4FC7F041-CA0D-4F1B-9FBF-B174856C5B9E}" presName="spaceRect" presStyleCnt="0"/>
      <dgm:spPr/>
    </dgm:pt>
    <dgm:pt modelId="{3DA09E8A-74E7-46F4-87BF-FEC9FD94BDC5}" type="pres">
      <dgm:prSet presAssocID="{4FC7F041-CA0D-4F1B-9FBF-B174856C5B9E}" presName="parTx" presStyleLbl="revTx" presStyleIdx="0" presStyleCnt="3">
        <dgm:presLayoutVars>
          <dgm:chMax val="0"/>
          <dgm:chPref val="0"/>
        </dgm:presLayoutVars>
      </dgm:prSet>
      <dgm:spPr/>
    </dgm:pt>
    <dgm:pt modelId="{40D1CE0F-CC74-4E00-9C90-978FFEAF9A00}" type="pres">
      <dgm:prSet presAssocID="{2A7B764B-6296-4F4A-AB65-E8F3B0E7CE77}" presName="sibTrans" presStyleCnt="0"/>
      <dgm:spPr/>
    </dgm:pt>
    <dgm:pt modelId="{17BEC2CD-7689-42FD-AF63-4DDEAA2FAD78}" type="pres">
      <dgm:prSet presAssocID="{6BD8D125-9EDA-4484-BB52-87CDF29A5FE6}" presName="compNode" presStyleCnt="0"/>
      <dgm:spPr/>
    </dgm:pt>
    <dgm:pt modelId="{9B3DB583-0F42-4859-9A53-C37901798202}" type="pres">
      <dgm:prSet presAssocID="{6BD8D125-9EDA-4484-BB52-87CDF29A5FE6}" presName="bgRect" presStyleLbl="bgShp" presStyleIdx="1" presStyleCnt="3"/>
      <dgm:spPr/>
    </dgm:pt>
    <dgm:pt modelId="{DA8F2E93-B885-4642-8422-DB7BA9EBD703}" type="pres">
      <dgm:prSet presAssocID="{6BD8D125-9EDA-4484-BB52-87CDF29A5F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8AF67EA4-C995-4621-94C9-0668F266C209}" type="pres">
      <dgm:prSet presAssocID="{6BD8D125-9EDA-4484-BB52-87CDF29A5FE6}" presName="spaceRect" presStyleCnt="0"/>
      <dgm:spPr/>
    </dgm:pt>
    <dgm:pt modelId="{E6FA0B8A-A36A-405E-BD86-97B9F701C520}" type="pres">
      <dgm:prSet presAssocID="{6BD8D125-9EDA-4484-BB52-87CDF29A5FE6}" presName="parTx" presStyleLbl="revTx" presStyleIdx="1" presStyleCnt="3">
        <dgm:presLayoutVars>
          <dgm:chMax val="0"/>
          <dgm:chPref val="0"/>
        </dgm:presLayoutVars>
      </dgm:prSet>
      <dgm:spPr/>
    </dgm:pt>
    <dgm:pt modelId="{77B363F0-0910-4C0C-92A4-020008B80DEE}" type="pres">
      <dgm:prSet presAssocID="{DC3FCC61-C127-4592-9FEE-A02ECE16A019}" presName="sibTrans" presStyleCnt="0"/>
      <dgm:spPr/>
    </dgm:pt>
    <dgm:pt modelId="{812391A0-C2AD-4100-BA58-475B5BD63DCC}" type="pres">
      <dgm:prSet presAssocID="{F12580FF-0920-4DC2-BC5A-E847AD627622}" presName="compNode" presStyleCnt="0"/>
      <dgm:spPr/>
    </dgm:pt>
    <dgm:pt modelId="{F8F16A0A-F8B4-4E3F-8C5D-C2B897AE857E}" type="pres">
      <dgm:prSet presAssocID="{F12580FF-0920-4DC2-BC5A-E847AD627622}" presName="bgRect" presStyleLbl="bgShp" presStyleIdx="2" presStyleCnt="3"/>
      <dgm:spPr/>
    </dgm:pt>
    <dgm:pt modelId="{A2155695-3D07-4DC3-93C0-4039E9268620}" type="pres">
      <dgm:prSet presAssocID="{F12580FF-0920-4DC2-BC5A-E847AD6276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9D40177F-7304-43E4-9989-42D9F9D66D32}" type="pres">
      <dgm:prSet presAssocID="{F12580FF-0920-4DC2-BC5A-E847AD627622}" presName="spaceRect" presStyleCnt="0"/>
      <dgm:spPr/>
    </dgm:pt>
    <dgm:pt modelId="{2C61DD80-FCCC-4485-88EF-E86D83DBF75D}" type="pres">
      <dgm:prSet presAssocID="{F12580FF-0920-4DC2-BC5A-E847AD6276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36BB06-3F8D-4FB6-A922-B55EF19CD4F6}" srcId="{6D0DA513-C5CA-43D4-B6BF-D6E545B5F26B}" destId="{F12580FF-0920-4DC2-BC5A-E847AD627622}" srcOrd="2" destOrd="0" parTransId="{58B7C330-42D2-41D0-9B49-C5EAAA973118}" sibTransId="{1C166DA3-ADA1-4B22-9E95-6EB633B6285B}"/>
    <dgm:cxn modelId="{6FFE405B-7CD6-41D7-A183-F95003D59709}" srcId="{6D0DA513-C5CA-43D4-B6BF-D6E545B5F26B}" destId="{4FC7F041-CA0D-4F1B-9FBF-B174856C5B9E}" srcOrd="0" destOrd="0" parTransId="{83C9285D-2AFF-4E9E-A42A-164C29DB0AF9}" sibTransId="{2A7B764B-6296-4F4A-AB65-E8F3B0E7CE77}"/>
    <dgm:cxn modelId="{13EBAD4D-8BBE-40D8-9182-64F2EF750C2B}" type="presOf" srcId="{4FC7F041-CA0D-4F1B-9FBF-B174856C5B9E}" destId="{3DA09E8A-74E7-46F4-87BF-FEC9FD94BDC5}" srcOrd="0" destOrd="0" presId="urn:microsoft.com/office/officeart/2018/2/layout/IconVerticalSolidList"/>
    <dgm:cxn modelId="{5DFC3451-E10B-4181-80EB-886115B5B78E}" type="presOf" srcId="{F12580FF-0920-4DC2-BC5A-E847AD627622}" destId="{2C61DD80-FCCC-4485-88EF-E86D83DBF75D}" srcOrd="0" destOrd="0" presId="urn:microsoft.com/office/officeart/2018/2/layout/IconVerticalSolidList"/>
    <dgm:cxn modelId="{69C00DBF-CAE2-40F6-932C-5CA6E4EE64E5}" type="presOf" srcId="{6D0DA513-C5CA-43D4-B6BF-D6E545B5F26B}" destId="{4AC49827-C6C2-4385-8160-08E6674ECE7A}" srcOrd="0" destOrd="0" presId="urn:microsoft.com/office/officeart/2018/2/layout/IconVerticalSolidList"/>
    <dgm:cxn modelId="{7F720BC6-E7A0-4AC4-969E-2B4BFAE8303E}" srcId="{6D0DA513-C5CA-43D4-B6BF-D6E545B5F26B}" destId="{6BD8D125-9EDA-4484-BB52-87CDF29A5FE6}" srcOrd="1" destOrd="0" parTransId="{1DCFD0FE-D921-4A4A-B25E-40122D3E1867}" sibTransId="{DC3FCC61-C127-4592-9FEE-A02ECE16A019}"/>
    <dgm:cxn modelId="{A3836EEB-0817-410E-A22E-ABBF76D27637}" type="presOf" srcId="{6BD8D125-9EDA-4484-BB52-87CDF29A5FE6}" destId="{E6FA0B8A-A36A-405E-BD86-97B9F701C520}" srcOrd="0" destOrd="0" presId="urn:microsoft.com/office/officeart/2018/2/layout/IconVerticalSolidList"/>
    <dgm:cxn modelId="{0BE71680-7D2D-4951-BCA8-17A8C4D2F867}" type="presParOf" srcId="{4AC49827-C6C2-4385-8160-08E6674ECE7A}" destId="{52005ED8-BFEC-436E-90C7-BF16BDCD182E}" srcOrd="0" destOrd="0" presId="urn:microsoft.com/office/officeart/2018/2/layout/IconVerticalSolidList"/>
    <dgm:cxn modelId="{577928E6-A716-4305-9C7D-8417771813A8}" type="presParOf" srcId="{52005ED8-BFEC-436E-90C7-BF16BDCD182E}" destId="{CF8A5DC7-1391-4BEF-8BE1-C0E100F909F0}" srcOrd="0" destOrd="0" presId="urn:microsoft.com/office/officeart/2018/2/layout/IconVerticalSolidList"/>
    <dgm:cxn modelId="{CC8DE844-A1FB-4248-B117-D063EF6EBAB2}" type="presParOf" srcId="{52005ED8-BFEC-436E-90C7-BF16BDCD182E}" destId="{BCC9C727-4A40-47E1-A70A-EFDA0DA7C4C5}" srcOrd="1" destOrd="0" presId="urn:microsoft.com/office/officeart/2018/2/layout/IconVerticalSolidList"/>
    <dgm:cxn modelId="{4DAE4691-7BB7-43DF-8668-E94CADD4090F}" type="presParOf" srcId="{52005ED8-BFEC-436E-90C7-BF16BDCD182E}" destId="{1ED962D8-F54E-4F09-BB2B-8A46CCA847EE}" srcOrd="2" destOrd="0" presId="urn:microsoft.com/office/officeart/2018/2/layout/IconVerticalSolidList"/>
    <dgm:cxn modelId="{E4AFFABC-BA22-4247-A574-0179017B57B3}" type="presParOf" srcId="{52005ED8-BFEC-436E-90C7-BF16BDCD182E}" destId="{3DA09E8A-74E7-46F4-87BF-FEC9FD94BDC5}" srcOrd="3" destOrd="0" presId="urn:microsoft.com/office/officeart/2018/2/layout/IconVerticalSolidList"/>
    <dgm:cxn modelId="{9C894674-D45D-475B-BC1F-651E0927F4C0}" type="presParOf" srcId="{4AC49827-C6C2-4385-8160-08E6674ECE7A}" destId="{40D1CE0F-CC74-4E00-9C90-978FFEAF9A00}" srcOrd="1" destOrd="0" presId="urn:microsoft.com/office/officeart/2018/2/layout/IconVerticalSolidList"/>
    <dgm:cxn modelId="{74947F53-AC51-435D-98A9-4D8034200CA8}" type="presParOf" srcId="{4AC49827-C6C2-4385-8160-08E6674ECE7A}" destId="{17BEC2CD-7689-42FD-AF63-4DDEAA2FAD78}" srcOrd="2" destOrd="0" presId="urn:microsoft.com/office/officeart/2018/2/layout/IconVerticalSolidList"/>
    <dgm:cxn modelId="{B255B804-7EC6-40A5-AA54-134B1FB3ADB2}" type="presParOf" srcId="{17BEC2CD-7689-42FD-AF63-4DDEAA2FAD78}" destId="{9B3DB583-0F42-4859-9A53-C37901798202}" srcOrd="0" destOrd="0" presId="urn:microsoft.com/office/officeart/2018/2/layout/IconVerticalSolidList"/>
    <dgm:cxn modelId="{0E4D3940-F671-4AAC-B77B-1B239DF36A36}" type="presParOf" srcId="{17BEC2CD-7689-42FD-AF63-4DDEAA2FAD78}" destId="{DA8F2E93-B885-4642-8422-DB7BA9EBD703}" srcOrd="1" destOrd="0" presId="urn:microsoft.com/office/officeart/2018/2/layout/IconVerticalSolidList"/>
    <dgm:cxn modelId="{5649C305-9AF8-4074-AE3E-46C72316295B}" type="presParOf" srcId="{17BEC2CD-7689-42FD-AF63-4DDEAA2FAD78}" destId="{8AF67EA4-C995-4621-94C9-0668F266C209}" srcOrd="2" destOrd="0" presId="urn:microsoft.com/office/officeart/2018/2/layout/IconVerticalSolidList"/>
    <dgm:cxn modelId="{58C01FB0-5483-4D57-93D9-C4AB624F4B76}" type="presParOf" srcId="{17BEC2CD-7689-42FD-AF63-4DDEAA2FAD78}" destId="{E6FA0B8A-A36A-405E-BD86-97B9F701C520}" srcOrd="3" destOrd="0" presId="urn:microsoft.com/office/officeart/2018/2/layout/IconVerticalSolidList"/>
    <dgm:cxn modelId="{DB2C5B55-F4DA-466C-96FE-C1CE945680D3}" type="presParOf" srcId="{4AC49827-C6C2-4385-8160-08E6674ECE7A}" destId="{77B363F0-0910-4C0C-92A4-020008B80DEE}" srcOrd="3" destOrd="0" presId="urn:microsoft.com/office/officeart/2018/2/layout/IconVerticalSolidList"/>
    <dgm:cxn modelId="{EABE53B7-169C-4050-B285-51A3DBF069B8}" type="presParOf" srcId="{4AC49827-C6C2-4385-8160-08E6674ECE7A}" destId="{812391A0-C2AD-4100-BA58-475B5BD63DCC}" srcOrd="4" destOrd="0" presId="urn:microsoft.com/office/officeart/2018/2/layout/IconVerticalSolidList"/>
    <dgm:cxn modelId="{61C95D3F-0F62-4B1D-93F0-6C089D7007E5}" type="presParOf" srcId="{812391A0-C2AD-4100-BA58-475B5BD63DCC}" destId="{F8F16A0A-F8B4-4E3F-8C5D-C2B897AE857E}" srcOrd="0" destOrd="0" presId="urn:microsoft.com/office/officeart/2018/2/layout/IconVerticalSolidList"/>
    <dgm:cxn modelId="{BB30FD69-5080-4B97-8851-90E12EA86A21}" type="presParOf" srcId="{812391A0-C2AD-4100-BA58-475B5BD63DCC}" destId="{A2155695-3D07-4DC3-93C0-4039E9268620}" srcOrd="1" destOrd="0" presId="urn:microsoft.com/office/officeart/2018/2/layout/IconVerticalSolidList"/>
    <dgm:cxn modelId="{B021027E-C7BD-4ED0-8AB9-70B2DC5DBDCE}" type="presParOf" srcId="{812391A0-C2AD-4100-BA58-475B5BD63DCC}" destId="{9D40177F-7304-43E4-9989-42D9F9D66D32}" srcOrd="2" destOrd="0" presId="urn:microsoft.com/office/officeart/2018/2/layout/IconVerticalSolidList"/>
    <dgm:cxn modelId="{FBD690EB-F490-4580-AD0A-C6F5E5922450}" type="presParOf" srcId="{812391A0-C2AD-4100-BA58-475B5BD63DCC}" destId="{2C61DD80-FCCC-4485-88EF-E86D83DBF7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C486F2-335C-4D55-ABE8-AAFD0470618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6308ED1E-A705-44E7-9E6A-8F4277BE875F}">
      <dgm:prSet phldrT="[Texto]" custT="1"/>
      <dgm:spPr/>
      <dgm:t>
        <a:bodyPr/>
        <a:lstStyle/>
        <a:p>
          <a:r>
            <a:rPr lang="es-ES" sz="2400" b="1" dirty="0"/>
            <a:t>Tarea o Instrucción</a:t>
          </a:r>
          <a:endParaRPr lang="es-CO" sz="2400" b="1" dirty="0"/>
        </a:p>
      </dgm:t>
    </dgm:pt>
    <dgm:pt modelId="{55C09905-AA1E-4679-B87D-F98F5B99DDE4}" type="parTrans" cxnId="{40FAB40C-7E7F-4558-AF0E-2E5DD5F04A09}">
      <dgm:prSet/>
      <dgm:spPr/>
      <dgm:t>
        <a:bodyPr/>
        <a:lstStyle/>
        <a:p>
          <a:endParaRPr lang="es-CO"/>
        </a:p>
      </dgm:t>
    </dgm:pt>
    <dgm:pt modelId="{483C58BB-C542-4D52-8397-790BDAC9FB78}" type="sibTrans" cxnId="{40FAB40C-7E7F-4558-AF0E-2E5DD5F04A09}">
      <dgm:prSet/>
      <dgm:spPr/>
      <dgm:t>
        <a:bodyPr/>
        <a:lstStyle/>
        <a:p>
          <a:endParaRPr lang="es-CO"/>
        </a:p>
      </dgm:t>
    </dgm:pt>
    <dgm:pt modelId="{979A96E1-9286-42F9-A53A-3EC0D14CE3A9}">
      <dgm:prSet phldrT="[Texto]" custT="1"/>
      <dgm:spPr/>
      <dgm:t>
        <a:bodyPr/>
        <a:lstStyle/>
        <a:p>
          <a:r>
            <a:rPr lang="es-ES" sz="2400" b="1" dirty="0"/>
            <a:t>Ejemplos</a:t>
          </a:r>
          <a:endParaRPr lang="es-CO" sz="2400" b="1" dirty="0"/>
        </a:p>
      </dgm:t>
    </dgm:pt>
    <dgm:pt modelId="{E837A4D6-48A3-43D9-8C0F-0A606DFC4DEA}" type="parTrans" cxnId="{0510B872-486A-4B57-ADB8-34E8BD35FC92}">
      <dgm:prSet/>
      <dgm:spPr/>
      <dgm:t>
        <a:bodyPr/>
        <a:lstStyle/>
        <a:p>
          <a:endParaRPr lang="es-CO"/>
        </a:p>
      </dgm:t>
    </dgm:pt>
    <dgm:pt modelId="{E751B9E4-C581-4091-8208-F09D6E071BD7}" type="sibTrans" cxnId="{0510B872-486A-4B57-ADB8-34E8BD35FC92}">
      <dgm:prSet/>
      <dgm:spPr/>
      <dgm:t>
        <a:bodyPr/>
        <a:lstStyle/>
        <a:p>
          <a:endParaRPr lang="es-CO"/>
        </a:p>
      </dgm:t>
    </dgm:pt>
    <dgm:pt modelId="{3F748A34-0A22-408F-95AE-C369DC7EFF6D}">
      <dgm:prSet phldrT="[Texto]" custT="1"/>
      <dgm:spPr/>
      <dgm:t>
        <a:bodyPr/>
        <a:lstStyle/>
        <a:p>
          <a:r>
            <a:rPr lang="es-ES" sz="2400" b="1" dirty="0"/>
            <a:t>Formato</a:t>
          </a:r>
          <a:endParaRPr lang="es-CO" sz="2400" b="1" dirty="0"/>
        </a:p>
      </dgm:t>
    </dgm:pt>
    <dgm:pt modelId="{C535572D-816A-475E-B78E-A0DFCFAA0E59}" type="parTrans" cxnId="{750E5EAA-F8E0-443F-9043-C788887B73A6}">
      <dgm:prSet/>
      <dgm:spPr/>
      <dgm:t>
        <a:bodyPr/>
        <a:lstStyle/>
        <a:p>
          <a:endParaRPr lang="es-CO"/>
        </a:p>
      </dgm:t>
    </dgm:pt>
    <dgm:pt modelId="{40BF2F19-050A-4587-9A4E-BF93940D8F38}" type="sibTrans" cxnId="{750E5EAA-F8E0-443F-9043-C788887B73A6}">
      <dgm:prSet/>
      <dgm:spPr/>
      <dgm:t>
        <a:bodyPr/>
        <a:lstStyle/>
        <a:p>
          <a:endParaRPr lang="es-CO"/>
        </a:p>
      </dgm:t>
    </dgm:pt>
    <dgm:pt modelId="{F4B5C670-23C5-4114-BFAB-65D128EAC4AF}">
      <dgm:prSet phldrT="[Texto]" custT="1"/>
      <dgm:spPr/>
      <dgm:t>
        <a:bodyPr/>
        <a:lstStyle/>
        <a:p>
          <a:r>
            <a:rPr lang="es-ES" sz="2400" b="1" dirty="0"/>
            <a:t>Contexto o Detalle</a:t>
          </a:r>
          <a:endParaRPr lang="es-CO" sz="2400" b="1" dirty="0"/>
        </a:p>
      </dgm:t>
    </dgm:pt>
    <dgm:pt modelId="{37386C1C-B510-41E5-9EED-7ECCE7E54933}" type="parTrans" cxnId="{1E922D41-0547-4682-994D-91127847C3A1}">
      <dgm:prSet/>
      <dgm:spPr/>
      <dgm:t>
        <a:bodyPr/>
        <a:lstStyle/>
        <a:p>
          <a:endParaRPr lang="es-CO"/>
        </a:p>
      </dgm:t>
    </dgm:pt>
    <dgm:pt modelId="{518EEBD9-0ADE-4E49-A9E1-2C2E158C96C5}" type="sibTrans" cxnId="{1E922D41-0547-4682-994D-91127847C3A1}">
      <dgm:prSet/>
      <dgm:spPr/>
      <dgm:t>
        <a:bodyPr/>
        <a:lstStyle/>
        <a:p>
          <a:endParaRPr lang="es-CO"/>
        </a:p>
      </dgm:t>
    </dgm:pt>
    <dgm:pt modelId="{3E4A763B-330B-4AD0-A23D-76BB3908E9A2}">
      <dgm:prSet phldrT="[Texto]" custT="1"/>
      <dgm:spPr/>
      <dgm:t>
        <a:bodyPr/>
        <a:lstStyle/>
        <a:p>
          <a:r>
            <a:rPr lang="es-ES" sz="2400" b="1" dirty="0"/>
            <a:t>Persona</a:t>
          </a:r>
          <a:endParaRPr lang="es-CO" sz="2400" b="1" dirty="0"/>
        </a:p>
      </dgm:t>
    </dgm:pt>
    <dgm:pt modelId="{BF41E874-4C69-4E7C-8E9B-2ED78822EBC7}" type="parTrans" cxnId="{29184CED-D712-4101-B536-5836ADB8E42A}">
      <dgm:prSet/>
      <dgm:spPr/>
      <dgm:t>
        <a:bodyPr/>
        <a:lstStyle/>
        <a:p>
          <a:endParaRPr lang="es-CO"/>
        </a:p>
      </dgm:t>
    </dgm:pt>
    <dgm:pt modelId="{6C34AEA1-08AF-4ADA-80B2-58ADE3B1460B}" type="sibTrans" cxnId="{29184CED-D712-4101-B536-5836ADB8E42A}">
      <dgm:prSet/>
      <dgm:spPr/>
      <dgm:t>
        <a:bodyPr/>
        <a:lstStyle/>
        <a:p>
          <a:endParaRPr lang="es-CO"/>
        </a:p>
      </dgm:t>
    </dgm:pt>
    <dgm:pt modelId="{394E88F0-47C0-4125-A752-C487AD0F31E6}">
      <dgm:prSet phldrT="[Texto]" custT="1"/>
      <dgm:spPr/>
      <dgm:t>
        <a:bodyPr/>
        <a:lstStyle/>
        <a:p>
          <a:r>
            <a:rPr lang="es-ES" sz="2400" b="1" dirty="0"/>
            <a:t>Tono</a:t>
          </a:r>
          <a:endParaRPr lang="es-CO" sz="2400" b="1" dirty="0"/>
        </a:p>
      </dgm:t>
    </dgm:pt>
    <dgm:pt modelId="{5AF64556-0703-4160-BA07-B36A11A9DACA}" type="parTrans" cxnId="{6F2BD45B-B074-439E-8181-1BEFB6BFB5AA}">
      <dgm:prSet/>
      <dgm:spPr/>
      <dgm:t>
        <a:bodyPr/>
        <a:lstStyle/>
        <a:p>
          <a:endParaRPr lang="es-CO"/>
        </a:p>
      </dgm:t>
    </dgm:pt>
    <dgm:pt modelId="{66C27568-F97B-44A3-BA65-7DA3C25DAFD9}" type="sibTrans" cxnId="{6F2BD45B-B074-439E-8181-1BEFB6BFB5AA}">
      <dgm:prSet/>
      <dgm:spPr/>
      <dgm:t>
        <a:bodyPr/>
        <a:lstStyle/>
        <a:p>
          <a:endParaRPr lang="es-CO"/>
        </a:p>
      </dgm:t>
    </dgm:pt>
    <dgm:pt modelId="{5CC14656-3C2A-4620-9522-7EA74DCE4A64}" type="pres">
      <dgm:prSet presAssocID="{93C486F2-335C-4D55-ABE8-AAFD04706186}" presName="linear" presStyleCnt="0">
        <dgm:presLayoutVars>
          <dgm:dir/>
          <dgm:animLvl val="lvl"/>
          <dgm:resizeHandles val="exact"/>
        </dgm:presLayoutVars>
      </dgm:prSet>
      <dgm:spPr/>
    </dgm:pt>
    <dgm:pt modelId="{494B4BEA-2786-4CA7-B48F-2629812C6CBF}" type="pres">
      <dgm:prSet presAssocID="{6308ED1E-A705-44E7-9E6A-8F4277BE875F}" presName="parentLin" presStyleCnt="0"/>
      <dgm:spPr/>
    </dgm:pt>
    <dgm:pt modelId="{D172F403-917E-4E2A-A1AA-673B94A2BD4E}" type="pres">
      <dgm:prSet presAssocID="{6308ED1E-A705-44E7-9E6A-8F4277BE875F}" presName="parentLeftMargin" presStyleLbl="node1" presStyleIdx="0" presStyleCnt="6"/>
      <dgm:spPr/>
    </dgm:pt>
    <dgm:pt modelId="{DD361C85-0870-4EC6-9652-9FEC1DB34C18}" type="pres">
      <dgm:prSet presAssocID="{6308ED1E-A705-44E7-9E6A-8F4277BE875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3D1FDC0-7013-460E-94AC-EFD7210CCB69}" type="pres">
      <dgm:prSet presAssocID="{6308ED1E-A705-44E7-9E6A-8F4277BE875F}" presName="negativeSpace" presStyleCnt="0"/>
      <dgm:spPr/>
    </dgm:pt>
    <dgm:pt modelId="{A2B08FA7-C337-4181-A2F5-F3609DEA0B86}" type="pres">
      <dgm:prSet presAssocID="{6308ED1E-A705-44E7-9E6A-8F4277BE875F}" presName="childText" presStyleLbl="conFgAcc1" presStyleIdx="0" presStyleCnt="6">
        <dgm:presLayoutVars>
          <dgm:bulletEnabled val="1"/>
        </dgm:presLayoutVars>
      </dgm:prSet>
      <dgm:spPr/>
    </dgm:pt>
    <dgm:pt modelId="{FFA27EAA-02DD-43A6-817F-FB387A87F806}" type="pres">
      <dgm:prSet presAssocID="{483C58BB-C542-4D52-8397-790BDAC9FB78}" presName="spaceBetweenRectangles" presStyleCnt="0"/>
      <dgm:spPr/>
    </dgm:pt>
    <dgm:pt modelId="{B8F7C0D8-6915-4314-BFA2-5A7E96FE1588}" type="pres">
      <dgm:prSet presAssocID="{F4B5C670-23C5-4114-BFAB-65D128EAC4AF}" presName="parentLin" presStyleCnt="0"/>
      <dgm:spPr/>
    </dgm:pt>
    <dgm:pt modelId="{3597E7ED-DB60-47E0-9A48-13192C607A94}" type="pres">
      <dgm:prSet presAssocID="{F4B5C670-23C5-4114-BFAB-65D128EAC4AF}" presName="parentLeftMargin" presStyleLbl="node1" presStyleIdx="0" presStyleCnt="6"/>
      <dgm:spPr/>
    </dgm:pt>
    <dgm:pt modelId="{5A05E21A-5E49-4A2C-9D67-5A220637FE9D}" type="pres">
      <dgm:prSet presAssocID="{F4B5C670-23C5-4114-BFAB-65D128EAC4A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267094F-A6FA-4B19-99E6-4283C4B96919}" type="pres">
      <dgm:prSet presAssocID="{F4B5C670-23C5-4114-BFAB-65D128EAC4AF}" presName="negativeSpace" presStyleCnt="0"/>
      <dgm:spPr/>
    </dgm:pt>
    <dgm:pt modelId="{828C20A7-41E4-4117-82D8-EBCB76877BA7}" type="pres">
      <dgm:prSet presAssocID="{F4B5C670-23C5-4114-BFAB-65D128EAC4AF}" presName="childText" presStyleLbl="conFgAcc1" presStyleIdx="1" presStyleCnt="6">
        <dgm:presLayoutVars>
          <dgm:bulletEnabled val="1"/>
        </dgm:presLayoutVars>
      </dgm:prSet>
      <dgm:spPr/>
    </dgm:pt>
    <dgm:pt modelId="{3CFCB92F-9E52-4FDF-8C13-4A8349FD38EB}" type="pres">
      <dgm:prSet presAssocID="{518EEBD9-0ADE-4E49-A9E1-2C2E158C96C5}" presName="spaceBetweenRectangles" presStyleCnt="0"/>
      <dgm:spPr/>
    </dgm:pt>
    <dgm:pt modelId="{CE7B3B52-8659-4549-8CE6-F60CD9B021B8}" type="pres">
      <dgm:prSet presAssocID="{3E4A763B-330B-4AD0-A23D-76BB3908E9A2}" presName="parentLin" presStyleCnt="0"/>
      <dgm:spPr/>
    </dgm:pt>
    <dgm:pt modelId="{FA4D3700-2C85-4681-B616-BEDA1E3DD891}" type="pres">
      <dgm:prSet presAssocID="{3E4A763B-330B-4AD0-A23D-76BB3908E9A2}" presName="parentLeftMargin" presStyleLbl="node1" presStyleIdx="1" presStyleCnt="6"/>
      <dgm:spPr/>
    </dgm:pt>
    <dgm:pt modelId="{F6F25594-9BD1-4DA0-80E1-8B84C7D97A1A}" type="pres">
      <dgm:prSet presAssocID="{3E4A763B-330B-4AD0-A23D-76BB3908E9A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5357A4B-1EE8-4C82-9B1F-7E8088E2D370}" type="pres">
      <dgm:prSet presAssocID="{3E4A763B-330B-4AD0-A23D-76BB3908E9A2}" presName="negativeSpace" presStyleCnt="0"/>
      <dgm:spPr/>
    </dgm:pt>
    <dgm:pt modelId="{74507BDD-4FA8-4AD6-9FE1-4EFB9D90BDDF}" type="pres">
      <dgm:prSet presAssocID="{3E4A763B-330B-4AD0-A23D-76BB3908E9A2}" presName="childText" presStyleLbl="conFgAcc1" presStyleIdx="2" presStyleCnt="6">
        <dgm:presLayoutVars>
          <dgm:bulletEnabled val="1"/>
        </dgm:presLayoutVars>
      </dgm:prSet>
      <dgm:spPr/>
    </dgm:pt>
    <dgm:pt modelId="{3CE77816-B215-47FC-8B60-CD9AFBFFBACD}" type="pres">
      <dgm:prSet presAssocID="{6C34AEA1-08AF-4ADA-80B2-58ADE3B1460B}" presName="spaceBetweenRectangles" presStyleCnt="0"/>
      <dgm:spPr/>
    </dgm:pt>
    <dgm:pt modelId="{AAA25603-0F3C-419B-AD5C-43448DEFEED5}" type="pres">
      <dgm:prSet presAssocID="{979A96E1-9286-42F9-A53A-3EC0D14CE3A9}" presName="parentLin" presStyleCnt="0"/>
      <dgm:spPr/>
    </dgm:pt>
    <dgm:pt modelId="{7447037C-07BE-40E3-9E12-849EB2B42194}" type="pres">
      <dgm:prSet presAssocID="{979A96E1-9286-42F9-A53A-3EC0D14CE3A9}" presName="parentLeftMargin" presStyleLbl="node1" presStyleIdx="2" presStyleCnt="6"/>
      <dgm:spPr/>
    </dgm:pt>
    <dgm:pt modelId="{2DF07968-2982-4DB5-8782-3AD6537D4C0C}" type="pres">
      <dgm:prSet presAssocID="{979A96E1-9286-42F9-A53A-3EC0D14CE3A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F09CBD1-A1C7-4D27-A431-22C01213A643}" type="pres">
      <dgm:prSet presAssocID="{979A96E1-9286-42F9-A53A-3EC0D14CE3A9}" presName="negativeSpace" presStyleCnt="0"/>
      <dgm:spPr/>
    </dgm:pt>
    <dgm:pt modelId="{62D6316E-2509-4655-8693-D7B9982BFAEB}" type="pres">
      <dgm:prSet presAssocID="{979A96E1-9286-42F9-A53A-3EC0D14CE3A9}" presName="childText" presStyleLbl="conFgAcc1" presStyleIdx="3" presStyleCnt="6">
        <dgm:presLayoutVars>
          <dgm:bulletEnabled val="1"/>
        </dgm:presLayoutVars>
      </dgm:prSet>
      <dgm:spPr/>
    </dgm:pt>
    <dgm:pt modelId="{9CB48EDB-04E0-4321-B568-E8B335AB2B8C}" type="pres">
      <dgm:prSet presAssocID="{E751B9E4-C581-4091-8208-F09D6E071BD7}" presName="spaceBetweenRectangles" presStyleCnt="0"/>
      <dgm:spPr/>
    </dgm:pt>
    <dgm:pt modelId="{D6662E26-E6B3-4F34-A346-07229F9335F1}" type="pres">
      <dgm:prSet presAssocID="{3F748A34-0A22-408F-95AE-C369DC7EFF6D}" presName="parentLin" presStyleCnt="0"/>
      <dgm:spPr/>
    </dgm:pt>
    <dgm:pt modelId="{14DBACE4-A247-4D17-87A7-4B3FAE8CB1F0}" type="pres">
      <dgm:prSet presAssocID="{3F748A34-0A22-408F-95AE-C369DC7EFF6D}" presName="parentLeftMargin" presStyleLbl="node1" presStyleIdx="3" presStyleCnt="6"/>
      <dgm:spPr/>
    </dgm:pt>
    <dgm:pt modelId="{D439280F-3748-408D-9A09-7299C736F7AF}" type="pres">
      <dgm:prSet presAssocID="{3F748A34-0A22-408F-95AE-C369DC7EFF6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5D96DDC-725C-45C5-AD59-84AD2E76C079}" type="pres">
      <dgm:prSet presAssocID="{3F748A34-0A22-408F-95AE-C369DC7EFF6D}" presName="negativeSpace" presStyleCnt="0"/>
      <dgm:spPr/>
    </dgm:pt>
    <dgm:pt modelId="{35E01B26-60C9-458B-BF77-EA41A958BD06}" type="pres">
      <dgm:prSet presAssocID="{3F748A34-0A22-408F-95AE-C369DC7EFF6D}" presName="childText" presStyleLbl="conFgAcc1" presStyleIdx="4" presStyleCnt="6">
        <dgm:presLayoutVars>
          <dgm:bulletEnabled val="1"/>
        </dgm:presLayoutVars>
      </dgm:prSet>
      <dgm:spPr/>
    </dgm:pt>
    <dgm:pt modelId="{A884E408-6527-4A6E-AB3E-D5CEC3B79FD8}" type="pres">
      <dgm:prSet presAssocID="{40BF2F19-050A-4587-9A4E-BF93940D8F38}" presName="spaceBetweenRectangles" presStyleCnt="0"/>
      <dgm:spPr/>
    </dgm:pt>
    <dgm:pt modelId="{07D01FA9-0946-4232-9F68-DE034A910F33}" type="pres">
      <dgm:prSet presAssocID="{394E88F0-47C0-4125-A752-C487AD0F31E6}" presName="parentLin" presStyleCnt="0"/>
      <dgm:spPr/>
    </dgm:pt>
    <dgm:pt modelId="{9D4259BE-FBF0-4699-8EB3-9B42BB12D42A}" type="pres">
      <dgm:prSet presAssocID="{394E88F0-47C0-4125-A752-C487AD0F31E6}" presName="parentLeftMargin" presStyleLbl="node1" presStyleIdx="4" presStyleCnt="6"/>
      <dgm:spPr/>
    </dgm:pt>
    <dgm:pt modelId="{50292E13-013B-4256-9E08-89E3398B4CE4}" type="pres">
      <dgm:prSet presAssocID="{394E88F0-47C0-4125-A752-C487AD0F31E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AB3CBF6-797A-4CB6-BD80-4AD329D68CC5}" type="pres">
      <dgm:prSet presAssocID="{394E88F0-47C0-4125-A752-C487AD0F31E6}" presName="negativeSpace" presStyleCnt="0"/>
      <dgm:spPr/>
    </dgm:pt>
    <dgm:pt modelId="{66ADFB6A-9C28-4C7B-B0E0-C8C9ADE4B36C}" type="pres">
      <dgm:prSet presAssocID="{394E88F0-47C0-4125-A752-C487AD0F31E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0FAB40C-7E7F-4558-AF0E-2E5DD5F04A09}" srcId="{93C486F2-335C-4D55-ABE8-AAFD04706186}" destId="{6308ED1E-A705-44E7-9E6A-8F4277BE875F}" srcOrd="0" destOrd="0" parTransId="{55C09905-AA1E-4679-B87D-F98F5B99DDE4}" sibTransId="{483C58BB-C542-4D52-8397-790BDAC9FB78}"/>
    <dgm:cxn modelId="{9069860E-1A7C-43B7-B87B-5CBE178E08A5}" type="presOf" srcId="{394E88F0-47C0-4125-A752-C487AD0F31E6}" destId="{50292E13-013B-4256-9E08-89E3398B4CE4}" srcOrd="1" destOrd="0" presId="urn:microsoft.com/office/officeart/2005/8/layout/list1"/>
    <dgm:cxn modelId="{1D53B82A-8B31-4243-A68C-687B08B4B969}" type="presOf" srcId="{F4B5C670-23C5-4114-BFAB-65D128EAC4AF}" destId="{3597E7ED-DB60-47E0-9A48-13192C607A94}" srcOrd="0" destOrd="0" presId="urn:microsoft.com/office/officeart/2005/8/layout/list1"/>
    <dgm:cxn modelId="{023C2A3F-4065-4626-982A-5CA6FA1F009B}" type="presOf" srcId="{979A96E1-9286-42F9-A53A-3EC0D14CE3A9}" destId="{2DF07968-2982-4DB5-8782-3AD6537D4C0C}" srcOrd="1" destOrd="0" presId="urn:microsoft.com/office/officeart/2005/8/layout/list1"/>
    <dgm:cxn modelId="{6F2BD45B-B074-439E-8181-1BEFB6BFB5AA}" srcId="{93C486F2-335C-4D55-ABE8-AAFD04706186}" destId="{394E88F0-47C0-4125-A752-C487AD0F31E6}" srcOrd="5" destOrd="0" parTransId="{5AF64556-0703-4160-BA07-B36A11A9DACA}" sibTransId="{66C27568-F97B-44A3-BA65-7DA3C25DAFD9}"/>
    <dgm:cxn modelId="{1E922D41-0547-4682-994D-91127847C3A1}" srcId="{93C486F2-335C-4D55-ABE8-AAFD04706186}" destId="{F4B5C670-23C5-4114-BFAB-65D128EAC4AF}" srcOrd="1" destOrd="0" parTransId="{37386C1C-B510-41E5-9EED-7ECCE7E54933}" sibTransId="{518EEBD9-0ADE-4E49-A9E1-2C2E158C96C5}"/>
    <dgm:cxn modelId="{00639042-3CCF-42EA-8CBE-F31C41CC622B}" type="presOf" srcId="{3E4A763B-330B-4AD0-A23D-76BB3908E9A2}" destId="{F6F25594-9BD1-4DA0-80E1-8B84C7D97A1A}" srcOrd="1" destOrd="0" presId="urn:microsoft.com/office/officeart/2005/8/layout/list1"/>
    <dgm:cxn modelId="{ACB48F71-61B6-41B6-B54B-0BA4D7E0EA26}" type="presOf" srcId="{93C486F2-335C-4D55-ABE8-AAFD04706186}" destId="{5CC14656-3C2A-4620-9522-7EA74DCE4A64}" srcOrd="0" destOrd="0" presId="urn:microsoft.com/office/officeart/2005/8/layout/list1"/>
    <dgm:cxn modelId="{0510B872-486A-4B57-ADB8-34E8BD35FC92}" srcId="{93C486F2-335C-4D55-ABE8-AAFD04706186}" destId="{979A96E1-9286-42F9-A53A-3EC0D14CE3A9}" srcOrd="3" destOrd="0" parTransId="{E837A4D6-48A3-43D9-8C0F-0A606DFC4DEA}" sibTransId="{E751B9E4-C581-4091-8208-F09D6E071BD7}"/>
    <dgm:cxn modelId="{4C234382-E59B-496C-8750-C7FDD017FB74}" type="presOf" srcId="{6308ED1E-A705-44E7-9E6A-8F4277BE875F}" destId="{D172F403-917E-4E2A-A1AA-673B94A2BD4E}" srcOrd="0" destOrd="0" presId="urn:microsoft.com/office/officeart/2005/8/layout/list1"/>
    <dgm:cxn modelId="{A78DC596-959B-4CAB-98D3-EC946213088C}" type="presOf" srcId="{F4B5C670-23C5-4114-BFAB-65D128EAC4AF}" destId="{5A05E21A-5E49-4A2C-9D67-5A220637FE9D}" srcOrd="1" destOrd="0" presId="urn:microsoft.com/office/officeart/2005/8/layout/list1"/>
    <dgm:cxn modelId="{E1AC3F9C-E099-4070-88D6-63FBED5DC4C7}" type="presOf" srcId="{3F748A34-0A22-408F-95AE-C369DC7EFF6D}" destId="{14DBACE4-A247-4D17-87A7-4B3FAE8CB1F0}" srcOrd="0" destOrd="0" presId="urn:microsoft.com/office/officeart/2005/8/layout/list1"/>
    <dgm:cxn modelId="{750E5EAA-F8E0-443F-9043-C788887B73A6}" srcId="{93C486F2-335C-4D55-ABE8-AAFD04706186}" destId="{3F748A34-0A22-408F-95AE-C369DC7EFF6D}" srcOrd="4" destOrd="0" parTransId="{C535572D-816A-475E-B78E-A0DFCFAA0E59}" sibTransId="{40BF2F19-050A-4587-9A4E-BF93940D8F38}"/>
    <dgm:cxn modelId="{02C47CCE-88E2-47EC-8110-C2187B956EF6}" type="presOf" srcId="{6308ED1E-A705-44E7-9E6A-8F4277BE875F}" destId="{DD361C85-0870-4EC6-9652-9FEC1DB34C18}" srcOrd="1" destOrd="0" presId="urn:microsoft.com/office/officeart/2005/8/layout/list1"/>
    <dgm:cxn modelId="{A8B8D1D3-0B94-4C42-8E89-4763CF8193AD}" type="presOf" srcId="{3F748A34-0A22-408F-95AE-C369DC7EFF6D}" destId="{D439280F-3748-408D-9A09-7299C736F7AF}" srcOrd="1" destOrd="0" presId="urn:microsoft.com/office/officeart/2005/8/layout/list1"/>
    <dgm:cxn modelId="{29184CED-D712-4101-B536-5836ADB8E42A}" srcId="{93C486F2-335C-4D55-ABE8-AAFD04706186}" destId="{3E4A763B-330B-4AD0-A23D-76BB3908E9A2}" srcOrd="2" destOrd="0" parTransId="{BF41E874-4C69-4E7C-8E9B-2ED78822EBC7}" sibTransId="{6C34AEA1-08AF-4ADA-80B2-58ADE3B1460B}"/>
    <dgm:cxn modelId="{2829A0F2-B4A9-472B-AD52-44C965AA0E40}" type="presOf" srcId="{3E4A763B-330B-4AD0-A23D-76BB3908E9A2}" destId="{FA4D3700-2C85-4681-B616-BEDA1E3DD891}" srcOrd="0" destOrd="0" presId="urn:microsoft.com/office/officeart/2005/8/layout/list1"/>
    <dgm:cxn modelId="{CCC542F8-A967-47B4-A3AD-24F57900B796}" type="presOf" srcId="{394E88F0-47C0-4125-A752-C487AD0F31E6}" destId="{9D4259BE-FBF0-4699-8EB3-9B42BB12D42A}" srcOrd="0" destOrd="0" presId="urn:microsoft.com/office/officeart/2005/8/layout/list1"/>
    <dgm:cxn modelId="{EC69B7FA-F8F2-408E-BE0D-31174352CEF6}" type="presOf" srcId="{979A96E1-9286-42F9-A53A-3EC0D14CE3A9}" destId="{7447037C-07BE-40E3-9E12-849EB2B42194}" srcOrd="0" destOrd="0" presId="urn:microsoft.com/office/officeart/2005/8/layout/list1"/>
    <dgm:cxn modelId="{1919AAF9-EC92-47EB-B07F-4D6107E4E599}" type="presParOf" srcId="{5CC14656-3C2A-4620-9522-7EA74DCE4A64}" destId="{494B4BEA-2786-4CA7-B48F-2629812C6CBF}" srcOrd="0" destOrd="0" presId="urn:microsoft.com/office/officeart/2005/8/layout/list1"/>
    <dgm:cxn modelId="{0A0F99AB-0D97-455A-92F6-C12362D05FD3}" type="presParOf" srcId="{494B4BEA-2786-4CA7-B48F-2629812C6CBF}" destId="{D172F403-917E-4E2A-A1AA-673B94A2BD4E}" srcOrd="0" destOrd="0" presId="urn:microsoft.com/office/officeart/2005/8/layout/list1"/>
    <dgm:cxn modelId="{F20BCCD7-F75E-40DC-8323-63C40F110FD9}" type="presParOf" srcId="{494B4BEA-2786-4CA7-B48F-2629812C6CBF}" destId="{DD361C85-0870-4EC6-9652-9FEC1DB34C18}" srcOrd="1" destOrd="0" presId="urn:microsoft.com/office/officeart/2005/8/layout/list1"/>
    <dgm:cxn modelId="{799B113F-8395-4DC9-89BB-D6DF3B90CFA1}" type="presParOf" srcId="{5CC14656-3C2A-4620-9522-7EA74DCE4A64}" destId="{13D1FDC0-7013-460E-94AC-EFD7210CCB69}" srcOrd="1" destOrd="0" presId="urn:microsoft.com/office/officeart/2005/8/layout/list1"/>
    <dgm:cxn modelId="{96132954-A602-4922-BA17-495CA2BD3180}" type="presParOf" srcId="{5CC14656-3C2A-4620-9522-7EA74DCE4A64}" destId="{A2B08FA7-C337-4181-A2F5-F3609DEA0B86}" srcOrd="2" destOrd="0" presId="urn:microsoft.com/office/officeart/2005/8/layout/list1"/>
    <dgm:cxn modelId="{C4350063-3049-49E9-B39C-4704C2D86DD5}" type="presParOf" srcId="{5CC14656-3C2A-4620-9522-7EA74DCE4A64}" destId="{FFA27EAA-02DD-43A6-817F-FB387A87F806}" srcOrd="3" destOrd="0" presId="urn:microsoft.com/office/officeart/2005/8/layout/list1"/>
    <dgm:cxn modelId="{89A20AE9-38D4-4547-B647-8D74DE7E9185}" type="presParOf" srcId="{5CC14656-3C2A-4620-9522-7EA74DCE4A64}" destId="{B8F7C0D8-6915-4314-BFA2-5A7E96FE1588}" srcOrd="4" destOrd="0" presId="urn:microsoft.com/office/officeart/2005/8/layout/list1"/>
    <dgm:cxn modelId="{261D5DDC-13C4-44CE-87DA-12759A59EF75}" type="presParOf" srcId="{B8F7C0D8-6915-4314-BFA2-5A7E96FE1588}" destId="{3597E7ED-DB60-47E0-9A48-13192C607A94}" srcOrd="0" destOrd="0" presId="urn:microsoft.com/office/officeart/2005/8/layout/list1"/>
    <dgm:cxn modelId="{76F4EFB0-3725-4138-A70A-7210394B8AD7}" type="presParOf" srcId="{B8F7C0D8-6915-4314-BFA2-5A7E96FE1588}" destId="{5A05E21A-5E49-4A2C-9D67-5A220637FE9D}" srcOrd="1" destOrd="0" presId="urn:microsoft.com/office/officeart/2005/8/layout/list1"/>
    <dgm:cxn modelId="{1805B3F4-E0B9-4784-8F86-AA3176A152B4}" type="presParOf" srcId="{5CC14656-3C2A-4620-9522-7EA74DCE4A64}" destId="{E267094F-A6FA-4B19-99E6-4283C4B96919}" srcOrd="5" destOrd="0" presId="urn:microsoft.com/office/officeart/2005/8/layout/list1"/>
    <dgm:cxn modelId="{4996760C-E1B6-48C8-BE49-D9DE64AD488B}" type="presParOf" srcId="{5CC14656-3C2A-4620-9522-7EA74DCE4A64}" destId="{828C20A7-41E4-4117-82D8-EBCB76877BA7}" srcOrd="6" destOrd="0" presId="urn:microsoft.com/office/officeart/2005/8/layout/list1"/>
    <dgm:cxn modelId="{54B23CE2-CEEC-439E-87E1-36893411A373}" type="presParOf" srcId="{5CC14656-3C2A-4620-9522-7EA74DCE4A64}" destId="{3CFCB92F-9E52-4FDF-8C13-4A8349FD38EB}" srcOrd="7" destOrd="0" presId="urn:microsoft.com/office/officeart/2005/8/layout/list1"/>
    <dgm:cxn modelId="{E16144A2-8771-4D49-AB4B-C05A8EDBBF85}" type="presParOf" srcId="{5CC14656-3C2A-4620-9522-7EA74DCE4A64}" destId="{CE7B3B52-8659-4549-8CE6-F60CD9B021B8}" srcOrd="8" destOrd="0" presId="urn:microsoft.com/office/officeart/2005/8/layout/list1"/>
    <dgm:cxn modelId="{FE4FC764-6E38-4EF4-A158-184F3FFF18F4}" type="presParOf" srcId="{CE7B3B52-8659-4549-8CE6-F60CD9B021B8}" destId="{FA4D3700-2C85-4681-B616-BEDA1E3DD891}" srcOrd="0" destOrd="0" presId="urn:microsoft.com/office/officeart/2005/8/layout/list1"/>
    <dgm:cxn modelId="{862F3546-3869-4C57-9D62-282CF8242AA1}" type="presParOf" srcId="{CE7B3B52-8659-4549-8CE6-F60CD9B021B8}" destId="{F6F25594-9BD1-4DA0-80E1-8B84C7D97A1A}" srcOrd="1" destOrd="0" presId="urn:microsoft.com/office/officeart/2005/8/layout/list1"/>
    <dgm:cxn modelId="{F10A19EB-A91B-41AD-95FB-8F98FBBC253A}" type="presParOf" srcId="{5CC14656-3C2A-4620-9522-7EA74DCE4A64}" destId="{05357A4B-1EE8-4C82-9B1F-7E8088E2D370}" srcOrd="9" destOrd="0" presId="urn:microsoft.com/office/officeart/2005/8/layout/list1"/>
    <dgm:cxn modelId="{64C85CA5-1D3F-44A2-A5FC-DFC5A4EB8471}" type="presParOf" srcId="{5CC14656-3C2A-4620-9522-7EA74DCE4A64}" destId="{74507BDD-4FA8-4AD6-9FE1-4EFB9D90BDDF}" srcOrd="10" destOrd="0" presId="urn:microsoft.com/office/officeart/2005/8/layout/list1"/>
    <dgm:cxn modelId="{A7BBAA5D-9467-4431-BF51-5500517C6ABE}" type="presParOf" srcId="{5CC14656-3C2A-4620-9522-7EA74DCE4A64}" destId="{3CE77816-B215-47FC-8B60-CD9AFBFFBACD}" srcOrd="11" destOrd="0" presId="urn:microsoft.com/office/officeart/2005/8/layout/list1"/>
    <dgm:cxn modelId="{7D27254D-5A03-43B0-AC82-41579095FB81}" type="presParOf" srcId="{5CC14656-3C2A-4620-9522-7EA74DCE4A64}" destId="{AAA25603-0F3C-419B-AD5C-43448DEFEED5}" srcOrd="12" destOrd="0" presId="urn:microsoft.com/office/officeart/2005/8/layout/list1"/>
    <dgm:cxn modelId="{4DA68656-7172-43F2-8D35-07702A85E5E5}" type="presParOf" srcId="{AAA25603-0F3C-419B-AD5C-43448DEFEED5}" destId="{7447037C-07BE-40E3-9E12-849EB2B42194}" srcOrd="0" destOrd="0" presId="urn:microsoft.com/office/officeart/2005/8/layout/list1"/>
    <dgm:cxn modelId="{979E5D4D-AC6F-4EBD-98CA-184B146EEFF2}" type="presParOf" srcId="{AAA25603-0F3C-419B-AD5C-43448DEFEED5}" destId="{2DF07968-2982-4DB5-8782-3AD6537D4C0C}" srcOrd="1" destOrd="0" presId="urn:microsoft.com/office/officeart/2005/8/layout/list1"/>
    <dgm:cxn modelId="{EC6494CB-7688-4554-B3CA-284C77E6F2E9}" type="presParOf" srcId="{5CC14656-3C2A-4620-9522-7EA74DCE4A64}" destId="{2F09CBD1-A1C7-4D27-A431-22C01213A643}" srcOrd="13" destOrd="0" presId="urn:microsoft.com/office/officeart/2005/8/layout/list1"/>
    <dgm:cxn modelId="{184E1A26-E030-4BF8-A96A-610268E6F3CC}" type="presParOf" srcId="{5CC14656-3C2A-4620-9522-7EA74DCE4A64}" destId="{62D6316E-2509-4655-8693-D7B9982BFAEB}" srcOrd="14" destOrd="0" presId="urn:microsoft.com/office/officeart/2005/8/layout/list1"/>
    <dgm:cxn modelId="{4863332D-F982-42F4-B949-F05A1B7AC5D2}" type="presParOf" srcId="{5CC14656-3C2A-4620-9522-7EA74DCE4A64}" destId="{9CB48EDB-04E0-4321-B568-E8B335AB2B8C}" srcOrd="15" destOrd="0" presId="urn:microsoft.com/office/officeart/2005/8/layout/list1"/>
    <dgm:cxn modelId="{2895A29F-80FE-492B-81AA-03C38A563964}" type="presParOf" srcId="{5CC14656-3C2A-4620-9522-7EA74DCE4A64}" destId="{D6662E26-E6B3-4F34-A346-07229F9335F1}" srcOrd="16" destOrd="0" presId="urn:microsoft.com/office/officeart/2005/8/layout/list1"/>
    <dgm:cxn modelId="{6B176251-967B-4A6F-8FDA-B6DBB73B403B}" type="presParOf" srcId="{D6662E26-E6B3-4F34-A346-07229F9335F1}" destId="{14DBACE4-A247-4D17-87A7-4B3FAE8CB1F0}" srcOrd="0" destOrd="0" presId="urn:microsoft.com/office/officeart/2005/8/layout/list1"/>
    <dgm:cxn modelId="{9B7CC0D2-37A3-4B92-A908-69B6D623BF49}" type="presParOf" srcId="{D6662E26-E6B3-4F34-A346-07229F9335F1}" destId="{D439280F-3748-408D-9A09-7299C736F7AF}" srcOrd="1" destOrd="0" presId="urn:microsoft.com/office/officeart/2005/8/layout/list1"/>
    <dgm:cxn modelId="{F5A0FAAB-8302-4E46-AE2A-00217AC309AF}" type="presParOf" srcId="{5CC14656-3C2A-4620-9522-7EA74DCE4A64}" destId="{D5D96DDC-725C-45C5-AD59-84AD2E76C079}" srcOrd="17" destOrd="0" presId="urn:microsoft.com/office/officeart/2005/8/layout/list1"/>
    <dgm:cxn modelId="{78C4CF92-F1CA-44B1-8CB8-EAFC09694EA8}" type="presParOf" srcId="{5CC14656-3C2A-4620-9522-7EA74DCE4A64}" destId="{35E01B26-60C9-458B-BF77-EA41A958BD06}" srcOrd="18" destOrd="0" presId="urn:microsoft.com/office/officeart/2005/8/layout/list1"/>
    <dgm:cxn modelId="{17438CE4-181A-446D-B9D0-7FC9C2A024A9}" type="presParOf" srcId="{5CC14656-3C2A-4620-9522-7EA74DCE4A64}" destId="{A884E408-6527-4A6E-AB3E-D5CEC3B79FD8}" srcOrd="19" destOrd="0" presId="urn:microsoft.com/office/officeart/2005/8/layout/list1"/>
    <dgm:cxn modelId="{528153FC-8381-484C-9C29-2910D954C1A7}" type="presParOf" srcId="{5CC14656-3C2A-4620-9522-7EA74DCE4A64}" destId="{07D01FA9-0946-4232-9F68-DE034A910F33}" srcOrd="20" destOrd="0" presId="urn:microsoft.com/office/officeart/2005/8/layout/list1"/>
    <dgm:cxn modelId="{7F95681C-3F75-4D2D-9AE0-C2B006EFAD85}" type="presParOf" srcId="{07D01FA9-0946-4232-9F68-DE034A910F33}" destId="{9D4259BE-FBF0-4699-8EB3-9B42BB12D42A}" srcOrd="0" destOrd="0" presId="urn:microsoft.com/office/officeart/2005/8/layout/list1"/>
    <dgm:cxn modelId="{ACFC96CA-07E6-475F-AF0E-F37A3412CF39}" type="presParOf" srcId="{07D01FA9-0946-4232-9F68-DE034A910F33}" destId="{50292E13-013B-4256-9E08-89E3398B4CE4}" srcOrd="1" destOrd="0" presId="urn:microsoft.com/office/officeart/2005/8/layout/list1"/>
    <dgm:cxn modelId="{6DE8905D-8D3D-4D6F-A12B-4F12F963DDC4}" type="presParOf" srcId="{5CC14656-3C2A-4620-9522-7EA74DCE4A64}" destId="{BAB3CBF6-797A-4CB6-BD80-4AD329D68CC5}" srcOrd="21" destOrd="0" presId="urn:microsoft.com/office/officeart/2005/8/layout/list1"/>
    <dgm:cxn modelId="{929E370E-AFE6-432B-B477-59D00BF9EF18}" type="presParOf" srcId="{5CC14656-3C2A-4620-9522-7EA74DCE4A64}" destId="{66ADFB6A-9C28-4C7B-B0E0-C8C9ADE4B36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F02A2E-5AF2-48CA-B0D4-C3F4DAAD95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E3EEFB1-B5EB-46D8-A688-5F70E0D9236D}">
      <dgm:prSet/>
      <dgm:spPr/>
      <dgm:t>
        <a:bodyPr/>
        <a:lstStyle/>
        <a:p>
          <a:r>
            <a:rPr lang="es-ES"/>
            <a:t>En lugar de generar una respuesta directamente, proporcione al modelo de lenguaje ejemplos de razonamiento intermedio para guiar su respuesta.</a:t>
          </a:r>
          <a:endParaRPr lang="en-US"/>
        </a:p>
      </dgm:t>
    </dgm:pt>
    <dgm:pt modelId="{5597B53D-5F5B-4264-8284-A21A5E7A6C3F}" type="parTrans" cxnId="{BBDFC903-0141-490D-AE0C-8C21BFE74015}">
      <dgm:prSet/>
      <dgm:spPr/>
      <dgm:t>
        <a:bodyPr/>
        <a:lstStyle/>
        <a:p>
          <a:endParaRPr lang="en-US"/>
        </a:p>
      </dgm:t>
    </dgm:pt>
    <dgm:pt modelId="{9E6AE883-2CDE-4C9C-9191-7DCA74B80D37}" type="sibTrans" cxnId="{BBDFC903-0141-490D-AE0C-8C21BFE74015}">
      <dgm:prSet/>
      <dgm:spPr/>
      <dgm:t>
        <a:bodyPr/>
        <a:lstStyle/>
        <a:p>
          <a:endParaRPr lang="en-US"/>
        </a:p>
      </dgm:t>
    </dgm:pt>
    <dgm:pt modelId="{CD7CB254-D951-4E45-83CE-BE9B91D26DBC}">
      <dgm:prSet/>
      <dgm:spPr/>
      <dgm:t>
        <a:bodyPr/>
        <a:lstStyle/>
        <a:p>
          <a:r>
            <a:rPr lang="es-ES"/>
            <a:t>Ha sido reconocida como una de las técnicas de ingeniería de estimulación pioneras y de mayor impacto, ya que mejora los procesos de toma de decisiones en modelos de lenguaje grandes. </a:t>
          </a:r>
          <a:endParaRPr lang="en-US"/>
        </a:p>
      </dgm:t>
    </dgm:pt>
    <dgm:pt modelId="{D7912B2D-2F88-4043-AF0A-015524C4AF5C}" type="parTrans" cxnId="{A39F87CE-F708-46AB-9485-DC38FA9BB20F}">
      <dgm:prSet/>
      <dgm:spPr/>
      <dgm:t>
        <a:bodyPr/>
        <a:lstStyle/>
        <a:p>
          <a:endParaRPr lang="en-US"/>
        </a:p>
      </dgm:t>
    </dgm:pt>
    <dgm:pt modelId="{036BC843-A0D1-405E-8F73-1BA7BA888758}" type="sibTrans" cxnId="{A39F87CE-F708-46AB-9485-DC38FA9BB20F}">
      <dgm:prSet/>
      <dgm:spPr/>
      <dgm:t>
        <a:bodyPr/>
        <a:lstStyle/>
        <a:p>
          <a:endParaRPr lang="en-US"/>
        </a:p>
      </dgm:t>
    </dgm:pt>
    <dgm:pt modelId="{E32978A5-6F80-4292-A878-29BC07976105}">
      <dgm:prSet/>
      <dgm:spPr/>
      <dgm:t>
        <a:bodyPr/>
        <a:lstStyle/>
        <a:p>
          <a:r>
            <a:rPr lang="es-ES"/>
            <a:t>A diferencia de las técnicas de prompting anteriores que enfatizan las interacciones directas de entrada y salida, CoT obliga a un modelo a segmentar su razonamiento en pasos intermedios.</a:t>
          </a:r>
          <a:endParaRPr lang="en-US"/>
        </a:p>
      </dgm:t>
    </dgm:pt>
    <dgm:pt modelId="{34387CF4-3DB6-4155-ABC6-967CA5DD09D9}" type="parTrans" cxnId="{E44DE52E-7EAA-4EAD-865F-45DF266297FB}">
      <dgm:prSet/>
      <dgm:spPr/>
      <dgm:t>
        <a:bodyPr/>
        <a:lstStyle/>
        <a:p>
          <a:endParaRPr lang="en-US"/>
        </a:p>
      </dgm:t>
    </dgm:pt>
    <dgm:pt modelId="{A8B7EA50-7EFC-4813-AA7E-90291AFD49E4}" type="sibTrans" cxnId="{E44DE52E-7EAA-4EAD-865F-45DF266297FB}">
      <dgm:prSet/>
      <dgm:spPr/>
      <dgm:t>
        <a:bodyPr/>
        <a:lstStyle/>
        <a:p>
          <a:endParaRPr lang="en-US"/>
        </a:p>
      </dgm:t>
    </dgm:pt>
    <dgm:pt modelId="{85EFC6E3-FA48-4BA9-9AEB-EAAD832291B7}" type="pres">
      <dgm:prSet presAssocID="{06F02A2E-5AF2-48CA-B0D4-C3F4DAAD95C0}" presName="root" presStyleCnt="0">
        <dgm:presLayoutVars>
          <dgm:dir/>
          <dgm:resizeHandles val="exact"/>
        </dgm:presLayoutVars>
      </dgm:prSet>
      <dgm:spPr/>
    </dgm:pt>
    <dgm:pt modelId="{F8703AC5-4133-4F7B-AC88-0CBB86139E36}" type="pres">
      <dgm:prSet presAssocID="{2E3EEFB1-B5EB-46D8-A688-5F70E0D9236D}" presName="compNode" presStyleCnt="0"/>
      <dgm:spPr/>
    </dgm:pt>
    <dgm:pt modelId="{93129A79-F67C-4FEF-B9FD-A3158FAB1061}" type="pres">
      <dgm:prSet presAssocID="{2E3EEFB1-B5EB-46D8-A688-5F70E0D9236D}" presName="bgRect" presStyleLbl="bgShp" presStyleIdx="0" presStyleCnt="3"/>
      <dgm:spPr/>
    </dgm:pt>
    <dgm:pt modelId="{710554D9-01D0-4AF3-8C85-E95775E84E49}" type="pres">
      <dgm:prSet presAssocID="{2E3EEFB1-B5EB-46D8-A688-5F70E0D923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8ED41297-2ADB-413A-B1DF-657ECA64B9E3}" type="pres">
      <dgm:prSet presAssocID="{2E3EEFB1-B5EB-46D8-A688-5F70E0D9236D}" presName="spaceRect" presStyleCnt="0"/>
      <dgm:spPr/>
    </dgm:pt>
    <dgm:pt modelId="{513D021A-ED8B-4B9E-B376-305B7744C4ED}" type="pres">
      <dgm:prSet presAssocID="{2E3EEFB1-B5EB-46D8-A688-5F70E0D9236D}" presName="parTx" presStyleLbl="revTx" presStyleIdx="0" presStyleCnt="3">
        <dgm:presLayoutVars>
          <dgm:chMax val="0"/>
          <dgm:chPref val="0"/>
        </dgm:presLayoutVars>
      </dgm:prSet>
      <dgm:spPr/>
    </dgm:pt>
    <dgm:pt modelId="{7C400375-67FA-466C-B48F-A79F1616FBF8}" type="pres">
      <dgm:prSet presAssocID="{9E6AE883-2CDE-4C9C-9191-7DCA74B80D37}" presName="sibTrans" presStyleCnt="0"/>
      <dgm:spPr/>
    </dgm:pt>
    <dgm:pt modelId="{A85BEC84-A017-4767-92F5-A224841D1DF8}" type="pres">
      <dgm:prSet presAssocID="{CD7CB254-D951-4E45-83CE-BE9B91D26DBC}" presName="compNode" presStyleCnt="0"/>
      <dgm:spPr/>
    </dgm:pt>
    <dgm:pt modelId="{61E16C3F-8CC6-4116-90DC-392B7311E80D}" type="pres">
      <dgm:prSet presAssocID="{CD7CB254-D951-4E45-83CE-BE9B91D26DBC}" presName="bgRect" presStyleLbl="bgShp" presStyleIdx="1" presStyleCnt="3"/>
      <dgm:spPr/>
    </dgm:pt>
    <dgm:pt modelId="{C92EB509-F05D-4DFA-A0E9-C754B0C09B04}" type="pres">
      <dgm:prSet presAssocID="{CD7CB254-D951-4E45-83CE-BE9B91D26D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FE4D0F1A-B1FB-4454-84A6-C564EE6F11B6}" type="pres">
      <dgm:prSet presAssocID="{CD7CB254-D951-4E45-83CE-BE9B91D26DBC}" presName="spaceRect" presStyleCnt="0"/>
      <dgm:spPr/>
    </dgm:pt>
    <dgm:pt modelId="{D8BB23A5-B5F4-48D2-8312-64EEBB61FB4B}" type="pres">
      <dgm:prSet presAssocID="{CD7CB254-D951-4E45-83CE-BE9B91D26DBC}" presName="parTx" presStyleLbl="revTx" presStyleIdx="1" presStyleCnt="3">
        <dgm:presLayoutVars>
          <dgm:chMax val="0"/>
          <dgm:chPref val="0"/>
        </dgm:presLayoutVars>
      </dgm:prSet>
      <dgm:spPr/>
    </dgm:pt>
    <dgm:pt modelId="{8C10ADE4-9FEB-4083-BD89-53EB795D0BDD}" type="pres">
      <dgm:prSet presAssocID="{036BC843-A0D1-405E-8F73-1BA7BA888758}" presName="sibTrans" presStyleCnt="0"/>
      <dgm:spPr/>
    </dgm:pt>
    <dgm:pt modelId="{9AC16985-4306-4624-8971-53E1C9742CDE}" type="pres">
      <dgm:prSet presAssocID="{E32978A5-6F80-4292-A878-29BC07976105}" presName="compNode" presStyleCnt="0"/>
      <dgm:spPr/>
    </dgm:pt>
    <dgm:pt modelId="{5FDB2C3E-9A8C-49E9-AB4E-933B1C270DEE}" type="pres">
      <dgm:prSet presAssocID="{E32978A5-6F80-4292-A878-29BC07976105}" presName="bgRect" presStyleLbl="bgShp" presStyleIdx="2" presStyleCnt="3"/>
      <dgm:spPr/>
    </dgm:pt>
    <dgm:pt modelId="{CA61854F-8333-4C23-9232-6E18E43E0C70}" type="pres">
      <dgm:prSet presAssocID="{E32978A5-6F80-4292-A878-29BC079761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hibido"/>
        </a:ext>
      </dgm:extLst>
    </dgm:pt>
    <dgm:pt modelId="{0B1BD167-9B5F-4101-A00B-7F40ECE4CB84}" type="pres">
      <dgm:prSet presAssocID="{E32978A5-6F80-4292-A878-29BC07976105}" presName="spaceRect" presStyleCnt="0"/>
      <dgm:spPr/>
    </dgm:pt>
    <dgm:pt modelId="{1F01B4E5-83C0-469F-80F0-3E52528A230B}" type="pres">
      <dgm:prSet presAssocID="{E32978A5-6F80-4292-A878-29BC0797610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DFC903-0141-490D-AE0C-8C21BFE74015}" srcId="{06F02A2E-5AF2-48CA-B0D4-C3F4DAAD95C0}" destId="{2E3EEFB1-B5EB-46D8-A688-5F70E0D9236D}" srcOrd="0" destOrd="0" parTransId="{5597B53D-5F5B-4264-8284-A21A5E7A6C3F}" sibTransId="{9E6AE883-2CDE-4C9C-9191-7DCA74B80D37}"/>
    <dgm:cxn modelId="{E44DE52E-7EAA-4EAD-865F-45DF266297FB}" srcId="{06F02A2E-5AF2-48CA-B0D4-C3F4DAAD95C0}" destId="{E32978A5-6F80-4292-A878-29BC07976105}" srcOrd="2" destOrd="0" parTransId="{34387CF4-3DB6-4155-ABC6-967CA5DD09D9}" sibTransId="{A8B7EA50-7EFC-4813-AA7E-90291AFD49E4}"/>
    <dgm:cxn modelId="{50BF5934-F5B8-41A3-93A8-131F254C464E}" type="presOf" srcId="{E32978A5-6F80-4292-A878-29BC07976105}" destId="{1F01B4E5-83C0-469F-80F0-3E52528A230B}" srcOrd="0" destOrd="0" presId="urn:microsoft.com/office/officeart/2018/2/layout/IconVerticalSolidList"/>
    <dgm:cxn modelId="{F0199D38-768E-40CB-856D-9F0E0101E965}" type="presOf" srcId="{CD7CB254-D951-4E45-83CE-BE9B91D26DBC}" destId="{D8BB23A5-B5F4-48D2-8312-64EEBB61FB4B}" srcOrd="0" destOrd="0" presId="urn:microsoft.com/office/officeart/2018/2/layout/IconVerticalSolidList"/>
    <dgm:cxn modelId="{4302CB60-8924-4578-87F9-666555E62D18}" type="presOf" srcId="{2E3EEFB1-B5EB-46D8-A688-5F70E0D9236D}" destId="{513D021A-ED8B-4B9E-B376-305B7744C4ED}" srcOrd="0" destOrd="0" presId="urn:microsoft.com/office/officeart/2018/2/layout/IconVerticalSolidList"/>
    <dgm:cxn modelId="{399FE190-4FCA-44B0-87E5-408D725728F0}" type="presOf" srcId="{06F02A2E-5AF2-48CA-B0D4-C3F4DAAD95C0}" destId="{85EFC6E3-FA48-4BA9-9AEB-EAAD832291B7}" srcOrd="0" destOrd="0" presId="urn:microsoft.com/office/officeart/2018/2/layout/IconVerticalSolidList"/>
    <dgm:cxn modelId="{A39F87CE-F708-46AB-9485-DC38FA9BB20F}" srcId="{06F02A2E-5AF2-48CA-B0D4-C3F4DAAD95C0}" destId="{CD7CB254-D951-4E45-83CE-BE9B91D26DBC}" srcOrd="1" destOrd="0" parTransId="{D7912B2D-2F88-4043-AF0A-015524C4AF5C}" sibTransId="{036BC843-A0D1-405E-8F73-1BA7BA888758}"/>
    <dgm:cxn modelId="{4E78657C-3C3E-42ED-AA64-1AC776BD66B5}" type="presParOf" srcId="{85EFC6E3-FA48-4BA9-9AEB-EAAD832291B7}" destId="{F8703AC5-4133-4F7B-AC88-0CBB86139E36}" srcOrd="0" destOrd="0" presId="urn:microsoft.com/office/officeart/2018/2/layout/IconVerticalSolidList"/>
    <dgm:cxn modelId="{95C727BE-E60A-4A84-8802-3886B6895EB4}" type="presParOf" srcId="{F8703AC5-4133-4F7B-AC88-0CBB86139E36}" destId="{93129A79-F67C-4FEF-B9FD-A3158FAB1061}" srcOrd="0" destOrd="0" presId="urn:microsoft.com/office/officeart/2018/2/layout/IconVerticalSolidList"/>
    <dgm:cxn modelId="{7C80ABBF-B76D-4249-87C7-1625ECFC32A5}" type="presParOf" srcId="{F8703AC5-4133-4F7B-AC88-0CBB86139E36}" destId="{710554D9-01D0-4AF3-8C85-E95775E84E49}" srcOrd="1" destOrd="0" presId="urn:microsoft.com/office/officeart/2018/2/layout/IconVerticalSolidList"/>
    <dgm:cxn modelId="{CAB9BA24-7FCB-4A45-AC57-538AC3B21FFB}" type="presParOf" srcId="{F8703AC5-4133-4F7B-AC88-0CBB86139E36}" destId="{8ED41297-2ADB-413A-B1DF-657ECA64B9E3}" srcOrd="2" destOrd="0" presId="urn:microsoft.com/office/officeart/2018/2/layout/IconVerticalSolidList"/>
    <dgm:cxn modelId="{74AB39E4-BCCC-4266-9029-0C2C0EB548C4}" type="presParOf" srcId="{F8703AC5-4133-4F7B-AC88-0CBB86139E36}" destId="{513D021A-ED8B-4B9E-B376-305B7744C4ED}" srcOrd="3" destOrd="0" presId="urn:microsoft.com/office/officeart/2018/2/layout/IconVerticalSolidList"/>
    <dgm:cxn modelId="{45B58681-2ABA-430A-AB36-6FC17FEE9468}" type="presParOf" srcId="{85EFC6E3-FA48-4BA9-9AEB-EAAD832291B7}" destId="{7C400375-67FA-466C-B48F-A79F1616FBF8}" srcOrd="1" destOrd="0" presId="urn:microsoft.com/office/officeart/2018/2/layout/IconVerticalSolidList"/>
    <dgm:cxn modelId="{90019718-6707-4083-81A0-3BFC1A1DBEB0}" type="presParOf" srcId="{85EFC6E3-FA48-4BA9-9AEB-EAAD832291B7}" destId="{A85BEC84-A017-4767-92F5-A224841D1DF8}" srcOrd="2" destOrd="0" presId="urn:microsoft.com/office/officeart/2018/2/layout/IconVerticalSolidList"/>
    <dgm:cxn modelId="{8FDFD031-B116-4169-8A95-B47D3AADD225}" type="presParOf" srcId="{A85BEC84-A017-4767-92F5-A224841D1DF8}" destId="{61E16C3F-8CC6-4116-90DC-392B7311E80D}" srcOrd="0" destOrd="0" presId="urn:microsoft.com/office/officeart/2018/2/layout/IconVerticalSolidList"/>
    <dgm:cxn modelId="{89408682-01B3-4615-971D-60648D01DA99}" type="presParOf" srcId="{A85BEC84-A017-4767-92F5-A224841D1DF8}" destId="{C92EB509-F05D-4DFA-A0E9-C754B0C09B04}" srcOrd="1" destOrd="0" presId="urn:microsoft.com/office/officeart/2018/2/layout/IconVerticalSolidList"/>
    <dgm:cxn modelId="{42F89FF4-F165-4E1F-A18B-EB1AA2D2F169}" type="presParOf" srcId="{A85BEC84-A017-4767-92F5-A224841D1DF8}" destId="{FE4D0F1A-B1FB-4454-84A6-C564EE6F11B6}" srcOrd="2" destOrd="0" presId="urn:microsoft.com/office/officeart/2018/2/layout/IconVerticalSolidList"/>
    <dgm:cxn modelId="{77EA3415-2AD7-447C-9CF8-AAB7DBFB0ECA}" type="presParOf" srcId="{A85BEC84-A017-4767-92F5-A224841D1DF8}" destId="{D8BB23A5-B5F4-48D2-8312-64EEBB61FB4B}" srcOrd="3" destOrd="0" presId="urn:microsoft.com/office/officeart/2018/2/layout/IconVerticalSolidList"/>
    <dgm:cxn modelId="{39C3C10F-BA29-43C7-900A-588A1DE382EA}" type="presParOf" srcId="{85EFC6E3-FA48-4BA9-9AEB-EAAD832291B7}" destId="{8C10ADE4-9FEB-4083-BD89-53EB795D0BDD}" srcOrd="3" destOrd="0" presId="urn:microsoft.com/office/officeart/2018/2/layout/IconVerticalSolidList"/>
    <dgm:cxn modelId="{9FB76F88-4CBB-43B1-AFAD-96DA8B91F0CA}" type="presParOf" srcId="{85EFC6E3-FA48-4BA9-9AEB-EAAD832291B7}" destId="{9AC16985-4306-4624-8971-53E1C9742CDE}" srcOrd="4" destOrd="0" presId="urn:microsoft.com/office/officeart/2018/2/layout/IconVerticalSolidList"/>
    <dgm:cxn modelId="{ADE9F011-6A5A-4372-8367-863DA758E205}" type="presParOf" srcId="{9AC16985-4306-4624-8971-53E1C9742CDE}" destId="{5FDB2C3E-9A8C-49E9-AB4E-933B1C270DEE}" srcOrd="0" destOrd="0" presId="urn:microsoft.com/office/officeart/2018/2/layout/IconVerticalSolidList"/>
    <dgm:cxn modelId="{830D8B45-4707-46E8-A41A-1B9E23C995B7}" type="presParOf" srcId="{9AC16985-4306-4624-8971-53E1C9742CDE}" destId="{CA61854F-8333-4C23-9232-6E18E43E0C70}" srcOrd="1" destOrd="0" presId="urn:microsoft.com/office/officeart/2018/2/layout/IconVerticalSolidList"/>
    <dgm:cxn modelId="{8267D35E-8490-4E7D-A698-1FE5F10D0486}" type="presParOf" srcId="{9AC16985-4306-4624-8971-53E1C9742CDE}" destId="{0B1BD167-9B5F-4101-A00B-7F40ECE4CB84}" srcOrd="2" destOrd="0" presId="urn:microsoft.com/office/officeart/2018/2/layout/IconVerticalSolidList"/>
    <dgm:cxn modelId="{E6D4BE86-070B-443F-B4F7-6543D2294E77}" type="presParOf" srcId="{9AC16985-4306-4624-8971-53E1C9742CDE}" destId="{1F01B4E5-83C0-469F-80F0-3E52528A23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A4C6B-6958-4331-9AB6-5E38A82E9DCC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CEEF4-E327-46BC-BB1C-65A78E06C60D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2C0EF-0864-4AE1-83CB-1C778B023E2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700" kern="1200"/>
            <a:t>Zero Shot</a:t>
          </a:r>
          <a:endParaRPr lang="en-US" sz="2700" kern="1200"/>
        </a:p>
      </dsp:txBody>
      <dsp:txXfrm>
        <a:off x="93445" y="3018902"/>
        <a:ext cx="3206250" cy="720000"/>
      </dsp:txXfrm>
    </dsp:sp>
    <dsp:sp modelId="{616EFC22-FEFA-4236-9B5F-DD8531C19208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71F1A-D4C1-47C3-B497-FC077EE758D7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D544D-F952-426A-B421-D0B793DB9D94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700" kern="1200"/>
            <a:t>Few Shot</a:t>
          </a:r>
          <a:endParaRPr lang="en-US" sz="2700" kern="1200"/>
        </a:p>
      </dsp:txBody>
      <dsp:txXfrm>
        <a:off x="3860789" y="3018902"/>
        <a:ext cx="3206250" cy="720000"/>
      </dsp:txXfrm>
    </dsp:sp>
    <dsp:sp modelId="{3A38D8D2-A097-4AF9-AE62-F626F873C2C4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08D83-658C-4856-AB21-664AD978F0D2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FF033-BB53-481C-A54D-0D7ADA2DA967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700" kern="1200"/>
            <a:t>Chain of Thouthg</a:t>
          </a:r>
          <a:endParaRPr lang="en-US" sz="2700" kern="120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A5DC7-1391-4BEF-8BE1-C0E100F909F0}">
      <dsp:nvSpPr>
        <dsp:cNvPr id="0" name=""/>
        <dsp:cNvSpPr/>
      </dsp:nvSpPr>
      <dsp:spPr>
        <a:xfrm>
          <a:off x="0" y="640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9C727-4A40-47E1-A70A-EFDA0DA7C4C5}">
      <dsp:nvSpPr>
        <dsp:cNvPr id="0" name=""/>
        <dsp:cNvSpPr/>
      </dsp:nvSpPr>
      <dsp:spPr>
        <a:xfrm>
          <a:off x="453120" y="337671"/>
          <a:ext cx="823854" cy="823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09E8A-74E7-46F4-87BF-FEC9FD94BDC5}">
      <dsp:nvSpPr>
        <dsp:cNvPr id="0" name=""/>
        <dsp:cNvSpPr/>
      </dsp:nvSpPr>
      <dsp:spPr>
        <a:xfrm>
          <a:off x="1730095" y="640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Prompt: The input text provided to the model.</a:t>
          </a:r>
        </a:p>
      </dsp:txBody>
      <dsp:txXfrm>
        <a:off x="1730095" y="640"/>
        <a:ext cx="4859164" cy="1497917"/>
      </dsp:txXfrm>
    </dsp:sp>
    <dsp:sp modelId="{9B3DB583-0F42-4859-9A53-C37901798202}">
      <dsp:nvSpPr>
        <dsp:cNvPr id="0" name=""/>
        <dsp:cNvSpPr/>
      </dsp:nvSpPr>
      <dsp:spPr>
        <a:xfrm>
          <a:off x="0" y="1873037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8F2E93-B885-4642-8422-DB7BA9EBD703}">
      <dsp:nvSpPr>
        <dsp:cNvPr id="0" name=""/>
        <dsp:cNvSpPr/>
      </dsp:nvSpPr>
      <dsp:spPr>
        <a:xfrm>
          <a:off x="453120" y="2210069"/>
          <a:ext cx="823854" cy="823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A0B8A-A36A-405E-BD86-97B9F701C520}">
      <dsp:nvSpPr>
        <dsp:cNvPr id="0" name=""/>
        <dsp:cNvSpPr/>
      </dsp:nvSpPr>
      <dsp:spPr>
        <a:xfrm>
          <a:off x="1730095" y="1873037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Inference: The process of generating text based on the prompt.</a:t>
          </a:r>
        </a:p>
      </dsp:txBody>
      <dsp:txXfrm>
        <a:off x="1730095" y="1873037"/>
        <a:ext cx="4859164" cy="1497917"/>
      </dsp:txXfrm>
    </dsp:sp>
    <dsp:sp modelId="{F8F16A0A-F8B4-4E3F-8C5D-C2B897AE857E}">
      <dsp:nvSpPr>
        <dsp:cNvPr id="0" name=""/>
        <dsp:cNvSpPr/>
      </dsp:nvSpPr>
      <dsp:spPr>
        <a:xfrm>
          <a:off x="0" y="3745434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55695-3D07-4DC3-93C0-4039E9268620}">
      <dsp:nvSpPr>
        <dsp:cNvPr id="0" name=""/>
        <dsp:cNvSpPr/>
      </dsp:nvSpPr>
      <dsp:spPr>
        <a:xfrm>
          <a:off x="453120" y="4082466"/>
          <a:ext cx="823854" cy="8238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1DD80-FCCC-4485-88EF-E86D83DBF75D}">
      <dsp:nvSpPr>
        <dsp:cNvPr id="0" name=""/>
        <dsp:cNvSpPr/>
      </dsp:nvSpPr>
      <dsp:spPr>
        <a:xfrm>
          <a:off x="1730095" y="3745434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Completion: The output text produced by the model.</a:t>
          </a:r>
        </a:p>
      </dsp:txBody>
      <dsp:txXfrm>
        <a:off x="1730095" y="3745434"/>
        <a:ext cx="4859164" cy="14979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B08FA7-C337-4181-A2F5-F3609DEA0B86}">
      <dsp:nvSpPr>
        <dsp:cNvPr id="0" name=""/>
        <dsp:cNvSpPr/>
      </dsp:nvSpPr>
      <dsp:spPr>
        <a:xfrm>
          <a:off x="0" y="3369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61C85-0870-4EC6-9652-9FEC1DB34C18}">
      <dsp:nvSpPr>
        <dsp:cNvPr id="0" name=""/>
        <dsp:cNvSpPr/>
      </dsp:nvSpPr>
      <dsp:spPr>
        <a:xfrm>
          <a:off x="406400" y="41733"/>
          <a:ext cx="568960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Tarea o Instrucción</a:t>
          </a:r>
          <a:endParaRPr lang="es-CO" sz="2400" b="1" kern="1200" dirty="0"/>
        </a:p>
      </dsp:txBody>
      <dsp:txXfrm>
        <a:off x="435221" y="70554"/>
        <a:ext cx="5631958" cy="532758"/>
      </dsp:txXfrm>
    </dsp:sp>
    <dsp:sp modelId="{828C20A7-41E4-4117-82D8-EBCB76877BA7}">
      <dsp:nvSpPr>
        <dsp:cNvPr id="0" name=""/>
        <dsp:cNvSpPr/>
      </dsp:nvSpPr>
      <dsp:spPr>
        <a:xfrm>
          <a:off x="0" y="12441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5E21A-5E49-4A2C-9D67-5A220637FE9D}">
      <dsp:nvSpPr>
        <dsp:cNvPr id="0" name=""/>
        <dsp:cNvSpPr/>
      </dsp:nvSpPr>
      <dsp:spPr>
        <a:xfrm>
          <a:off x="406400" y="948933"/>
          <a:ext cx="568960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Contexto o Detalle</a:t>
          </a:r>
          <a:endParaRPr lang="es-CO" sz="2400" b="1" kern="1200" dirty="0"/>
        </a:p>
      </dsp:txBody>
      <dsp:txXfrm>
        <a:off x="435221" y="977754"/>
        <a:ext cx="5631958" cy="532758"/>
      </dsp:txXfrm>
    </dsp:sp>
    <dsp:sp modelId="{74507BDD-4FA8-4AD6-9FE1-4EFB9D90BDDF}">
      <dsp:nvSpPr>
        <dsp:cNvPr id="0" name=""/>
        <dsp:cNvSpPr/>
      </dsp:nvSpPr>
      <dsp:spPr>
        <a:xfrm>
          <a:off x="0" y="21513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25594-9BD1-4DA0-80E1-8B84C7D97A1A}">
      <dsp:nvSpPr>
        <dsp:cNvPr id="0" name=""/>
        <dsp:cNvSpPr/>
      </dsp:nvSpPr>
      <dsp:spPr>
        <a:xfrm>
          <a:off x="406400" y="1856133"/>
          <a:ext cx="568960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Persona</a:t>
          </a:r>
          <a:endParaRPr lang="es-CO" sz="2400" b="1" kern="1200" dirty="0"/>
        </a:p>
      </dsp:txBody>
      <dsp:txXfrm>
        <a:off x="435221" y="1884954"/>
        <a:ext cx="5631958" cy="532758"/>
      </dsp:txXfrm>
    </dsp:sp>
    <dsp:sp modelId="{62D6316E-2509-4655-8693-D7B9982BFAEB}">
      <dsp:nvSpPr>
        <dsp:cNvPr id="0" name=""/>
        <dsp:cNvSpPr/>
      </dsp:nvSpPr>
      <dsp:spPr>
        <a:xfrm>
          <a:off x="0" y="30585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07968-2982-4DB5-8782-3AD6537D4C0C}">
      <dsp:nvSpPr>
        <dsp:cNvPr id="0" name=""/>
        <dsp:cNvSpPr/>
      </dsp:nvSpPr>
      <dsp:spPr>
        <a:xfrm>
          <a:off x="406400" y="2763333"/>
          <a:ext cx="568960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Ejemplos</a:t>
          </a:r>
          <a:endParaRPr lang="es-CO" sz="2400" b="1" kern="1200" dirty="0"/>
        </a:p>
      </dsp:txBody>
      <dsp:txXfrm>
        <a:off x="435221" y="2792154"/>
        <a:ext cx="5631958" cy="532758"/>
      </dsp:txXfrm>
    </dsp:sp>
    <dsp:sp modelId="{35E01B26-60C9-458B-BF77-EA41A958BD06}">
      <dsp:nvSpPr>
        <dsp:cNvPr id="0" name=""/>
        <dsp:cNvSpPr/>
      </dsp:nvSpPr>
      <dsp:spPr>
        <a:xfrm>
          <a:off x="0" y="39657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9280F-3748-408D-9A09-7299C736F7AF}">
      <dsp:nvSpPr>
        <dsp:cNvPr id="0" name=""/>
        <dsp:cNvSpPr/>
      </dsp:nvSpPr>
      <dsp:spPr>
        <a:xfrm>
          <a:off x="406400" y="3670533"/>
          <a:ext cx="5689600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Formato</a:t>
          </a:r>
          <a:endParaRPr lang="es-CO" sz="2400" b="1" kern="1200" dirty="0"/>
        </a:p>
      </dsp:txBody>
      <dsp:txXfrm>
        <a:off x="435221" y="3699354"/>
        <a:ext cx="5631958" cy="532758"/>
      </dsp:txXfrm>
    </dsp:sp>
    <dsp:sp modelId="{66ADFB6A-9C28-4C7B-B0E0-C8C9ADE4B36C}">
      <dsp:nvSpPr>
        <dsp:cNvPr id="0" name=""/>
        <dsp:cNvSpPr/>
      </dsp:nvSpPr>
      <dsp:spPr>
        <a:xfrm>
          <a:off x="0" y="48729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92E13-013B-4256-9E08-89E3398B4CE4}">
      <dsp:nvSpPr>
        <dsp:cNvPr id="0" name=""/>
        <dsp:cNvSpPr/>
      </dsp:nvSpPr>
      <dsp:spPr>
        <a:xfrm>
          <a:off x="406400" y="4577733"/>
          <a:ext cx="568960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Tono</a:t>
          </a:r>
          <a:endParaRPr lang="es-CO" sz="2400" b="1" kern="1200" dirty="0"/>
        </a:p>
      </dsp:txBody>
      <dsp:txXfrm>
        <a:off x="435221" y="4606554"/>
        <a:ext cx="5631958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29A79-F67C-4FEF-B9FD-A3158FAB1061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554D9-01D0-4AF3-8C85-E95775E84E4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D021A-ED8B-4B9E-B376-305B7744C4ED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En lugar de generar una respuesta directamente, proporcione al modelo de lenguaje ejemplos de razonamiento intermedio para guiar su respuesta.</a:t>
          </a:r>
          <a:endParaRPr lang="en-US" sz="2300" kern="1200"/>
        </a:p>
      </dsp:txBody>
      <dsp:txXfrm>
        <a:off x="1437631" y="531"/>
        <a:ext cx="9077968" cy="1244702"/>
      </dsp:txXfrm>
    </dsp:sp>
    <dsp:sp modelId="{61E16C3F-8CC6-4116-90DC-392B7311E80D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B509-F05D-4DFA-A0E9-C754B0C09B04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B23A5-B5F4-48D2-8312-64EEBB61FB4B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Ha sido reconocida como una de las técnicas de ingeniería de estimulación pioneras y de mayor impacto, ya que mejora los procesos de toma de decisiones en modelos de lenguaje grandes. </a:t>
          </a:r>
          <a:endParaRPr lang="en-US" sz="2300" kern="1200"/>
        </a:p>
      </dsp:txBody>
      <dsp:txXfrm>
        <a:off x="1437631" y="1556410"/>
        <a:ext cx="9077968" cy="1244702"/>
      </dsp:txXfrm>
    </dsp:sp>
    <dsp:sp modelId="{5FDB2C3E-9A8C-49E9-AB4E-933B1C270DEE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1854F-8333-4C23-9232-6E18E43E0C70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1B4E5-83C0-469F-80F0-3E52528A230B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A diferencia de las técnicas de prompting anteriores que enfatizan las interacciones directas de entrada y salida, CoT obliga a un modelo a segmentar su razonamiento en pasos intermedios.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1838D-5F0C-4B0D-D757-C9ECE0D5A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E287C-BBB8-03E0-92B3-C679FE59D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75473E-C344-E081-E1C1-56DF2A01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9174A-BD8A-946A-5D80-CB143AAD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DD513D-C8DA-AE83-7B67-A36BA7891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1236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BB3EC-4A1D-94D9-3216-5C4B3D6E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A77FB-6BB6-35F7-1F85-6DD6414A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CC3BB1-1467-D87F-967F-8695F072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FD03B1-CDC2-C93C-6F53-F2D2D1D8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A0CB5D-DCBD-18F3-72E3-4A58E980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781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787D8-DA62-C333-5125-DDCB69E1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ECA2AC-29DA-90ED-6BDD-56CA8BFA6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DD0767-CBB8-CFD2-4951-EC8D1C64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4070C8-B2C3-C810-70E7-79D3019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448DFB-8329-2E36-3AF8-21140B74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590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4AE2A-D57C-AF24-3609-7A79B5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890FF-AAAE-C704-34B4-73F027260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1D99CE-D915-E552-0ED3-F24100623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B3F9A0-7D4A-0376-755A-6A9B3684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93B11-21E7-E9AD-29F6-2A5854D8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ED0A9F-5280-E6D3-EDAE-93ADD8A8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54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6CE13-4F4F-A5AF-34F0-02F17929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6EBAD2-A628-C280-BBA5-98B58952A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12C3C2-1FD7-3230-7734-55BCD039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DD54A6-3B61-2C46-B374-BBDEF12FE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801601-0C61-3E3E-3242-F4CC96FB1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26BBEF-D925-05D7-3EE5-80BEE631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E17735-AD4A-95EF-8841-38F8B3B5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9695390-CD09-070F-C151-25DB8D61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39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8BEA2-5E4E-6CD7-57D5-59B087FC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A19844-4793-BEDF-A6EE-5D5CFB0F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0C9FA5-7670-8EC9-FEB8-B7824E269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EDB220-B2A0-3818-8E73-546E31AE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60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DC5F57-8DF4-077B-7A6B-CB9C85712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50AECB-9C80-4AF8-1CEF-8FE79FE4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98AA1D-8DDA-A963-9D5F-9055098B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174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D1276-9D85-83E4-316D-59627178A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F7BED7-D88C-C413-62B9-078F6B22A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E865A5-DF22-56AF-3AF1-F0F1CEDBD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A042C0-273E-4CF2-2E4B-81EBEDBD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241267-9B09-F534-6171-10C494404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04ECEB-A318-2770-E5B8-8F648483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40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DFDF1-AA86-4C6A-BC48-F710F800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769C34-912C-59B6-B31E-7EDBE9FE0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71790A-5ED9-8B6A-2E88-CA7F01D32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21C403-45CF-E7DE-9C71-9EEBD5AA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E248BC-DCB1-1F12-B9D4-38977868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117887-53E2-4D32-0F88-88200B4A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81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3347C-A0DE-9F5C-A594-BE64642C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171328-4DB7-90CF-08CB-491E4E318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FFCF73-0D57-46BA-FF23-536AEC60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F1CB30-D773-60A5-302B-3DAD0E93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400D07-7CBE-A224-46CE-A638ED9A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629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AF41DD-B381-7C34-A91F-62EACD2C9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227798-0B76-2610-40E3-6438380D9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531D43-62F1-486F-EC79-013AEFC8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EEDE73-FDB2-70E9-B82E-6FCBDA7D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89C2FE-4125-2125-EFE1-42358812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099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54D7A-0D7B-8748-B427-FCF147E7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F60D18-AEAC-18F8-87A9-10FFB20CB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590C8E-7351-4EE3-7C52-A638BC494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2507A-D6EC-497A-B04A-D1D029A5E045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3ECE18-6C64-E712-9FBA-749D95DC8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BA43F4-B1A4-BA76-4C55-AA7EE8154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1EAEB-CA1C-4938-8983-028438DA949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628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br.org/2024/03/how-people-are-really-using-genai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something-of-thought-in-llm-prompting-an-overview-of-structured-llm-reasoning-70302752b390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the-generator/the-perfect-prompt-prompt-engineering-cheat-sheet-d0b9c62a2bba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prompt.org/chat-gpt-prompts-for-codin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5AB597-E56D-A799-A888-0B5D95E91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s-ES" sz="7200"/>
              <a:t>Prompt Engineering</a:t>
            </a:r>
            <a:endParaRPr lang="es-CO" sz="72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5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AF3336-C3D8-300D-6EB5-CEFCF3D7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LLM afinados con prompt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EC684B-74F4-12E0-96E6-BC35FA83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06" y="2271252"/>
            <a:ext cx="10909639" cy="422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1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A9BF53-19FC-F4EC-F17C-49BDD23C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ES" sz="5400"/>
              <a:t>¿Qué es el prompt engineering?</a:t>
            </a:r>
            <a:endParaRPr lang="es-CO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09727-455D-9469-A6A2-C7C01CF7E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19" y="2330245"/>
            <a:ext cx="10800345" cy="3942736"/>
          </a:xfrm>
        </p:spPr>
        <p:txBody>
          <a:bodyPr anchor="ctr">
            <a:noAutofit/>
          </a:bodyPr>
          <a:lstStyle/>
          <a:p>
            <a:pPr algn="just"/>
            <a:r>
              <a:rPr lang="es-ES" sz="2200" dirty="0"/>
              <a:t>Es el arte y la ciencia de construir Prompts (entrada) que hagan que un GPT (Generative </a:t>
            </a:r>
            <a:r>
              <a:rPr lang="es-ES" sz="2200" dirty="0" err="1"/>
              <a:t>Pre-trained</a:t>
            </a:r>
            <a:r>
              <a:rPr lang="es-ES" sz="2200" dirty="0"/>
              <a:t> </a:t>
            </a:r>
            <a:r>
              <a:rPr lang="es-ES" sz="2200" dirty="0" err="1"/>
              <a:t>Transformer</a:t>
            </a:r>
            <a:r>
              <a:rPr lang="es-ES" sz="2200" dirty="0"/>
              <a:t>-afinado con prompts) arroje mejores resultados, óptimos (salida) .</a:t>
            </a:r>
          </a:p>
          <a:p>
            <a:pPr algn="just"/>
            <a:r>
              <a:rPr lang="es-ES" sz="2200" dirty="0"/>
              <a:t>El </a:t>
            </a:r>
            <a:r>
              <a:rPr lang="es-ES" sz="2200" dirty="0" err="1"/>
              <a:t>prompt</a:t>
            </a:r>
            <a:r>
              <a:rPr lang="es-ES" sz="2200" dirty="0"/>
              <a:t> </a:t>
            </a:r>
            <a:r>
              <a:rPr lang="es-ES" sz="2200" dirty="0" err="1"/>
              <a:t>engineering</a:t>
            </a:r>
            <a:r>
              <a:rPr lang="es-ES" sz="2200" dirty="0"/>
              <a:t> se refiere a la creación de </a:t>
            </a:r>
            <a:r>
              <a:rPr lang="es-ES" sz="2200" dirty="0" err="1"/>
              <a:t>prompts</a:t>
            </a:r>
            <a:r>
              <a:rPr lang="es-ES" sz="2200" dirty="0"/>
              <a:t> precisos y eficaces para obtener resultados de los LMM.</a:t>
            </a:r>
          </a:p>
          <a:p>
            <a:pPr algn="just"/>
            <a:r>
              <a:rPr lang="es-ES" sz="2200" dirty="0" err="1"/>
              <a:t>Prompt</a:t>
            </a:r>
            <a:r>
              <a:rPr lang="es-ES" sz="2200" dirty="0"/>
              <a:t> </a:t>
            </a:r>
            <a:r>
              <a:rPr lang="es-ES" sz="2200" dirty="0" err="1"/>
              <a:t>Engineering</a:t>
            </a:r>
            <a:r>
              <a:rPr lang="es-ES" sz="2200" dirty="0"/>
              <a:t> es el medio por el cual los LLM se programan con indicaciones.</a:t>
            </a:r>
          </a:p>
          <a:p>
            <a:pPr lvl="1" algn="just"/>
            <a:r>
              <a:rPr lang="es-ES" sz="2200" dirty="0"/>
              <a:t>Un </a:t>
            </a:r>
            <a:r>
              <a:rPr lang="es-ES" sz="2200" dirty="0" err="1"/>
              <a:t>prompt</a:t>
            </a:r>
            <a:r>
              <a:rPr lang="es-ES" sz="2200" dirty="0"/>
              <a:t> se escribe en lenguaje natural. Por eso se habla que ahora se programara en lenguaje natural y no en lenguajes de programación</a:t>
            </a:r>
          </a:p>
          <a:p>
            <a:pPr algn="just"/>
            <a:r>
              <a:rPr lang="es-ES" sz="2200" dirty="0"/>
              <a:t>Esta práctica es crucial porque la forma en que se formula un </a:t>
            </a:r>
            <a:r>
              <a:rPr lang="es-ES" sz="2200" dirty="0" err="1"/>
              <a:t>prompt</a:t>
            </a:r>
            <a:r>
              <a:rPr lang="es-ES" sz="2200" dirty="0"/>
              <a:t> puede influir significativamente en la calidad y la relevancia de las respuestas generadas por el modelo.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342716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14A596E-E2B1-0E90-8290-0E04FA64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631825"/>
            <a:ext cx="4475163" cy="447516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EB6D7B0-BF7E-3BA2-D495-9F1C81A19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0" y="631825"/>
            <a:ext cx="6354763" cy="44751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006042-68EE-206A-66B6-1030EB21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  <a:prstGeom prst="ellipse">
            <a:avLst/>
          </a:prstGeom>
        </p:spPr>
        <p:txBody>
          <a:bodyPr>
            <a:normAutofit/>
          </a:bodyPr>
          <a:lstStyle/>
          <a:p>
            <a:pPr algn="ctr"/>
            <a:r>
              <a:rPr lang="es-ES" sz="4000" dirty="0"/>
              <a:t>¿Qué </a:t>
            </a:r>
            <a:r>
              <a:rPr lang="es-ES" sz="4000"/>
              <a:t>es el </a:t>
            </a:r>
            <a:r>
              <a:rPr lang="es-ES" sz="4000" dirty="0" err="1"/>
              <a:t>Prompt</a:t>
            </a:r>
            <a:r>
              <a:rPr lang="es-ES" sz="4000" dirty="0"/>
              <a:t> </a:t>
            </a:r>
            <a:r>
              <a:rPr lang="es-ES" sz="4000" dirty="0" err="1"/>
              <a:t>Engineering</a:t>
            </a:r>
            <a:r>
              <a:rPr lang="es-ES" sz="4000" dirty="0"/>
              <a:t>?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29669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A4E32D-29D9-765F-2C9D-A6C47DB6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Tipos de prompts</a:t>
            </a:r>
            <a:endParaRPr lang="es-CO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B4C7E8E-3DC5-047C-69CF-A530D665F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8545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509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C4C752-AD4D-83E4-B048-16BF5CD72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en-US" dirty="0"/>
              <a:t>The Basics of Prompt, Inference, and Completion</a:t>
            </a:r>
            <a:endParaRPr lang="es-CO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F9A628D-6E2B-C986-AA09-A9AF91BD67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7757941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35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8B1686-387E-99E3-94F4-48A4D869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ES" sz="4600" dirty="0"/>
              <a:t>Temas en los que se está usando el </a:t>
            </a:r>
            <a:r>
              <a:rPr lang="es-ES" sz="4600" dirty="0" err="1"/>
              <a:t>prompt</a:t>
            </a:r>
            <a:r>
              <a:rPr lang="es-ES" sz="4600" dirty="0"/>
              <a:t> </a:t>
            </a:r>
            <a:r>
              <a:rPr lang="es-ES" sz="4600" dirty="0" err="1"/>
              <a:t>engineering</a:t>
            </a:r>
            <a:r>
              <a:rPr lang="es-ES" sz="4600" dirty="0"/>
              <a:t> (de 100 casos de uso estudiados)</a:t>
            </a:r>
            <a:endParaRPr lang="es-CO" sz="4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4261F-783B-470A-690D-D9A02E80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786581"/>
            <a:ext cx="6801488" cy="4552335"/>
          </a:xfrm>
        </p:spPr>
        <p:txBody>
          <a:bodyPr anchor="ctr">
            <a:normAutofit/>
          </a:bodyPr>
          <a:lstStyle/>
          <a:p>
            <a:r>
              <a:rPr lang="es-ES" sz="2400" dirty="0"/>
              <a:t>Asistencia técnica y resolución de problemas (23%)</a:t>
            </a:r>
          </a:p>
          <a:p>
            <a:r>
              <a:rPr lang="es-ES" sz="2400" dirty="0"/>
              <a:t>Creación y edición de contenido (22%)</a:t>
            </a:r>
          </a:p>
          <a:p>
            <a:r>
              <a:rPr lang="es-ES" sz="2400" dirty="0"/>
              <a:t>Soporte personal y profesional (17%)</a:t>
            </a:r>
          </a:p>
          <a:p>
            <a:r>
              <a:rPr lang="es-ES" sz="2400" dirty="0"/>
              <a:t>Aprendizaje y educación (15%)</a:t>
            </a:r>
          </a:p>
          <a:p>
            <a:r>
              <a:rPr lang="es-ES" sz="2400" dirty="0"/>
              <a:t>Creatividad y recreación (13%)</a:t>
            </a:r>
          </a:p>
          <a:p>
            <a:r>
              <a:rPr lang="es-ES" sz="2400" dirty="0"/>
              <a:t>Investigación, Análisis y Toma de Decisiones (10%)</a:t>
            </a:r>
            <a:endParaRPr lang="es-CO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58EBC-9350-8E6C-B630-6BD9B4662C65}"/>
              </a:ext>
            </a:extLst>
          </p:cNvPr>
          <p:cNvSpPr txBox="1"/>
          <p:nvPr/>
        </p:nvSpPr>
        <p:spPr>
          <a:xfrm>
            <a:off x="4793407" y="6125497"/>
            <a:ext cx="722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Tomado de: </a:t>
            </a:r>
            <a:r>
              <a:rPr lang="es-ES" dirty="0">
                <a:hlinkClick r:id="rId2"/>
              </a:rPr>
              <a:t>https://hbr.org/2024/03/how-people-are-really-using-genai</a:t>
            </a:r>
            <a:r>
              <a:rPr lang="es-ES" dirty="0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46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DB0AB0-AF67-D342-7597-9FD593C8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ES" sz="5400" dirty="0"/>
              <a:t>Algunos casos de uso utilizados</a:t>
            </a:r>
            <a:endParaRPr lang="es-CO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D7CEFB-2CD7-D0C8-5EA4-8631CC03B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0"/>
            <a:ext cx="6545849" cy="5691393"/>
          </a:xfrm>
        </p:spPr>
        <p:txBody>
          <a:bodyPr anchor="ctr">
            <a:normAutofit/>
          </a:bodyPr>
          <a:lstStyle/>
          <a:p>
            <a:r>
              <a:rPr lang="es-CO" sz="2400" dirty="0"/>
              <a:t>Generando ideas </a:t>
            </a:r>
          </a:p>
          <a:p>
            <a:r>
              <a:rPr lang="es-CO" sz="2400" dirty="0"/>
              <a:t>Búsqueda específica</a:t>
            </a:r>
          </a:p>
          <a:p>
            <a:r>
              <a:rPr lang="es-CO" sz="2400" dirty="0"/>
              <a:t>Edición de texto</a:t>
            </a:r>
          </a:p>
          <a:p>
            <a:r>
              <a:rPr lang="es-ES" sz="2400" dirty="0"/>
              <a:t>Redacción de correos electrónicos </a:t>
            </a:r>
          </a:p>
          <a:p>
            <a:r>
              <a:rPr lang="es-CO" sz="2400" dirty="0"/>
              <a:t>Explicaciones sencillas </a:t>
            </a:r>
          </a:p>
          <a:p>
            <a:r>
              <a:rPr lang="es-CO" sz="2400" dirty="0"/>
              <a:t>Fórmulas de Excel </a:t>
            </a:r>
          </a:p>
          <a:p>
            <a:r>
              <a:rPr lang="es-CO" sz="2400" dirty="0"/>
              <a:t>Edición de documento</a:t>
            </a:r>
          </a:p>
          <a:p>
            <a:r>
              <a:rPr lang="es-CO" sz="2400" dirty="0"/>
              <a:t>Hacer presentaciones</a:t>
            </a:r>
          </a:p>
        </p:txBody>
      </p:sp>
    </p:spTree>
    <p:extLst>
      <p:ext uri="{BB962C8B-B14F-4D97-AF65-F5344CB8AC3E}">
        <p14:creationId xmlns:p14="http://schemas.microsoft.com/office/powerpoint/2010/main" val="247102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1A78CC-61F3-EBCF-E21E-E98DCE5E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ES" sz="4200" dirty="0"/>
              <a:t>Características generales de un buen </a:t>
            </a:r>
            <a:r>
              <a:rPr lang="es-ES" sz="4200" dirty="0" err="1"/>
              <a:t>prompt</a:t>
            </a:r>
            <a:endParaRPr lang="es-CO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16F479-B6B6-52C8-AF98-1F9B60DA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0"/>
            <a:ext cx="6781823" cy="6065019"/>
          </a:xfrm>
        </p:spPr>
        <p:txBody>
          <a:bodyPr anchor="ctr">
            <a:normAutofit/>
          </a:bodyPr>
          <a:lstStyle/>
          <a:p>
            <a:r>
              <a:rPr lang="es-ES" sz="2400" b="1" dirty="0"/>
              <a:t>Sea específico</a:t>
            </a:r>
            <a:r>
              <a:rPr lang="es-ES" sz="2400" dirty="0"/>
              <a:t>: cuanto más específico sea su </a:t>
            </a:r>
            <a:r>
              <a:rPr lang="es-ES" sz="2400" dirty="0" err="1"/>
              <a:t>prompt</a:t>
            </a:r>
            <a:r>
              <a:rPr lang="es-ES" sz="2400" dirty="0"/>
              <a:t>, más específicos será el resultado. Utiliza un lenguaje específico y descriptivo</a:t>
            </a:r>
          </a:p>
          <a:p>
            <a:pPr lvl="1"/>
            <a:r>
              <a:rPr lang="es-ES" b="1" dirty="0" err="1"/>
              <a:t>Prompt</a:t>
            </a:r>
            <a:r>
              <a:rPr lang="es-ES" dirty="0"/>
              <a:t>: Cuéntame una historia </a:t>
            </a:r>
            <a:r>
              <a:rPr lang="es-ES" dirty="0" err="1"/>
              <a:t>cool</a:t>
            </a:r>
            <a:r>
              <a:rPr lang="es-ES" dirty="0"/>
              <a:t> (Ambiguo)</a:t>
            </a:r>
          </a:p>
          <a:p>
            <a:pPr lvl="1"/>
            <a:r>
              <a:rPr lang="es-ES" b="1" dirty="0" err="1"/>
              <a:t>Prompt</a:t>
            </a:r>
            <a:r>
              <a:rPr lang="es-ES" dirty="0"/>
              <a:t>: Escribir una historia  emocionante de ciencia ficción. Ambientado en un futuro distópico donde un grupo de rebeldes están tratando de derrocar a un gobierno tiránico.</a:t>
            </a:r>
          </a:p>
          <a:p>
            <a:r>
              <a:rPr lang="es-ES" sz="2400" b="1" dirty="0"/>
              <a:t>Proporcione ejemplos </a:t>
            </a:r>
            <a:r>
              <a:rPr lang="es-ES" sz="2400" dirty="0"/>
              <a:t>(cuando aplique)</a:t>
            </a:r>
          </a:p>
          <a:p>
            <a:r>
              <a:rPr lang="es-ES" sz="2400" b="1" dirty="0"/>
              <a:t>Utilice un lenguaje sencillo </a:t>
            </a:r>
            <a:r>
              <a:rPr lang="es-ES" sz="2400" dirty="0"/>
              <a:t>(no está hablando con un humano)</a:t>
            </a:r>
          </a:p>
          <a:p>
            <a:r>
              <a:rPr lang="es-ES" sz="2400" b="1" dirty="0"/>
              <a:t>Experimente con diferentes </a:t>
            </a:r>
            <a:r>
              <a:rPr lang="es-ES" sz="2400" b="1" dirty="0" err="1"/>
              <a:t>prompts</a:t>
            </a:r>
            <a:endParaRPr lang="es-ES" sz="2400" b="1" dirty="0"/>
          </a:p>
          <a:p>
            <a:r>
              <a:rPr lang="es-ES" sz="2400" b="1" dirty="0"/>
              <a:t>Piensa paso a paso</a:t>
            </a:r>
          </a:p>
          <a:p>
            <a:r>
              <a:rPr lang="es-ES" sz="2400" b="1" dirty="0"/>
              <a:t>Di qué HACER en lugar de qué NO hacer</a:t>
            </a:r>
          </a:p>
        </p:txBody>
      </p:sp>
    </p:spTree>
    <p:extLst>
      <p:ext uri="{BB962C8B-B14F-4D97-AF65-F5344CB8AC3E}">
        <p14:creationId xmlns:p14="http://schemas.microsoft.com/office/powerpoint/2010/main" val="297218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6BAA92ED-CE57-2E42-7B50-F67D3FA0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CO" sz="3600">
                <a:solidFill>
                  <a:schemeClr val="tx2"/>
                </a:solidFill>
              </a:rPr>
              <a:t>Zero-shot prompting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B27FF0-A8E7-D32E-B31D-C4B20C16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071" y="648929"/>
            <a:ext cx="6459794" cy="6013553"/>
          </a:xfrm>
        </p:spPr>
        <p:txBody>
          <a:bodyPr anchor="ctr">
            <a:normAutofit/>
          </a:bodyPr>
          <a:lstStyle/>
          <a:p>
            <a:r>
              <a:rPr lang="es-ES" sz="2000" dirty="0">
                <a:solidFill>
                  <a:schemeClr val="tx2"/>
                </a:solidFill>
              </a:rPr>
              <a:t>Significa que el </a:t>
            </a:r>
            <a:r>
              <a:rPr lang="es-ES" sz="2000" dirty="0" err="1">
                <a:solidFill>
                  <a:schemeClr val="tx2"/>
                </a:solidFill>
              </a:rPr>
              <a:t>prompt</a:t>
            </a:r>
            <a:r>
              <a:rPr lang="es-ES" sz="2000" dirty="0">
                <a:solidFill>
                  <a:schemeClr val="tx2"/>
                </a:solidFill>
              </a:rPr>
              <a:t> utilizado para interactuar con el modelo no contendrá ejemplos ni demostraciones. </a:t>
            </a:r>
          </a:p>
          <a:p>
            <a:r>
              <a:rPr lang="es-ES" sz="2000" dirty="0">
                <a:solidFill>
                  <a:schemeClr val="tx2"/>
                </a:solidFill>
              </a:rPr>
              <a:t>Zero-</a:t>
            </a:r>
            <a:r>
              <a:rPr lang="es-ES" sz="2000" dirty="0" err="1">
                <a:solidFill>
                  <a:schemeClr val="tx2"/>
                </a:solidFill>
              </a:rPr>
              <a:t>shot</a:t>
            </a:r>
            <a:r>
              <a:rPr lang="es-ES" sz="2000" dirty="0">
                <a:solidFill>
                  <a:schemeClr val="tx2"/>
                </a:solidFill>
              </a:rPr>
              <a:t> </a:t>
            </a:r>
            <a:r>
              <a:rPr lang="es-ES" sz="2000" dirty="0" err="1">
                <a:solidFill>
                  <a:schemeClr val="tx2"/>
                </a:solidFill>
              </a:rPr>
              <a:t>prompting</a:t>
            </a:r>
            <a:r>
              <a:rPr lang="es-ES" sz="2000" dirty="0">
                <a:solidFill>
                  <a:schemeClr val="tx2"/>
                </a:solidFill>
              </a:rPr>
              <a:t> indica directamente al modelo que realice una tarea sin ningún ejemplo adicional que lo guíe. El modelo solo usa el contenido con el que fue entrenado.</a:t>
            </a:r>
          </a:p>
          <a:p>
            <a:r>
              <a:rPr lang="es-ES" sz="2000" dirty="0">
                <a:solidFill>
                  <a:schemeClr val="tx2"/>
                </a:solidFill>
              </a:rPr>
              <a:t>Ejemplos de Zero-</a:t>
            </a:r>
            <a:r>
              <a:rPr lang="es-ES" sz="2000" dirty="0" err="1">
                <a:solidFill>
                  <a:schemeClr val="tx2"/>
                </a:solidFill>
              </a:rPr>
              <a:t>shot</a:t>
            </a:r>
            <a:r>
              <a:rPr lang="es-ES" sz="2000" dirty="0">
                <a:solidFill>
                  <a:schemeClr val="tx2"/>
                </a:solidFill>
              </a:rPr>
              <a:t> </a:t>
            </a:r>
            <a:r>
              <a:rPr lang="es-ES" sz="2000" dirty="0" err="1">
                <a:solidFill>
                  <a:schemeClr val="tx2"/>
                </a:solidFill>
              </a:rPr>
              <a:t>prompting</a:t>
            </a:r>
            <a:r>
              <a:rPr lang="es-ES" sz="20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s-ES" sz="2000" b="1" i="1" dirty="0" err="1">
                <a:solidFill>
                  <a:schemeClr val="tx2"/>
                </a:solidFill>
              </a:rPr>
              <a:t>Prompt</a:t>
            </a:r>
            <a:r>
              <a:rPr lang="es-ES" sz="2000" dirty="0">
                <a:solidFill>
                  <a:schemeClr val="tx2"/>
                </a:solidFill>
              </a:rPr>
              <a:t>: Cuenta una historia genial (Ambiguo)</a:t>
            </a:r>
          </a:p>
          <a:p>
            <a:pPr lvl="1"/>
            <a:r>
              <a:rPr lang="es-ES" sz="2000" b="1" i="1" dirty="0" err="1">
                <a:solidFill>
                  <a:schemeClr val="tx2"/>
                </a:solidFill>
              </a:rPr>
              <a:t>Prompt</a:t>
            </a:r>
            <a:r>
              <a:rPr lang="es-ES" sz="2000" dirty="0">
                <a:solidFill>
                  <a:schemeClr val="tx2"/>
                </a:solidFill>
              </a:rPr>
              <a:t>: ¿Qué es LLM? (para obtener un concepto)</a:t>
            </a:r>
          </a:p>
          <a:p>
            <a:pPr lvl="1"/>
            <a:r>
              <a:rPr lang="es-ES" sz="2000" b="1" i="1" dirty="0" err="1">
                <a:solidFill>
                  <a:schemeClr val="tx2"/>
                </a:solidFill>
              </a:rPr>
              <a:t>Prompt</a:t>
            </a:r>
            <a:r>
              <a:rPr lang="es-ES" sz="2000" dirty="0">
                <a:solidFill>
                  <a:schemeClr val="tx2"/>
                </a:solidFill>
              </a:rPr>
              <a:t>: Resuma el siguiente texto: [  ………………..]</a:t>
            </a:r>
          </a:p>
          <a:p>
            <a:pPr lvl="1"/>
            <a:r>
              <a:rPr lang="es-ES" sz="2000" b="1" i="1" dirty="0" err="1">
                <a:solidFill>
                  <a:schemeClr val="tx2"/>
                </a:solidFill>
              </a:rPr>
              <a:t>Prompt</a:t>
            </a:r>
            <a:r>
              <a:rPr lang="es-ES" sz="2000" dirty="0">
                <a:solidFill>
                  <a:schemeClr val="tx2"/>
                </a:solidFill>
              </a:rPr>
              <a:t>: Clasifica el texto en neutro, negativo o positivo. Texto: Creo que las vacaciones están bien. Sentimiento:</a:t>
            </a:r>
          </a:p>
          <a:p>
            <a:pPr lvl="1"/>
            <a:endParaRPr lang="es-CO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46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AC8F7-478F-4F24-E309-9733A4CA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/>
          <a:lstStyle/>
          <a:p>
            <a:r>
              <a:rPr lang="es-ES" dirty="0"/>
              <a:t>Elementos de un </a:t>
            </a:r>
            <a:r>
              <a:rPr lang="es-ES" dirty="0" err="1"/>
              <a:t>prompt</a:t>
            </a:r>
            <a:endParaRPr lang="es-CO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178C1A8-3DA5-40D2-5A62-A38810225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2940131"/>
              </p:ext>
            </p:extLst>
          </p:nvPr>
        </p:nvGraphicFramePr>
        <p:xfrm>
          <a:off x="1412568" y="136859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657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017F02-C60E-775B-5B9B-D4F212EA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CO" sz="3600">
                <a:solidFill>
                  <a:schemeClr val="tx2"/>
                </a:solidFill>
              </a:rPr>
              <a:t>Patrón de persona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ACB73-5E90-278D-C839-0A735684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2542" y="796413"/>
            <a:ext cx="6164826" cy="5604387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</a:rPr>
              <a:t>Elementos para utilizar: Persona + Tarea o instrucción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Actúa como [Persona X]. [Tarea o Instrucción Y].</a:t>
            </a:r>
          </a:p>
          <a:p>
            <a:r>
              <a:rPr lang="es-ES" sz="2400" dirty="0">
                <a:solidFill>
                  <a:schemeClr val="tx2"/>
                </a:solidFill>
              </a:rPr>
              <a:t>Ejemplos: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Actúa como un experto en mercadeo. Escribir un mensaje para un cliente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Actúa como un experto en matemáticas. Escribir la definición de probabilidad</a:t>
            </a:r>
            <a:endParaRPr lang="es-CO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143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017F02-C60E-775B-5B9B-D4F212EA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CO" sz="3600" dirty="0">
                <a:solidFill>
                  <a:schemeClr val="tx2"/>
                </a:solidFill>
              </a:rPr>
              <a:t>Patrón de audiencia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ACB73-5E90-278D-C839-0A735684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2542" y="796413"/>
            <a:ext cx="6164826" cy="5604387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</a:rPr>
              <a:t>Elementos para utilizar: Tarea o instrucción + Persona 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Explícame [X]. Asume que soy [Persona Y].</a:t>
            </a:r>
          </a:p>
          <a:p>
            <a:r>
              <a:rPr lang="es-ES" sz="2400" dirty="0">
                <a:solidFill>
                  <a:schemeClr val="tx2"/>
                </a:solidFill>
              </a:rPr>
              <a:t>Ejemplos: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Explícame que es inteligencia artificial. Asume que soy un niño de 5 años</a:t>
            </a:r>
          </a:p>
          <a:p>
            <a:r>
              <a:rPr lang="es-ES" sz="2400" dirty="0">
                <a:solidFill>
                  <a:schemeClr val="tx2"/>
                </a:solidFill>
              </a:rPr>
              <a:t>Muy útil para estudiar</a:t>
            </a:r>
          </a:p>
        </p:txBody>
      </p:sp>
    </p:spTree>
    <p:extLst>
      <p:ext uri="{BB962C8B-B14F-4D97-AF65-F5344CB8AC3E}">
        <p14:creationId xmlns:p14="http://schemas.microsoft.com/office/powerpoint/2010/main" val="995862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017F02-C60E-775B-5B9B-D4F212EA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CO" sz="3600" dirty="0">
                <a:solidFill>
                  <a:schemeClr val="tx2"/>
                </a:solidFill>
              </a:rPr>
              <a:t>Patrón de persona y 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ACB73-5E90-278D-C839-0A735684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2542" y="796413"/>
            <a:ext cx="6164826" cy="5604387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</a:rPr>
              <a:t>Elementos para utilizar: Persona + Tarea o instrucción + Contexto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Actúa como [Persona X]. [Tarea o Instrucción Y].[Contexto]</a:t>
            </a:r>
          </a:p>
          <a:p>
            <a:r>
              <a:rPr lang="es-ES" sz="2400" dirty="0">
                <a:solidFill>
                  <a:schemeClr val="tx2"/>
                </a:solidFill>
              </a:rPr>
              <a:t>Ejemplos: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Actúa como un experto en mercadeo. Escribir un mensaje para un cliente. Para una empresa de ropa de mujeres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Actúa como un experto en matemáticas. Escribir la definición de probabilidad. Donde se den algunos ejemplos de uso</a:t>
            </a:r>
            <a:endParaRPr lang="es-CO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217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017F02-C60E-775B-5B9B-D4F212EA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1243013"/>
            <a:ext cx="4217055" cy="4371974"/>
          </a:xfrm>
        </p:spPr>
        <p:txBody>
          <a:bodyPr>
            <a:normAutofit/>
          </a:bodyPr>
          <a:lstStyle/>
          <a:p>
            <a:r>
              <a:rPr lang="es-CO" sz="3600" dirty="0">
                <a:solidFill>
                  <a:schemeClr val="tx2"/>
                </a:solidFill>
              </a:rPr>
              <a:t>Patrón de interacción invertido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ACB73-5E90-278D-C839-0A735684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2542" y="796413"/>
            <a:ext cx="6164826" cy="5604387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</a:rPr>
              <a:t>Elementos para utilizar: Tarea o instrucción + Contexto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Escribir preguntas para lograr [X].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Hacer preguntas hasta que se cumpla la condición [Y] 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hasta lograr este objetivo 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Hacer N preguntas a la vez</a:t>
            </a:r>
          </a:p>
          <a:p>
            <a:r>
              <a:rPr lang="es-ES" sz="2400" dirty="0">
                <a:solidFill>
                  <a:schemeClr val="tx2"/>
                </a:solidFill>
              </a:rPr>
              <a:t>Ejemplo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Quiero mejorar mis conocimientos de geografía mundial. Hazme preguntas de trivia sobre este tema hasta que haya respondido correctamente 50.</a:t>
            </a:r>
            <a:endParaRPr lang="es-CO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383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017F02-C60E-775B-5B9B-D4F212EA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1243013"/>
            <a:ext cx="4217055" cy="4371974"/>
          </a:xfrm>
        </p:spPr>
        <p:txBody>
          <a:bodyPr>
            <a:normAutofit/>
          </a:bodyPr>
          <a:lstStyle/>
          <a:p>
            <a:r>
              <a:rPr lang="es-CO" sz="3600" dirty="0">
                <a:solidFill>
                  <a:schemeClr val="tx2"/>
                </a:solidFill>
              </a:rPr>
              <a:t>Patrón de tarea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ACB73-5E90-278D-C839-0A735684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2542" y="796413"/>
            <a:ext cx="6164826" cy="5604387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</a:rPr>
              <a:t>Elementos para utilizar: Tarea o instrucción + Contexto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Escribir [X].[Y] </a:t>
            </a:r>
          </a:p>
          <a:p>
            <a:r>
              <a:rPr lang="es-ES" sz="2400" dirty="0">
                <a:solidFill>
                  <a:schemeClr val="tx2"/>
                </a:solidFill>
              </a:rPr>
              <a:t>Ejemplo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Escribir un programa de entrenamiento diario. Para una persona de 82 kilogramos de peso y 58 años de edad</a:t>
            </a:r>
            <a:endParaRPr lang="es-CO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364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ACB65-E79A-B351-FFD2-F5F16AA3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ES" sz="5400"/>
              <a:t>Elementos: formato y tono</a:t>
            </a:r>
            <a:endParaRPr lang="es-CO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FA0750-7603-01CF-2A51-10280049E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s-ES" sz="2200" dirty="0"/>
              <a:t>Formato</a:t>
            </a:r>
          </a:p>
          <a:p>
            <a:pPr lvl="1"/>
            <a:r>
              <a:rPr lang="es-ES" sz="2200" dirty="0"/>
              <a:t>Escribir en formato tabla</a:t>
            </a:r>
          </a:p>
          <a:p>
            <a:pPr lvl="1"/>
            <a:r>
              <a:rPr lang="es-ES" sz="2200" dirty="0"/>
              <a:t>Escribir en formato Excel, Word</a:t>
            </a:r>
          </a:p>
          <a:p>
            <a:pPr lvl="1"/>
            <a:r>
              <a:rPr lang="es-ES" sz="2200" dirty="0"/>
              <a:t>Escribir en formato </a:t>
            </a:r>
            <a:r>
              <a:rPr lang="es-ES" sz="2200" dirty="0" err="1"/>
              <a:t>json</a:t>
            </a:r>
            <a:r>
              <a:rPr lang="es-ES" sz="2200" dirty="0"/>
              <a:t> usando la siguiente estructura: {….}</a:t>
            </a:r>
          </a:p>
          <a:p>
            <a:r>
              <a:rPr lang="es-ES" sz="2200" dirty="0"/>
              <a:t>Tono</a:t>
            </a:r>
          </a:p>
          <a:p>
            <a:pPr lvl="1"/>
            <a:r>
              <a:rPr lang="es-ES" sz="2200" dirty="0"/>
              <a:t>Escribir en tono casual</a:t>
            </a:r>
          </a:p>
          <a:p>
            <a:pPr lvl="1"/>
            <a:r>
              <a:rPr lang="es-ES" sz="2200" dirty="0"/>
              <a:t>Escribir en tono asertivo</a:t>
            </a:r>
          </a:p>
          <a:p>
            <a:pPr lvl="1"/>
            <a:r>
              <a:rPr lang="es-ES" sz="2200" dirty="0"/>
              <a:t>Escribir en un tono profesional</a:t>
            </a:r>
          </a:p>
          <a:p>
            <a:pPr lvl="1"/>
            <a:r>
              <a:rPr lang="es-ES" sz="2200" dirty="0"/>
              <a:t>Escribir en un tono divertido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218463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9A8C8-726B-3B87-6B66-A0F4557A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Algunas reglas útiles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CBFA27-EF9E-5012-7D6C-DBFA7315F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</a:t>
            </a:r>
            <a:r>
              <a:rPr lang="es-ES" b="1" dirty="0"/>
              <a:t>tarea o instrucción </a:t>
            </a:r>
            <a:r>
              <a:rPr lang="es-ES" dirty="0"/>
              <a:t>empezarla con un verbo de acción (escribir, generar, analizar, resumir, clasificar, etc.) y establecer claramente el objetivo final</a:t>
            </a:r>
          </a:p>
          <a:p>
            <a:r>
              <a:rPr lang="es-ES" dirty="0"/>
              <a:t>Cuando el contexto es un contenido largo delimítelo por caracteres especiales que no se repiten dentro del texto como: $$$</a:t>
            </a:r>
          </a:p>
          <a:p>
            <a:pPr lvl="1"/>
            <a:r>
              <a:rPr lang="es-ES" dirty="0"/>
              <a:t>Resumir el siguiente texto delimitado por $$$. Extraer las ideas principales y escribirlas en formato tabla. </a:t>
            </a:r>
          </a:p>
          <a:p>
            <a:pPr marL="457200" lvl="1" indent="0">
              <a:buNone/>
            </a:pPr>
            <a:r>
              <a:rPr lang="es-ES" dirty="0"/>
              <a:t>    $$$    …………….   $$$</a:t>
            </a:r>
          </a:p>
          <a:p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65844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6BAA92ED-CE57-2E42-7B50-F67D3FA0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1243013"/>
            <a:ext cx="4670323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One-shot and Few-shot  prompting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B27FF0-A8E7-D32E-B31D-C4B20C16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5335" y="129165"/>
            <a:ext cx="6741530" cy="6662483"/>
          </a:xfrm>
        </p:spPr>
        <p:txBody>
          <a:bodyPr anchor="ctr">
            <a:normAutofit fontScale="70000" lnSpcReduction="20000"/>
          </a:bodyPr>
          <a:lstStyle/>
          <a:p>
            <a:r>
              <a:rPr lang="es-ES" sz="2600" dirty="0">
                <a:solidFill>
                  <a:schemeClr val="tx2"/>
                </a:solidFill>
              </a:rPr>
              <a:t>Significa que el </a:t>
            </a:r>
            <a:r>
              <a:rPr lang="es-ES" sz="2600" dirty="0" err="1">
                <a:solidFill>
                  <a:schemeClr val="tx2"/>
                </a:solidFill>
              </a:rPr>
              <a:t>prompt</a:t>
            </a:r>
            <a:r>
              <a:rPr lang="es-ES" sz="2600" dirty="0">
                <a:solidFill>
                  <a:schemeClr val="tx2"/>
                </a:solidFill>
              </a:rPr>
              <a:t> utilizado para interactuar con el modelo tiene uno o varios ejemplos. </a:t>
            </a:r>
          </a:p>
          <a:p>
            <a:r>
              <a:rPr lang="es-ES" sz="2600" dirty="0">
                <a:solidFill>
                  <a:schemeClr val="tx2"/>
                </a:solidFill>
              </a:rPr>
              <a:t>El objetivo es guiar las respuestas del modelo, y la efectividad varía según el tamaño del modelo, los datos de entrenamiento y la complejidad de la tarea.</a:t>
            </a:r>
          </a:p>
          <a:p>
            <a:r>
              <a:rPr lang="es-ES" sz="2600" dirty="0">
                <a:solidFill>
                  <a:schemeClr val="tx2"/>
                </a:solidFill>
              </a:rPr>
              <a:t>Ejemplos de </a:t>
            </a:r>
            <a:r>
              <a:rPr lang="es-ES" sz="2600" dirty="0" err="1">
                <a:solidFill>
                  <a:schemeClr val="tx2"/>
                </a:solidFill>
              </a:rPr>
              <a:t>One-shot</a:t>
            </a:r>
            <a:r>
              <a:rPr lang="es-ES" sz="2600" dirty="0">
                <a:solidFill>
                  <a:schemeClr val="tx2"/>
                </a:solidFill>
              </a:rPr>
              <a:t> and </a:t>
            </a:r>
            <a:r>
              <a:rPr lang="es-ES" sz="2600" dirty="0" err="1">
                <a:solidFill>
                  <a:schemeClr val="tx2"/>
                </a:solidFill>
              </a:rPr>
              <a:t>Few-shot</a:t>
            </a:r>
            <a:r>
              <a:rPr lang="es-ES" sz="2600" dirty="0">
                <a:solidFill>
                  <a:schemeClr val="tx2"/>
                </a:solidFill>
              </a:rPr>
              <a:t> </a:t>
            </a:r>
            <a:r>
              <a:rPr lang="es-ES" sz="2600" dirty="0" err="1">
                <a:solidFill>
                  <a:schemeClr val="tx2"/>
                </a:solidFill>
              </a:rPr>
              <a:t>prompting</a:t>
            </a:r>
            <a:r>
              <a:rPr lang="es-ES" sz="2600" dirty="0">
                <a:solidFill>
                  <a:schemeClr val="tx2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es-ES" sz="2200" b="1" dirty="0" err="1">
                <a:solidFill>
                  <a:schemeClr val="tx2"/>
                </a:solidFill>
              </a:rPr>
              <a:t>Prompt</a:t>
            </a:r>
            <a:endParaRPr lang="es-ES" sz="22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Pregunta: ¿Cuál es la capital de los Estados Unidos?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Respuesta: La capital de los Estados Unidos es Washington D.C.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Pregunta: ¿Cuál es la capital de Francia?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Respuesta:</a:t>
            </a:r>
          </a:p>
          <a:p>
            <a:pPr marL="457200" lvl="1" indent="0">
              <a:buNone/>
            </a:pPr>
            <a:r>
              <a:rPr lang="es-ES" sz="2200" b="1" dirty="0" err="1">
                <a:solidFill>
                  <a:schemeClr val="tx2"/>
                </a:solidFill>
              </a:rPr>
              <a:t>Prompt</a:t>
            </a:r>
            <a:endParaRPr lang="es-ES" sz="22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Opinión: "Este producto es increíble, ha superado todas mis expectativas."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Clasificación: Positiva</a:t>
            </a:r>
          </a:p>
          <a:p>
            <a:pPr marL="457200" lvl="1" indent="0">
              <a:buNone/>
            </a:pPr>
            <a:endParaRPr lang="es-E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Opinión: "Estoy muy decepcionado con este producto, no cumplió con lo prometido."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Clasificación: Negativa</a:t>
            </a:r>
          </a:p>
          <a:p>
            <a:pPr marL="457200" lvl="1" indent="0">
              <a:buNone/>
            </a:pPr>
            <a:endParaRPr lang="es-E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Opinión: "Bueno, pero podría mejorar en algunos aspectos."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Clasificación: Positiva</a:t>
            </a:r>
          </a:p>
          <a:p>
            <a:pPr marL="457200" lvl="1" indent="0">
              <a:buNone/>
            </a:pPr>
            <a:endParaRPr lang="es-E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457200" lvl="1" indent="0">
              <a:buNone/>
            </a:pPr>
            <a:endParaRPr lang="es-E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Ahora clasifica la siguiente opinión: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Opinión: "No estoy seguro de si recomendaría este producto, aunque tiene algunas características útiles."</a:t>
            </a:r>
          </a:p>
          <a:p>
            <a:pPr marL="457200" lvl="1" indent="0">
              <a:buNone/>
            </a:pPr>
            <a:r>
              <a:rPr lang="es-E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Clasificación:</a:t>
            </a:r>
          </a:p>
        </p:txBody>
      </p:sp>
    </p:spTree>
    <p:extLst>
      <p:ext uri="{BB962C8B-B14F-4D97-AF65-F5344CB8AC3E}">
        <p14:creationId xmlns:p14="http://schemas.microsoft.com/office/powerpoint/2010/main" val="3094819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61410-D893-D170-F741-18DC4B1A0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CO" dirty="0" err="1"/>
              <a:t>Chain-of-Thought</a:t>
            </a:r>
            <a:r>
              <a:rPr lang="es-CO" dirty="0"/>
              <a:t> (</a:t>
            </a:r>
            <a:r>
              <a:rPr lang="es-CO" dirty="0" err="1"/>
              <a:t>CoT</a:t>
            </a:r>
            <a:r>
              <a:rPr lang="es-CO" dirty="0"/>
              <a:t>) </a:t>
            </a:r>
            <a:r>
              <a:rPr lang="es-CO" dirty="0" err="1"/>
              <a:t>prompting</a:t>
            </a:r>
            <a:endParaRPr lang="es-C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8F4D131-BB46-D06B-2CD0-0743F7E09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78462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4588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358BD8-E493-1AA0-727A-294D318E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27" y="548640"/>
            <a:ext cx="4168181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Chain-of-Thought (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CoT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 prompting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706593-33AB-6442-A88D-FEB00487EA09}"/>
              </a:ext>
            </a:extLst>
          </p:cNvPr>
          <p:cNvSpPr txBox="1"/>
          <p:nvPr/>
        </p:nvSpPr>
        <p:spPr>
          <a:xfrm>
            <a:off x="5072070" y="442452"/>
            <a:ext cx="6846003" cy="60271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Problema: Un granjero tiene 15 manzanas y vende 6 de ellas. Luego, compra 4 manzanas más. ¿Cuántas manzanas tiene el granjero ahora?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CO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Pensamiento en cadena (</a:t>
            </a:r>
            <a:r>
              <a:rPr lang="es-CO" dirty="0" err="1">
                <a:solidFill>
                  <a:schemeClr val="tx1"/>
                </a:solidFill>
              </a:rPr>
              <a:t>Chain-of-Thought</a:t>
            </a:r>
            <a:r>
              <a:rPr lang="es-CO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1. El granjero inicialmente tiene 15 manzanas.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2. El granjero vende 6 manzanas, así que le restamos 6 del total inicial.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   15 - 6 = 9 manzanas.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3. Después de vender, el granjero compra 4 manzanas más.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   A las 9 manzanas que ya tenía, le sumamos 4.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   9 + 4 = 13 manzanas.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4. Por lo tanto, el granjero tiene ahora 13 manzanas.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CO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Solución: El granjero tiene 13 manzanas.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CO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dirty="0">
                <a:solidFill>
                  <a:schemeClr val="tx1"/>
                </a:solidFill>
              </a:rPr>
              <a:t>Problema: En una librería, un libro cuesta $12 y otro $15. Si Ana compra 3 libros del primer tipo y 2 del segundo, ¿cuánto gasta en total?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904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358BD8-E493-1AA0-727A-294D318E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27" y="548640"/>
            <a:ext cx="4168181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Chain-of-Thought (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CoT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 prompting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706593-33AB-6442-A88D-FEB00487EA09}"/>
              </a:ext>
            </a:extLst>
          </p:cNvPr>
          <p:cNvSpPr txBox="1"/>
          <p:nvPr/>
        </p:nvSpPr>
        <p:spPr>
          <a:xfrm>
            <a:off x="5072070" y="415413"/>
            <a:ext cx="6846003" cy="60271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Escríbeme una publicación de LinkedIn basada en el proceso paso a paso y el Medium blog dado a continuación.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Paso 1: cree un gancho de una línea relevante para el blog.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Paso 2: extraiga 3 puntos clave del artículo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Paso 3: comprime cada punto a menos de 50 caracteres.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Paso 4: combine el gancho, los puntos clave comprimidos del Paso 3 y un llamado a la acción.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para generar el resultado final.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/>
                </a:solidFill>
              </a:rPr>
              <a:t>Medium blog : {texto de blog mediano}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930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A6D5C3-EF11-680C-1117-9BAC97CA7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Something-of-Thoughts in LLM Prompting: An Overview of Structured LLM Reasoning</a:t>
            </a:r>
            <a:br>
              <a:rPr lang="en-US" sz="4000" dirty="0"/>
            </a:br>
            <a:r>
              <a:rPr lang="en-US" sz="2000" dirty="0"/>
              <a:t>Chain-of-Thoughts (</a:t>
            </a:r>
            <a:r>
              <a:rPr lang="en-US" sz="2000" dirty="0" err="1"/>
              <a:t>CoT</a:t>
            </a:r>
            <a:r>
              <a:rPr lang="en-US" sz="2000" dirty="0"/>
              <a:t>), Tree-of-Thoughts (</a:t>
            </a:r>
            <a:r>
              <a:rPr lang="en-US" sz="2000" dirty="0" err="1"/>
              <a:t>ToT</a:t>
            </a:r>
            <a:r>
              <a:rPr lang="en-US" sz="2000" dirty="0"/>
              <a:t>), Graph-of-Thoughts (</a:t>
            </a:r>
            <a:r>
              <a:rPr lang="en-US" sz="2000" dirty="0" err="1"/>
              <a:t>GoT</a:t>
            </a:r>
            <a:r>
              <a:rPr lang="en-US" sz="2000" dirty="0"/>
              <a:t>), and beyond, … What are these thoughts?</a:t>
            </a:r>
            <a:endParaRPr lang="es-CO" sz="20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95D378C-6582-9B2F-4FF0-3CB75B4D5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s-CO" sz="2000">
                <a:hlinkClick r:id="rId2"/>
              </a:rPr>
              <a:t>https://towardsdatascience.com/something-of-thought-in-llm-prompting-an-overview-of-structured-llm-reasoning-70302752b390</a:t>
            </a:r>
            <a:r>
              <a:rPr lang="es-CO" sz="200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884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A6D5C3-EF11-680C-1117-9BAC97CA7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The Perfect Prompt: A Prompt Engineering Cheat Sheet</a:t>
            </a:r>
            <a:endParaRPr lang="es-CO" sz="20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95D378C-6582-9B2F-4FF0-3CB75B4D5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s-CO" sz="2000" dirty="0">
                <a:hlinkClick r:id="rId2"/>
              </a:rPr>
              <a:t>https://medium.com/the-generator/the-perfect-prompt-prompt-engineering-cheat-sheet-d0b9c62a2bba</a:t>
            </a:r>
            <a:r>
              <a:rPr lang="es-CO" sz="2000" dirty="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20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A6D5C3-EF11-680C-1117-9BAC97CA7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Mastering Coding Challenges with AI: A Comprehensive Guide to Using ChatGPT Prompts for Coding Tasks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95D378C-6582-9B2F-4FF0-3CB75B4D5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s-CO" sz="2000">
                <a:hlinkClick r:id="rId2"/>
              </a:rPr>
              <a:t>https://www.learnprompt.org/chat-gpt-prompts-for-coding/</a:t>
            </a:r>
            <a:r>
              <a:rPr lang="es-CO" sz="2000"/>
              <a:t> </a:t>
            </a:r>
            <a:endParaRPr lang="es-CO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201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1516</Words>
  <Application>Microsoft Office PowerPoint</Application>
  <PresentationFormat>Widescreen</PresentationFormat>
  <Paragraphs>162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Courier New</vt:lpstr>
      <vt:lpstr>Tema de Office</vt:lpstr>
      <vt:lpstr>Prompt Engineering</vt:lpstr>
      <vt:lpstr>LLM afinados con prompt</vt:lpstr>
      <vt:lpstr>¿Qué es el prompt engineering?</vt:lpstr>
      <vt:lpstr>¿Qué es el Prompt Engineering?</vt:lpstr>
      <vt:lpstr>Tipos de prompts</vt:lpstr>
      <vt:lpstr>The Basics of Prompt, Inference, and Completion</vt:lpstr>
      <vt:lpstr>Temas en los que se está usando el prompt engineering (de 100 casos de uso estudiados)</vt:lpstr>
      <vt:lpstr>Algunos casos de uso utilizados</vt:lpstr>
      <vt:lpstr>Características generales de un buen prompt</vt:lpstr>
      <vt:lpstr>Zero-shot prompting</vt:lpstr>
      <vt:lpstr>Elementos de un prompt</vt:lpstr>
      <vt:lpstr>Patrón de persona</vt:lpstr>
      <vt:lpstr>Patrón de audiencia</vt:lpstr>
      <vt:lpstr>Patrón de persona y contexto</vt:lpstr>
      <vt:lpstr>Patrón de interacción invertido</vt:lpstr>
      <vt:lpstr>Patrón de tarea</vt:lpstr>
      <vt:lpstr>Elementos: formato y tono</vt:lpstr>
      <vt:lpstr>Algunas reglas útiles</vt:lpstr>
      <vt:lpstr>One-shot and Few-shot  prompting</vt:lpstr>
      <vt:lpstr>Chain-of-Thought (CoT) prompting</vt:lpstr>
      <vt:lpstr>Chain-of-Thought (CoT) prompting</vt:lpstr>
      <vt:lpstr>Chain-of-Thought (CoT) prompting</vt:lpstr>
      <vt:lpstr>Something-of-Thoughts in LLM Prompting: An Overview of Structured LLM Reasoning Chain-of-Thoughts (CoT), Tree-of-Thoughts (ToT), Graph-of-Thoughts (GoT), and beyond, … What are these thoughts?</vt:lpstr>
      <vt:lpstr>The Perfect Prompt: A Prompt Engineering Cheat Sheet</vt:lpstr>
      <vt:lpstr>Mastering Coding Challenges with AI: A Comprehensive Guide to Using ChatGPT Prompts for Coding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</dc:title>
  <dc:creator>Jorge Mario Calvo Londono</dc:creator>
  <cp:lastModifiedBy>Norbey Muñoz</cp:lastModifiedBy>
  <cp:revision>43</cp:revision>
  <dcterms:created xsi:type="dcterms:W3CDTF">2024-05-04T20:53:50Z</dcterms:created>
  <dcterms:modified xsi:type="dcterms:W3CDTF">2026-03-08T19:34:55Z</dcterms:modified>
</cp:coreProperties>
</file>