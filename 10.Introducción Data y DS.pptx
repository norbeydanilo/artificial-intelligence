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4"/>
  </p:notesMasterIdLst>
  <p:sldIdLst>
    <p:sldId id="1364" r:id="rId2"/>
    <p:sldId id="260" r:id="rId3"/>
    <p:sldId id="262" r:id="rId4"/>
    <p:sldId id="1362" r:id="rId5"/>
    <p:sldId id="1300" r:id="rId6"/>
    <p:sldId id="1301" r:id="rId7"/>
    <p:sldId id="1273" r:id="rId8"/>
    <p:sldId id="1302" r:id="rId9"/>
    <p:sldId id="1303" r:id="rId10"/>
    <p:sldId id="1365" r:id="rId11"/>
    <p:sldId id="1367" r:id="rId12"/>
    <p:sldId id="1306" r:id="rId13"/>
    <p:sldId id="1321" r:id="rId14"/>
    <p:sldId id="549" r:id="rId15"/>
    <p:sldId id="512" r:id="rId16"/>
    <p:sldId id="1308" r:id="rId17"/>
    <p:sldId id="1322" r:id="rId18"/>
    <p:sldId id="552" r:id="rId19"/>
    <p:sldId id="411" r:id="rId20"/>
    <p:sldId id="1320" r:id="rId21"/>
    <p:sldId id="545" r:id="rId22"/>
    <p:sldId id="553" r:id="rId23"/>
    <p:sldId id="1280" r:id="rId24"/>
    <p:sldId id="670" r:id="rId25"/>
    <p:sldId id="671" r:id="rId26"/>
    <p:sldId id="672" r:id="rId27"/>
    <p:sldId id="674" r:id="rId28"/>
    <p:sldId id="691" r:id="rId29"/>
    <p:sldId id="604" r:id="rId30"/>
    <p:sldId id="1323" r:id="rId31"/>
    <p:sldId id="1324" r:id="rId32"/>
    <p:sldId id="1325" r:id="rId33"/>
    <p:sldId id="1326" r:id="rId34"/>
    <p:sldId id="1312" r:id="rId35"/>
    <p:sldId id="1310" r:id="rId36"/>
    <p:sldId id="1313" r:id="rId37"/>
    <p:sldId id="598" r:id="rId38"/>
    <p:sldId id="1333" r:id="rId39"/>
    <p:sldId id="1334" r:id="rId40"/>
    <p:sldId id="547" r:id="rId41"/>
    <p:sldId id="1329" r:id="rId42"/>
    <p:sldId id="497" r:id="rId43"/>
    <p:sldId id="372" r:id="rId44"/>
    <p:sldId id="373" r:id="rId45"/>
    <p:sldId id="375" r:id="rId46"/>
    <p:sldId id="1330" r:id="rId47"/>
    <p:sldId id="1331" r:id="rId48"/>
    <p:sldId id="1335" r:id="rId49"/>
    <p:sldId id="1337" r:id="rId50"/>
    <p:sldId id="1336" r:id="rId51"/>
    <p:sldId id="1338" r:id="rId52"/>
    <p:sldId id="482" r:id="rId53"/>
    <p:sldId id="621" r:id="rId54"/>
    <p:sldId id="568" r:id="rId55"/>
    <p:sldId id="377" r:id="rId56"/>
    <p:sldId id="374" r:id="rId57"/>
    <p:sldId id="376" r:id="rId58"/>
    <p:sldId id="421" r:id="rId59"/>
    <p:sldId id="1339" r:id="rId60"/>
    <p:sldId id="1342" r:id="rId61"/>
    <p:sldId id="1341" r:id="rId62"/>
    <p:sldId id="1328" r:id="rId63"/>
    <p:sldId id="487" r:id="rId64"/>
    <p:sldId id="464" r:id="rId65"/>
    <p:sldId id="457" r:id="rId66"/>
    <p:sldId id="441" r:id="rId67"/>
    <p:sldId id="465" r:id="rId68"/>
    <p:sldId id="515" r:id="rId69"/>
    <p:sldId id="1361" r:id="rId70"/>
    <p:sldId id="1343" r:id="rId71"/>
    <p:sldId id="1344" r:id="rId72"/>
    <p:sldId id="1345" r:id="rId73"/>
    <p:sldId id="1346" r:id="rId74"/>
    <p:sldId id="1347" r:id="rId75"/>
    <p:sldId id="1348" r:id="rId76"/>
    <p:sldId id="1349" r:id="rId77"/>
    <p:sldId id="614" r:id="rId78"/>
    <p:sldId id="615" r:id="rId79"/>
    <p:sldId id="616" r:id="rId80"/>
    <p:sldId id="1350" r:id="rId81"/>
    <p:sldId id="618" r:id="rId82"/>
    <p:sldId id="623" r:id="rId83"/>
    <p:sldId id="1351" r:id="rId84"/>
    <p:sldId id="1332" r:id="rId85"/>
    <p:sldId id="518" r:id="rId86"/>
    <p:sldId id="474" r:id="rId87"/>
    <p:sldId id="1352" r:id="rId88"/>
    <p:sldId id="471" r:id="rId89"/>
    <p:sldId id="612" r:id="rId90"/>
    <p:sldId id="613" r:id="rId91"/>
    <p:sldId id="584" r:id="rId92"/>
    <p:sldId id="1353" r:id="rId93"/>
    <p:sldId id="1354" r:id="rId94"/>
    <p:sldId id="319" r:id="rId95"/>
    <p:sldId id="1357" r:id="rId96"/>
    <p:sldId id="641" r:id="rId97"/>
    <p:sldId id="1358" r:id="rId98"/>
    <p:sldId id="302" r:id="rId99"/>
    <p:sldId id="312" r:id="rId100"/>
    <p:sldId id="1355" r:id="rId101"/>
    <p:sldId id="1356" r:id="rId102"/>
    <p:sldId id="1359" r:id="rId10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E85AA6-77CE-4E48-B6A4-656A25D39B96}" v="1" dt="2024-10-23T15:03:01.08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6/11/relationships/changesInfo" Target="changesInfos/changesInfo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Danilo Munoz Canon" userId="ff23c1e0-34c7-40fc-8aeb-24f45ddc11cf" providerId="ADAL" clId="{CE49930A-3C2A-43EB-A1B0-D96BF849B7DA}"/>
    <pc:docChg chg="delSld modSld">
      <pc:chgData name="Norbey Danilo Munoz Canon" userId="ff23c1e0-34c7-40fc-8aeb-24f45ddc11cf" providerId="ADAL" clId="{CE49930A-3C2A-43EB-A1B0-D96BF849B7DA}" dt="2022-10-14T23:19:53.946" v="10" actId="47"/>
      <pc:docMkLst>
        <pc:docMk/>
      </pc:docMkLst>
      <pc:sldChg chg="del">
        <pc:chgData name="Norbey Danilo Munoz Canon" userId="ff23c1e0-34c7-40fc-8aeb-24f45ddc11cf" providerId="ADAL" clId="{CE49930A-3C2A-43EB-A1B0-D96BF849B7DA}" dt="2022-10-14T23:18:49.780" v="0" actId="47"/>
        <pc:sldMkLst>
          <pc:docMk/>
          <pc:sldMk cId="153103742" sldId="256"/>
        </pc:sldMkLst>
      </pc:sldChg>
      <pc:sldChg chg="del">
        <pc:chgData name="Norbey Danilo Munoz Canon" userId="ff23c1e0-34c7-40fc-8aeb-24f45ddc11cf" providerId="ADAL" clId="{CE49930A-3C2A-43EB-A1B0-D96BF849B7DA}" dt="2022-10-14T23:19:01.653" v="2" actId="47"/>
        <pc:sldMkLst>
          <pc:docMk/>
          <pc:sldMk cId="3918541586" sldId="257"/>
        </pc:sldMkLst>
      </pc:sldChg>
      <pc:sldChg chg="del">
        <pc:chgData name="Norbey Danilo Munoz Canon" userId="ff23c1e0-34c7-40fc-8aeb-24f45ddc11cf" providerId="ADAL" clId="{CE49930A-3C2A-43EB-A1B0-D96BF849B7DA}" dt="2022-10-14T23:19:03.255" v="3" actId="47"/>
        <pc:sldMkLst>
          <pc:docMk/>
          <pc:sldMk cId="2863632595" sldId="258"/>
        </pc:sldMkLst>
      </pc:sldChg>
      <pc:sldChg chg="del">
        <pc:chgData name="Norbey Danilo Munoz Canon" userId="ff23c1e0-34c7-40fc-8aeb-24f45ddc11cf" providerId="ADAL" clId="{CE49930A-3C2A-43EB-A1B0-D96BF849B7DA}" dt="2022-10-14T23:19:10.512" v="4" actId="47"/>
        <pc:sldMkLst>
          <pc:docMk/>
          <pc:sldMk cId="2742737075" sldId="259"/>
        </pc:sldMkLst>
      </pc:sldChg>
      <pc:sldChg chg="del">
        <pc:chgData name="Norbey Danilo Munoz Canon" userId="ff23c1e0-34c7-40fc-8aeb-24f45ddc11cf" providerId="ADAL" clId="{CE49930A-3C2A-43EB-A1B0-D96BF849B7DA}" dt="2022-10-14T23:19:53.946" v="10" actId="47"/>
        <pc:sldMkLst>
          <pc:docMk/>
          <pc:sldMk cId="1021127134" sldId="546"/>
        </pc:sldMkLst>
      </pc:sldChg>
      <pc:sldChg chg="modSp mod">
        <pc:chgData name="Norbey Danilo Munoz Canon" userId="ff23c1e0-34c7-40fc-8aeb-24f45ddc11cf" providerId="ADAL" clId="{CE49930A-3C2A-43EB-A1B0-D96BF849B7DA}" dt="2022-10-14T23:19:38.297" v="8" actId="20577"/>
        <pc:sldMkLst>
          <pc:docMk/>
          <pc:sldMk cId="634377057" sldId="1302"/>
        </pc:sldMkLst>
        <pc:spChg chg="mod">
          <ac:chgData name="Norbey Danilo Munoz Canon" userId="ff23c1e0-34c7-40fc-8aeb-24f45ddc11cf" providerId="ADAL" clId="{CE49930A-3C2A-43EB-A1B0-D96BF849B7DA}" dt="2022-10-14T23:19:38.297" v="8" actId="20577"/>
          <ac:spMkLst>
            <pc:docMk/>
            <pc:sldMk cId="634377057" sldId="1302"/>
            <ac:spMk id="2" creationId="{588C029E-A5A2-4A07-801F-691BFF723000}"/>
          </ac:spMkLst>
        </pc:spChg>
      </pc:sldChg>
      <pc:sldChg chg="del">
        <pc:chgData name="Norbey Danilo Munoz Canon" userId="ff23c1e0-34c7-40fc-8aeb-24f45ddc11cf" providerId="ADAL" clId="{CE49930A-3C2A-43EB-A1B0-D96BF849B7DA}" dt="2022-10-14T23:19:33.204" v="5" actId="47"/>
        <pc:sldMkLst>
          <pc:docMk/>
          <pc:sldMk cId="368591545" sldId="1305"/>
        </pc:sldMkLst>
      </pc:sldChg>
      <pc:sldChg chg="del">
        <pc:chgData name="Norbey Danilo Munoz Canon" userId="ff23c1e0-34c7-40fc-8aeb-24f45ddc11cf" providerId="ADAL" clId="{CE49930A-3C2A-43EB-A1B0-D96BF849B7DA}" dt="2022-10-14T23:19:53.227" v="9" actId="47"/>
        <pc:sldMkLst>
          <pc:docMk/>
          <pc:sldMk cId="2217612252" sldId="1360"/>
        </pc:sldMkLst>
      </pc:sldChg>
      <pc:sldChg chg="del">
        <pc:chgData name="Norbey Danilo Munoz Canon" userId="ff23c1e0-34c7-40fc-8aeb-24f45ddc11cf" providerId="ADAL" clId="{CE49930A-3C2A-43EB-A1B0-D96BF849B7DA}" dt="2022-10-14T23:18:55.976" v="1" actId="47"/>
        <pc:sldMkLst>
          <pc:docMk/>
          <pc:sldMk cId="1227673267" sldId="1363"/>
        </pc:sldMkLst>
      </pc:sldChg>
    </pc:docChg>
  </pc:docChgLst>
  <pc:docChgLst>
    <pc:chgData name="NORBEY DANILO MUÑOZ CAÑON" userId="S::ndmunozc@udistrital.edu.co::29f64d73-8b12-4c53-a9f3-1c223397a229" providerId="AD" clId="Web-{30FA0592-0C85-CD8D-8D60-395F4EA7D1B9}"/>
    <pc:docChg chg="modSld">
      <pc:chgData name="NORBEY DANILO MUÑOZ CAÑON" userId="S::ndmunozc@udistrital.edu.co::29f64d73-8b12-4c53-a9f3-1c223397a229" providerId="AD" clId="Web-{30FA0592-0C85-CD8D-8D60-395F4EA7D1B9}" dt="2024-04-22T03:02:03.656" v="63" actId="20577"/>
      <pc:docMkLst>
        <pc:docMk/>
      </pc:docMkLst>
      <pc:sldChg chg="modNotes">
        <pc:chgData name="NORBEY DANILO MUÑOZ CAÑON" userId="S::ndmunozc@udistrital.edu.co::29f64d73-8b12-4c53-a9f3-1c223397a229" providerId="AD" clId="Web-{30FA0592-0C85-CD8D-8D60-395F4EA7D1B9}" dt="2024-04-22T02:47:10.531" v="10"/>
        <pc:sldMkLst>
          <pc:docMk/>
          <pc:sldMk cId="1029569218" sldId="262"/>
        </pc:sldMkLst>
      </pc:sldChg>
      <pc:sldChg chg="modSp">
        <pc:chgData name="NORBEY DANILO MUÑOZ CAÑON" userId="S::ndmunozc@udistrital.edu.co::29f64d73-8b12-4c53-a9f3-1c223397a229" providerId="AD" clId="Web-{30FA0592-0C85-CD8D-8D60-395F4EA7D1B9}" dt="2024-04-22T03:02:03.656" v="63" actId="20577"/>
        <pc:sldMkLst>
          <pc:docMk/>
          <pc:sldMk cId="1010925764" sldId="372"/>
        </pc:sldMkLst>
        <pc:spChg chg="mod">
          <ac:chgData name="NORBEY DANILO MUÑOZ CAÑON" userId="S::ndmunozc@udistrital.edu.co::29f64d73-8b12-4c53-a9f3-1c223397a229" providerId="AD" clId="Web-{30FA0592-0C85-CD8D-8D60-395F4EA7D1B9}" dt="2024-04-22T03:02:03.656" v="63" actId="20577"/>
          <ac:spMkLst>
            <pc:docMk/>
            <pc:sldMk cId="1010925764" sldId="372"/>
            <ac:spMk id="3" creationId="{00000000-0000-0000-0000-000000000000}"/>
          </ac:spMkLst>
        </pc:spChg>
      </pc:sldChg>
      <pc:sldChg chg="modSp">
        <pc:chgData name="NORBEY DANILO MUÑOZ CAÑON" userId="S::ndmunozc@udistrital.edu.co::29f64d73-8b12-4c53-a9f3-1c223397a229" providerId="AD" clId="Web-{30FA0592-0C85-CD8D-8D60-395F4EA7D1B9}" dt="2024-04-22T03:01:56.453" v="62" actId="20577"/>
        <pc:sldMkLst>
          <pc:docMk/>
          <pc:sldMk cId="1934247731" sldId="373"/>
        </pc:sldMkLst>
        <pc:spChg chg="mod">
          <ac:chgData name="NORBEY DANILO MUÑOZ CAÑON" userId="S::ndmunozc@udistrital.edu.co::29f64d73-8b12-4c53-a9f3-1c223397a229" providerId="AD" clId="Web-{30FA0592-0C85-CD8D-8D60-395F4EA7D1B9}" dt="2024-04-22T03:01:56.453" v="62" actId="20577"/>
          <ac:spMkLst>
            <pc:docMk/>
            <pc:sldMk cId="1934247731" sldId="373"/>
            <ac:spMk id="3" creationId="{00000000-0000-0000-0000-000000000000}"/>
          </ac:spMkLst>
        </pc:spChg>
      </pc:sldChg>
      <pc:sldChg chg="mod modShow">
        <pc:chgData name="NORBEY DANILO MUÑOZ CAÑON" userId="S::ndmunozc@udistrital.edu.co::29f64d73-8b12-4c53-a9f3-1c223397a229" providerId="AD" clId="Web-{30FA0592-0C85-CD8D-8D60-395F4EA7D1B9}" dt="2024-04-22T02:55:26.212" v="29"/>
        <pc:sldMkLst>
          <pc:docMk/>
          <pc:sldMk cId="3107005021" sldId="515"/>
        </pc:sldMkLst>
      </pc:sldChg>
      <pc:sldChg chg="modSp">
        <pc:chgData name="NORBEY DANILO MUÑOZ CAÑON" userId="S::ndmunozc@udistrital.edu.co::29f64d73-8b12-4c53-a9f3-1c223397a229" providerId="AD" clId="Web-{30FA0592-0C85-CD8D-8D60-395F4EA7D1B9}" dt="2024-04-22T02:50:18.144" v="18" actId="20577"/>
        <pc:sldMkLst>
          <pc:docMk/>
          <pc:sldMk cId="699275063" sldId="552"/>
        </pc:sldMkLst>
        <pc:spChg chg="mod">
          <ac:chgData name="NORBEY DANILO MUÑOZ CAÑON" userId="S::ndmunozc@udistrital.edu.co::29f64d73-8b12-4c53-a9f3-1c223397a229" providerId="AD" clId="Web-{30FA0592-0C85-CD8D-8D60-395F4EA7D1B9}" dt="2024-04-22T02:50:18.144" v="18" actId="20577"/>
          <ac:spMkLst>
            <pc:docMk/>
            <pc:sldMk cId="699275063" sldId="552"/>
            <ac:spMk id="4" creationId="{40BAA239-94ED-415E-9092-47C820F0BCB5}"/>
          </ac:spMkLst>
        </pc:spChg>
      </pc:sldChg>
      <pc:sldChg chg="mod modShow">
        <pc:chgData name="NORBEY DANILO MUÑOZ CAÑON" userId="S::ndmunozc@udistrital.edu.co::29f64d73-8b12-4c53-a9f3-1c223397a229" providerId="AD" clId="Web-{30FA0592-0C85-CD8D-8D60-395F4EA7D1B9}" dt="2024-04-22T02:58:07.152" v="38"/>
        <pc:sldMkLst>
          <pc:docMk/>
          <pc:sldMk cId="1297550328" sldId="584"/>
        </pc:sldMkLst>
      </pc:sldChg>
      <pc:sldChg chg="mod modShow">
        <pc:chgData name="NORBEY DANILO MUÑOZ CAÑON" userId="S::ndmunozc@udistrital.edu.co::29f64d73-8b12-4c53-a9f3-1c223397a229" providerId="AD" clId="Web-{30FA0592-0C85-CD8D-8D60-395F4EA7D1B9}" dt="2024-04-22T02:59:16.231" v="42"/>
        <pc:sldMkLst>
          <pc:docMk/>
          <pc:sldMk cId="2457863590" sldId="612"/>
        </pc:sldMkLst>
      </pc:sldChg>
      <pc:sldChg chg="mod modShow">
        <pc:chgData name="NORBEY DANILO MUÑOZ CAÑON" userId="S::ndmunozc@udistrital.edu.co::29f64d73-8b12-4c53-a9f3-1c223397a229" providerId="AD" clId="Web-{30FA0592-0C85-CD8D-8D60-395F4EA7D1B9}" dt="2024-04-22T02:58:07.121" v="37"/>
        <pc:sldMkLst>
          <pc:docMk/>
          <pc:sldMk cId="84905798" sldId="613"/>
        </pc:sldMkLst>
      </pc:sldChg>
      <pc:sldChg chg="modSp">
        <pc:chgData name="NORBEY DANILO MUÑOZ CAÑON" userId="S::ndmunozc@udistrital.edu.co::29f64d73-8b12-4c53-a9f3-1c223397a229" providerId="AD" clId="Web-{30FA0592-0C85-CD8D-8D60-395F4EA7D1B9}" dt="2024-04-22T02:51:25.457" v="20" actId="20577"/>
        <pc:sldMkLst>
          <pc:docMk/>
          <pc:sldMk cId="2491795036" sldId="691"/>
        </pc:sldMkLst>
        <pc:spChg chg="mod">
          <ac:chgData name="NORBEY DANILO MUÑOZ CAÑON" userId="S::ndmunozc@udistrital.edu.co::29f64d73-8b12-4c53-a9f3-1c223397a229" providerId="AD" clId="Web-{30FA0592-0C85-CD8D-8D60-395F4EA7D1B9}" dt="2024-04-22T02:51:25.457" v="20" actId="20577"/>
          <ac:spMkLst>
            <pc:docMk/>
            <pc:sldMk cId="2491795036" sldId="691"/>
            <ac:spMk id="2" creationId="{06482C4B-1F74-422A-9230-D6C23D78E14F}"/>
          </ac:spMkLst>
        </pc:spChg>
      </pc:sldChg>
      <pc:sldChg chg="mod modShow">
        <pc:chgData name="NORBEY DANILO MUÑOZ CAÑON" userId="S::ndmunozc@udistrital.edu.co::29f64d73-8b12-4c53-a9f3-1c223397a229" providerId="AD" clId="Web-{30FA0592-0C85-CD8D-8D60-395F4EA7D1B9}" dt="2024-04-22T02:53:05.006" v="21"/>
        <pc:sldMkLst>
          <pc:docMk/>
          <pc:sldMk cId="3353779014" sldId="1282"/>
        </pc:sldMkLst>
      </pc:sldChg>
      <pc:sldChg chg="modSp">
        <pc:chgData name="NORBEY DANILO MUÑOZ CAÑON" userId="S::ndmunozc@udistrital.edu.co::29f64d73-8b12-4c53-a9f3-1c223397a229" providerId="AD" clId="Web-{30FA0592-0C85-CD8D-8D60-395F4EA7D1B9}" dt="2024-04-22T02:48:43.329" v="15" actId="20577"/>
        <pc:sldMkLst>
          <pc:docMk/>
          <pc:sldMk cId="1428885530" sldId="1300"/>
        </pc:sldMkLst>
        <pc:spChg chg="mod">
          <ac:chgData name="NORBEY DANILO MUÑOZ CAÑON" userId="S::ndmunozc@udistrital.edu.co::29f64d73-8b12-4c53-a9f3-1c223397a229" providerId="AD" clId="Web-{30FA0592-0C85-CD8D-8D60-395F4EA7D1B9}" dt="2024-04-22T02:48:43.329" v="15" actId="20577"/>
          <ac:spMkLst>
            <pc:docMk/>
            <pc:sldMk cId="1428885530" sldId="1300"/>
            <ac:spMk id="4" creationId="{747FC637-FBA1-4F4F-9B3D-FBAA5898B43D}"/>
          </ac:spMkLst>
        </pc:spChg>
      </pc:sldChg>
      <pc:sldChg chg="modSp">
        <pc:chgData name="NORBEY DANILO MUÑOZ CAÑON" userId="S::ndmunozc@udistrital.edu.co::29f64d73-8b12-4c53-a9f3-1c223397a229" providerId="AD" clId="Web-{30FA0592-0C85-CD8D-8D60-395F4EA7D1B9}" dt="2024-04-22T02:49:39.471" v="16" actId="20577"/>
        <pc:sldMkLst>
          <pc:docMk/>
          <pc:sldMk cId="2418899519" sldId="1306"/>
        </pc:sldMkLst>
        <pc:spChg chg="mod">
          <ac:chgData name="NORBEY DANILO MUÑOZ CAÑON" userId="S::ndmunozc@udistrital.edu.co::29f64d73-8b12-4c53-a9f3-1c223397a229" providerId="AD" clId="Web-{30FA0592-0C85-CD8D-8D60-395F4EA7D1B9}" dt="2024-04-22T02:49:39.471" v="16" actId="20577"/>
          <ac:spMkLst>
            <pc:docMk/>
            <pc:sldMk cId="2418899519" sldId="1306"/>
            <ac:spMk id="6" creationId="{097EF619-2101-4B39-8BB1-B45EE01B75C2}"/>
          </ac:spMkLst>
        </pc:spChg>
      </pc:sldChg>
      <pc:sldChg chg="mod modShow">
        <pc:chgData name="NORBEY DANILO MUÑOZ CAÑON" userId="S::ndmunozc@udistrital.edu.co::29f64d73-8b12-4c53-a9f3-1c223397a229" providerId="AD" clId="Web-{30FA0592-0C85-CD8D-8D60-395F4EA7D1B9}" dt="2024-04-22T02:53:13.209" v="22"/>
        <pc:sldMkLst>
          <pc:docMk/>
          <pc:sldMk cId="1711080715" sldId="1327"/>
        </pc:sldMkLst>
      </pc:sldChg>
      <pc:sldChg chg="modSp">
        <pc:chgData name="NORBEY DANILO MUÑOZ CAÑON" userId="S::ndmunozc@udistrital.edu.co::29f64d73-8b12-4c53-a9f3-1c223397a229" providerId="AD" clId="Web-{30FA0592-0C85-CD8D-8D60-395F4EA7D1B9}" dt="2024-04-22T03:01:38.406" v="52" actId="20577"/>
        <pc:sldMkLst>
          <pc:docMk/>
          <pc:sldMk cId="1859601706" sldId="1330"/>
        </pc:sldMkLst>
        <pc:spChg chg="mod">
          <ac:chgData name="NORBEY DANILO MUÑOZ CAÑON" userId="S::ndmunozc@udistrital.edu.co::29f64d73-8b12-4c53-a9f3-1c223397a229" providerId="AD" clId="Web-{30FA0592-0C85-CD8D-8D60-395F4EA7D1B9}" dt="2024-04-22T03:01:38.406" v="52" actId="20577"/>
          <ac:spMkLst>
            <pc:docMk/>
            <pc:sldMk cId="1859601706" sldId="1330"/>
            <ac:spMk id="3" creationId="{C22CA73B-7C24-4F8B-A5D8-C127117EB04B}"/>
          </ac:spMkLst>
        </pc:spChg>
      </pc:sldChg>
      <pc:sldChg chg="modSp">
        <pc:chgData name="NORBEY DANILO MUÑOZ CAÑON" userId="S::ndmunozc@udistrital.edu.co::29f64d73-8b12-4c53-a9f3-1c223397a229" providerId="AD" clId="Web-{30FA0592-0C85-CD8D-8D60-395F4EA7D1B9}" dt="2024-04-22T02:54:20.554" v="28" actId="20577"/>
        <pc:sldMkLst>
          <pc:docMk/>
          <pc:sldMk cId="3157037647" sldId="1338"/>
        </pc:sldMkLst>
        <pc:spChg chg="mod">
          <ac:chgData name="NORBEY DANILO MUÑOZ CAÑON" userId="S::ndmunozc@udistrital.edu.co::29f64d73-8b12-4c53-a9f3-1c223397a229" providerId="AD" clId="Web-{30FA0592-0C85-CD8D-8D60-395F4EA7D1B9}" dt="2024-04-22T02:54:20.554" v="28" actId="20577"/>
          <ac:spMkLst>
            <pc:docMk/>
            <pc:sldMk cId="3157037647" sldId="1338"/>
            <ac:spMk id="3" creationId="{034308E2-9126-4034-A1BA-C4CF01E48151}"/>
          </ac:spMkLst>
        </pc:spChg>
      </pc:sldChg>
      <pc:sldChg chg="modSp">
        <pc:chgData name="NORBEY DANILO MUÑOZ CAÑON" userId="S::ndmunozc@udistrital.edu.co::29f64d73-8b12-4c53-a9f3-1c223397a229" providerId="AD" clId="Web-{30FA0592-0C85-CD8D-8D60-395F4EA7D1B9}" dt="2024-04-22T03:01:20.796" v="50" actId="20577"/>
        <pc:sldMkLst>
          <pc:docMk/>
          <pc:sldMk cId="2072898887" sldId="1342"/>
        </pc:sldMkLst>
        <pc:spChg chg="mod">
          <ac:chgData name="NORBEY DANILO MUÑOZ CAÑON" userId="S::ndmunozc@udistrital.edu.co::29f64d73-8b12-4c53-a9f3-1c223397a229" providerId="AD" clId="Web-{30FA0592-0C85-CD8D-8D60-395F4EA7D1B9}" dt="2024-04-22T03:01:20.796" v="50" actId="20577"/>
          <ac:spMkLst>
            <pc:docMk/>
            <pc:sldMk cId="2072898887" sldId="1342"/>
            <ac:spMk id="3" creationId="{C22CA73B-7C24-4F8B-A5D8-C127117EB04B}"/>
          </ac:spMkLst>
        </pc:spChg>
      </pc:sldChg>
      <pc:sldChg chg="mod modShow">
        <pc:chgData name="NORBEY DANILO MUÑOZ CAÑON" userId="S::ndmunozc@udistrital.edu.co::29f64d73-8b12-4c53-a9f3-1c223397a229" providerId="AD" clId="Web-{30FA0592-0C85-CD8D-8D60-395F4EA7D1B9}" dt="2024-04-22T02:55:42.071" v="31"/>
        <pc:sldMkLst>
          <pc:docMk/>
          <pc:sldMk cId="3846513505" sldId="1344"/>
        </pc:sldMkLst>
      </pc:sldChg>
      <pc:sldChg chg="mod modShow">
        <pc:chgData name="NORBEY DANILO MUÑOZ CAÑON" userId="S::ndmunozc@udistrital.edu.co::29f64d73-8b12-4c53-a9f3-1c223397a229" providerId="AD" clId="Web-{30FA0592-0C85-CD8D-8D60-395F4EA7D1B9}" dt="2024-04-22T02:56:12.853" v="32"/>
        <pc:sldMkLst>
          <pc:docMk/>
          <pc:sldMk cId="1177546348" sldId="1346"/>
        </pc:sldMkLst>
      </pc:sldChg>
      <pc:sldChg chg="modSp mod modShow">
        <pc:chgData name="NORBEY DANILO MUÑOZ CAÑON" userId="S::ndmunozc@udistrital.edu.co::29f64d73-8b12-4c53-a9f3-1c223397a229" providerId="AD" clId="Web-{30FA0592-0C85-CD8D-8D60-395F4EA7D1B9}" dt="2024-04-22T03:01:02.640" v="48" actId="20577"/>
        <pc:sldMkLst>
          <pc:docMk/>
          <pc:sldMk cId="1967493125" sldId="1347"/>
        </pc:sldMkLst>
        <pc:spChg chg="mod">
          <ac:chgData name="NORBEY DANILO MUÑOZ CAÑON" userId="S::ndmunozc@udistrital.edu.co::29f64d73-8b12-4c53-a9f3-1c223397a229" providerId="AD" clId="Web-{30FA0592-0C85-CD8D-8D60-395F4EA7D1B9}" dt="2024-04-22T03:01:02.640" v="48" actId="20577"/>
          <ac:spMkLst>
            <pc:docMk/>
            <pc:sldMk cId="1967493125" sldId="1347"/>
            <ac:spMk id="3" creationId="{C22CA73B-7C24-4F8B-A5D8-C127117EB04B}"/>
          </ac:spMkLst>
        </pc:spChg>
      </pc:sldChg>
      <pc:sldChg chg="mod modShow">
        <pc:chgData name="NORBEY DANILO MUÑOZ CAÑON" userId="S::ndmunozc@udistrital.edu.co::29f64d73-8b12-4c53-a9f3-1c223397a229" providerId="AD" clId="Web-{30FA0592-0C85-CD8D-8D60-395F4EA7D1B9}" dt="2024-04-22T02:56:18.806" v="34"/>
        <pc:sldMkLst>
          <pc:docMk/>
          <pc:sldMk cId="1280523772" sldId="1348"/>
        </pc:sldMkLst>
      </pc:sldChg>
      <pc:sldChg chg="mod modShow">
        <pc:chgData name="NORBEY DANILO MUÑOZ CAÑON" userId="S::ndmunozc@udistrital.edu.co::29f64d73-8b12-4c53-a9f3-1c223397a229" providerId="AD" clId="Web-{30FA0592-0C85-CD8D-8D60-395F4EA7D1B9}" dt="2024-04-22T02:58:07.043" v="35"/>
        <pc:sldMkLst>
          <pc:docMk/>
          <pc:sldMk cId="737332130" sldId="1351"/>
        </pc:sldMkLst>
      </pc:sldChg>
      <pc:sldChg chg="modSp">
        <pc:chgData name="NORBEY DANILO MUÑOZ CAÑON" userId="S::ndmunozc@udistrital.edu.co::29f64d73-8b12-4c53-a9f3-1c223397a229" providerId="AD" clId="Web-{30FA0592-0C85-CD8D-8D60-395F4EA7D1B9}" dt="2024-04-22T03:00:41.905" v="46" actId="20577"/>
        <pc:sldMkLst>
          <pc:docMk/>
          <pc:sldMk cId="383988783" sldId="1352"/>
        </pc:sldMkLst>
        <pc:spChg chg="mod">
          <ac:chgData name="NORBEY DANILO MUÑOZ CAÑON" userId="S::ndmunozc@udistrital.edu.co::29f64d73-8b12-4c53-a9f3-1c223397a229" providerId="AD" clId="Web-{30FA0592-0C85-CD8D-8D60-395F4EA7D1B9}" dt="2024-04-22T03:00:41.905" v="46" actId="20577"/>
          <ac:spMkLst>
            <pc:docMk/>
            <pc:sldMk cId="383988783" sldId="1352"/>
            <ac:spMk id="2" creationId="{C2F4DA32-DA73-413A-8C14-18BF1DD7F499}"/>
          </ac:spMkLst>
        </pc:spChg>
      </pc:sldChg>
      <pc:sldChg chg="mod modShow">
        <pc:chgData name="NORBEY DANILO MUÑOZ CAÑON" userId="S::ndmunozc@udistrital.edu.co::29f64d73-8b12-4c53-a9f3-1c223397a229" providerId="AD" clId="Web-{30FA0592-0C85-CD8D-8D60-395F4EA7D1B9}" dt="2024-04-22T02:58:07.215" v="39"/>
        <pc:sldMkLst>
          <pc:docMk/>
          <pc:sldMk cId="2402715272" sldId="1353"/>
        </pc:sldMkLst>
      </pc:sldChg>
      <pc:sldChg chg="modSp">
        <pc:chgData name="NORBEY DANILO MUÑOZ CAÑON" userId="S::ndmunozc@udistrital.edu.co::29f64d73-8b12-4c53-a9f3-1c223397a229" providerId="AD" clId="Web-{30FA0592-0C85-CD8D-8D60-395F4EA7D1B9}" dt="2024-04-22T02:59:58.576" v="44" actId="20577"/>
        <pc:sldMkLst>
          <pc:docMk/>
          <pc:sldMk cId="3070849519" sldId="1355"/>
        </pc:sldMkLst>
        <pc:spChg chg="mod">
          <ac:chgData name="NORBEY DANILO MUÑOZ CAÑON" userId="S::ndmunozc@udistrital.edu.co::29f64d73-8b12-4c53-a9f3-1c223397a229" providerId="AD" clId="Web-{30FA0592-0C85-CD8D-8D60-395F4EA7D1B9}" dt="2024-04-22T02:59:58.576" v="44" actId="20577"/>
          <ac:spMkLst>
            <pc:docMk/>
            <pc:sldMk cId="3070849519" sldId="1355"/>
            <ac:spMk id="3" creationId="{C22CA73B-7C24-4F8B-A5D8-C127117EB04B}"/>
          </ac:spMkLst>
        </pc:spChg>
      </pc:sldChg>
      <pc:sldChg chg="mod modShow">
        <pc:chgData name="NORBEY DANILO MUÑOZ CAÑON" userId="S::ndmunozc@udistrital.edu.co::29f64d73-8b12-4c53-a9f3-1c223397a229" providerId="AD" clId="Web-{30FA0592-0C85-CD8D-8D60-395F4EA7D1B9}" dt="2024-04-22T02:59:46.076" v="43"/>
        <pc:sldMkLst>
          <pc:docMk/>
          <pc:sldMk cId="235249452" sldId="1356"/>
        </pc:sldMkLst>
      </pc:sldChg>
      <pc:sldChg chg="mod modShow">
        <pc:chgData name="NORBEY DANILO MUÑOZ CAÑON" userId="S::ndmunozc@udistrital.edu.co::29f64d73-8b12-4c53-a9f3-1c223397a229" providerId="AD" clId="Web-{30FA0592-0C85-CD8D-8D60-395F4EA7D1B9}" dt="2024-04-22T02:58:07.293" v="40"/>
        <pc:sldMkLst>
          <pc:docMk/>
          <pc:sldMk cId="3996874505" sldId="1357"/>
        </pc:sldMkLst>
      </pc:sldChg>
      <pc:sldChg chg="mod modShow">
        <pc:chgData name="NORBEY DANILO MUÑOZ CAÑON" userId="S::ndmunozc@udistrital.edu.co::29f64d73-8b12-4c53-a9f3-1c223397a229" providerId="AD" clId="Web-{30FA0592-0C85-CD8D-8D60-395F4EA7D1B9}" dt="2024-04-22T02:58:07.355" v="41"/>
        <pc:sldMkLst>
          <pc:docMk/>
          <pc:sldMk cId="2248015848" sldId="1358"/>
        </pc:sldMkLst>
      </pc:sldChg>
      <pc:sldChg chg="mod modShow">
        <pc:chgData name="NORBEY DANILO MUÑOZ CAÑON" userId="S::ndmunozc@udistrital.edu.co::29f64d73-8b12-4c53-a9f3-1c223397a229" providerId="AD" clId="Web-{30FA0592-0C85-CD8D-8D60-395F4EA7D1B9}" dt="2024-04-22T02:55:29.774" v="30"/>
        <pc:sldMkLst>
          <pc:docMk/>
          <pc:sldMk cId="3979457046" sldId="1361"/>
        </pc:sldMkLst>
      </pc:sldChg>
    </pc:docChg>
  </pc:docChgLst>
  <pc:docChgLst>
    <pc:chgData name="Norbey Muñoz" userId="b7e811e8891ccd42" providerId="LiveId" clId="{A4E85AA6-77CE-4E48-B6A4-656A25D39B96}"/>
    <pc:docChg chg="delSld modSld">
      <pc:chgData name="Norbey Muñoz" userId="b7e811e8891ccd42" providerId="LiveId" clId="{A4E85AA6-77CE-4E48-B6A4-656A25D39B96}" dt="2024-10-23T15:07:29.140" v="8" actId="729"/>
      <pc:docMkLst>
        <pc:docMk/>
      </pc:docMkLst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1558385572" sldId="302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1114177509" sldId="312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66619897" sldId="319"/>
        </pc:sldMkLst>
      </pc:sldChg>
      <pc:sldChg chg="modSp mod">
        <pc:chgData name="Norbey Muñoz" userId="b7e811e8891ccd42" providerId="LiveId" clId="{A4E85AA6-77CE-4E48-B6A4-656A25D39B96}" dt="2024-10-23T14:57:26.401" v="4" actId="20577"/>
        <pc:sldMkLst>
          <pc:docMk/>
          <pc:sldMk cId="902085053" sldId="457"/>
        </pc:sldMkLst>
        <pc:spChg chg="mod">
          <ac:chgData name="Norbey Muñoz" userId="b7e811e8891ccd42" providerId="LiveId" clId="{A4E85AA6-77CE-4E48-B6A4-656A25D39B96}" dt="2024-10-23T14:57:26.401" v="4" actId="20577"/>
          <ac:spMkLst>
            <pc:docMk/>
            <pc:sldMk cId="902085053" sldId="457"/>
            <ac:spMk id="3" creationId="{0441F7A7-E431-44B5-BE39-DB3525D577D9}"/>
          </ac:spMkLst>
        </pc:spChg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2729958027" sldId="471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4266413528" sldId="474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4108319731" sldId="518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2457863590" sldId="612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3545187932" sldId="614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389858800" sldId="615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2610296627" sldId="616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2414181700" sldId="618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2069656888" sldId="623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2332012426" sldId="641"/>
        </pc:sldMkLst>
      </pc:sldChg>
      <pc:sldChg chg="del">
        <pc:chgData name="Norbey Muñoz" userId="b7e811e8891ccd42" providerId="LiveId" clId="{A4E85AA6-77CE-4E48-B6A4-656A25D39B96}" dt="2024-10-23T14:56:18.168" v="0" actId="47"/>
        <pc:sldMkLst>
          <pc:docMk/>
          <pc:sldMk cId="3353779014" sldId="1282"/>
        </pc:sldMkLst>
      </pc:sldChg>
      <pc:sldChg chg="del">
        <pc:chgData name="Norbey Muñoz" userId="b7e811e8891ccd42" providerId="LiveId" clId="{A4E85AA6-77CE-4E48-B6A4-656A25D39B96}" dt="2024-10-23T14:56:31.004" v="1" actId="47"/>
        <pc:sldMkLst>
          <pc:docMk/>
          <pc:sldMk cId="1711080715" sldId="1327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1589837378" sldId="1332"/>
        </pc:sldMkLst>
      </pc:sldChg>
      <pc:sldChg chg="mod modShow">
        <pc:chgData name="Norbey Muñoz" userId="b7e811e8891ccd42" providerId="LiveId" clId="{A4E85AA6-77CE-4E48-B6A4-656A25D39B96}" dt="2024-10-23T15:02:42.075" v="5" actId="729"/>
        <pc:sldMkLst>
          <pc:docMk/>
          <pc:sldMk cId="3356263025" sldId="1333"/>
        </pc:sldMkLst>
      </pc:sldChg>
      <pc:sldChg chg="mod modShow">
        <pc:chgData name="Norbey Muñoz" userId="b7e811e8891ccd42" providerId="LiveId" clId="{A4E85AA6-77CE-4E48-B6A4-656A25D39B96}" dt="2024-10-23T15:02:45.535" v="6" actId="729"/>
        <pc:sldMkLst>
          <pc:docMk/>
          <pc:sldMk cId="4166497986" sldId="1334"/>
        </pc:sldMkLst>
      </pc:sldChg>
      <pc:sldChg chg="modSp">
        <pc:chgData name="Norbey Muñoz" userId="b7e811e8891ccd42" providerId="LiveId" clId="{A4E85AA6-77CE-4E48-B6A4-656A25D39B96}" dt="2024-10-23T15:03:01.086" v="7" actId="20577"/>
        <pc:sldMkLst>
          <pc:docMk/>
          <pc:sldMk cId="1897500171" sldId="1336"/>
        </pc:sldMkLst>
        <pc:spChg chg="mod">
          <ac:chgData name="Norbey Muñoz" userId="b7e811e8891ccd42" providerId="LiveId" clId="{A4E85AA6-77CE-4E48-B6A4-656A25D39B96}" dt="2024-10-23T15:03:01.086" v="7" actId="20577"/>
          <ac:spMkLst>
            <pc:docMk/>
            <pc:sldMk cId="1897500171" sldId="1336"/>
            <ac:spMk id="4" creationId="{1251AF9C-871D-4AEB-8BFB-9943AA2D2FC8}"/>
          </ac:spMkLst>
        </pc:spChg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3199223423" sldId="1349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680253658" sldId="1350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383988783" sldId="1352"/>
        </pc:sldMkLst>
      </pc:sldChg>
      <pc:sldChg chg="mod modShow">
        <pc:chgData name="Norbey Muñoz" userId="b7e811e8891ccd42" providerId="LiveId" clId="{A4E85AA6-77CE-4E48-B6A4-656A25D39B96}" dt="2024-10-23T15:07:29.140" v="8" actId="729"/>
        <pc:sldMkLst>
          <pc:docMk/>
          <pc:sldMk cId="3070849519" sldId="1355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05C31-3214-4AC9-9ABB-18765D2A87A6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CO"/>
        </a:p>
      </dgm:t>
    </dgm:pt>
    <dgm:pt modelId="{28A80D81-8FD0-493A-AFE6-780DFB794392}">
      <dgm:prSet phldrT="[Texto]"/>
      <dgm:spPr/>
      <dgm:t>
        <a:bodyPr/>
        <a:lstStyle/>
        <a:p>
          <a:r>
            <a:rPr lang="es-ES" dirty="0"/>
            <a:t>Para 2025, los flujos de trabajo inteligentes y las interacciones fluidas entre humanos y máquinas probablemente serán tan estándar como el balance general corporativo, y la mayoría de los empleados usarán datos para optimizar casi todos los aspectos de su trabajo.</a:t>
          </a:r>
        </a:p>
        <a:p>
          <a:r>
            <a:rPr lang="es-ES" dirty="0"/>
            <a:t>McKinsey.</a:t>
          </a:r>
          <a:endParaRPr lang="es-CO" dirty="0"/>
        </a:p>
      </dgm:t>
    </dgm:pt>
    <dgm:pt modelId="{A9F6C7C6-CF8D-497C-8D88-804A92396415}" type="parTrans" cxnId="{3C7D2C65-C78B-44F4-9E3A-7A26A2547C12}">
      <dgm:prSet/>
      <dgm:spPr/>
      <dgm:t>
        <a:bodyPr/>
        <a:lstStyle/>
        <a:p>
          <a:endParaRPr lang="es-CO"/>
        </a:p>
      </dgm:t>
    </dgm:pt>
    <dgm:pt modelId="{57C8EF7F-A5D8-407C-8DC6-37E0817C4CA3}" type="sibTrans" cxnId="{3C7D2C65-C78B-44F4-9E3A-7A26A2547C12}">
      <dgm:prSet/>
      <dgm:spPr/>
      <dgm:t>
        <a:bodyPr/>
        <a:lstStyle/>
        <a:p>
          <a:endParaRPr lang="es-CO"/>
        </a:p>
      </dgm:t>
    </dgm:pt>
    <dgm:pt modelId="{9AE59AEC-7A43-4D49-9703-502CB4ADA433}" type="pres">
      <dgm:prSet presAssocID="{9C305C31-3214-4AC9-9ABB-18765D2A87A6}" presName="vert0" presStyleCnt="0">
        <dgm:presLayoutVars>
          <dgm:dir/>
          <dgm:animOne val="branch"/>
          <dgm:animLvl val="lvl"/>
        </dgm:presLayoutVars>
      </dgm:prSet>
      <dgm:spPr/>
    </dgm:pt>
    <dgm:pt modelId="{E9F80B9B-77F6-44BA-AC75-8CC957771572}" type="pres">
      <dgm:prSet presAssocID="{28A80D81-8FD0-493A-AFE6-780DFB794392}" presName="thickLine" presStyleLbl="alignNode1" presStyleIdx="0" presStyleCnt="1"/>
      <dgm:spPr/>
    </dgm:pt>
    <dgm:pt modelId="{71936DF4-11A0-4D20-9205-FAC49C10FFAE}" type="pres">
      <dgm:prSet presAssocID="{28A80D81-8FD0-493A-AFE6-780DFB794392}" presName="horz1" presStyleCnt="0"/>
      <dgm:spPr/>
    </dgm:pt>
    <dgm:pt modelId="{65EA8821-EAEF-478D-8E15-93B300E4C257}" type="pres">
      <dgm:prSet presAssocID="{28A80D81-8FD0-493A-AFE6-780DFB794392}" presName="tx1" presStyleLbl="revTx" presStyleIdx="0" presStyleCnt="1"/>
      <dgm:spPr/>
    </dgm:pt>
    <dgm:pt modelId="{35CC57EB-9CE5-43F3-9440-C9B4FC1AF42B}" type="pres">
      <dgm:prSet presAssocID="{28A80D81-8FD0-493A-AFE6-780DFB794392}" presName="vert1" presStyleCnt="0"/>
      <dgm:spPr/>
    </dgm:pt>
  </dgm:ptLst>
  <dgm:cxnLst>
    <dgm:cxn modelId="{3C7D2C65-C78B-44F4-9E3A-7A26A2547C12}" srcId="{9C305C31-3214-4AC9-9ABB-18765D2A87A6}" destId="{28A80D81-8FD0-493A-AFE6-780DFB794392}" srcOrd="0" destOrd="0" parTransId="{A9F6C7C6-CF8D-497C-8D88-804A92396415}" sibTransId="{57C8EF7F-A5D8-407C-8DC6-37E0817C4CA3}"/>
    <dgm:cxn modelId="{634C1D95-E30A-45C0-BCD2-107A68B3BC49}" type="presOf" srcId="{28A80D81-8FD0-493A-AFE6-780DFB794392}" destId="{65EA8821-EAEF-478D-8E15-93B300E4C257}" srcOrd="0" destOrd="0" presId="urn:microsoft.com/office/officeart/2008/layout/LinedList"/>
    <dgm:cxn modelId="{AB61B0D6-7FEB-40E8-867E-2B2E236C0264}" type="presOf" srcId="{9C305C31-3214-4AC9-9ABB-18765D2A87A6}" destId="{9AE59AEC-7A43-4D49-9703-502CB4ADA433}" srcOrd="0" destOrd="0" presId="urn:microsoft.com/office/officeart/2008/layout/LinedList"/>
    <dgm:cxn modelId="{7B88F23C-DC7F-4B85-80B4-E102B9469B83}" type="presParOf" srcId="{9AE59AEC-7A43-4D49-9703-502CB4ADA433}" destId="{E9F80B9B-77F6-44BA-AC75-8CC957771572}" srcOrd="0" destOrd="0" presId="urn:microsoft.com/office/officeart/2008/layout/LinedList"/>
    <dgm:cxn modelId="{FDC1579A-C743-4D0E-B5DD-44D84988D4BD}" type="presParOf" srcId="{9AE59AEC-7A43-4D49-9703-502CB4ADA433}" destId="{71936DF4-11A0-4D20-9205-FAC49C10FFAE}" srcOrd="1" destOrd="0" presId="urn:microsoft.com/office/officeart/2008/layout/LinedList"/>
    <dgm:cxn modelId="{A795122C-D747-4597-8D95-8D0394DB4CEC}" type="presParOf" srcId="{71936DF4-11A0-4D20-9205-FAC49C10FFAE}" destId="{65EA8821-EAEF-478D-8E15-93B300E4C257}" srcOrd="0" destOrd="0" presId="urn:microsoft.com/office/officeart/2008/layout/LinedList"/>
    <dgm:cxn modelId="{52A2C0C1-2B12-42A1-9966-96C31ADEA030}" type="presParOf" srcId="{71936DF4-11A0-4D20-9205-FAC49C10FFAE}" destId="{35CC57EB-9CE5-43F3-9440-C9B4FC1AF42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3092D9-3B96-45EA-AF29-A0243CE5BD57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CO"/>
        </a:p>
      </dgm:t>
    </dgm:pt>
    <dgm:pt modelId="{5275E18A-4C81-4887-B018-817D642A4AB8}">
      <dgm:prSet phldrT="[Texto]"/>
      <dgm:spPr/>
      <dgm:t>
        <a:bodyPr/>
        <a:lstStyle/>
        <a:p>
          <a:r>
            <a:rPr lang="es-ES" dirty="0"/>
            <a:t>La información es una fuente de aprendizaje</a:t>
          </a:r>
          <a:r>
            <a:rPr lang="es-ES"/>
            <a:t>. </a:t>
          </a:r>
        </a:p>
        <a:p>
          <a:r>
            <a:rPr lang="es-ES"/>
            <a:t>Pero </a:t>
          </a:r>
          <a:r>
            <a:rPr lang="es-ES" dirty="0"/>
            <a:t>a menos que esté organizado, procesado y disponible para las personas adecuadas en un formato para la toma de decisiones, es una carga, no un beneficio.</a:t>
          </a:r>
        </a:p>
        <a:p>
          <a:r>
            <a:rPr lang="es-ES" dirty="0"/>
            <a:t>Guillermo </a:t>
          </a:r>
          <a:r>
            <a:rPr lang="es-ES" dirty="0" err="1"/>
            <a:t>Pollard</a:t>
          </a:r>
          <a:endParaRPr lang="es-CO" dirty="0"/>
        </a:p>
      </dgm:t>
    </dgm:pt>
    <dgm:pt modelId="{ED7414EF-EA56-471F-B3E3-8CC24FCDB9E3}" type="parTrans" cxnId="{760A3F40-7BEF-48B7-B878-2A3E969C0412}">
      <dgm:prSet/>
      <dgm:spPr/>
      <dgm:t>
        <a:bodyPr/>
        <a:lstStyle/>
        <a:p>
          <a:endParaRPr lang="es-CO"/>
        </a:p>
      </dgm:t>
    </dgm:pt>
    <dgm:pt modelId="{1CEBC545-BB65-46BF-AC0A-7C45AFAB20AB}" type="sibTrans" cxnId="{760A3F40-7BEF-48B7-B878-2A3E969C0412}">
      <dgm:prSet/>
      <dgm:spPr/>
      <dgm:t>
        <a:bodyPr/>
        <a:lstStyle/>
        <a:p>
          <a:endParaRPr lang="es-CO"/>
        </a:p>
      </dgm:t>
    </dgm:pt>
    <dgm:pt modelId="{8F0B1DC0-CEB2-4818-B47B-76624B1D52CE}" type="pres">
      <dgm:prSet presAssocID="{EF3092D9-3B96-45EA-AF29-A0243CE5BD57}" presName="diagram" presStyleCnt="0">
        <dgm:presLayoutVars>
          <dgm:dir/>
          <dgm:resizeHandles val="exact"/>
        </dgm:presLayoutVars>
      </dgm:prSet>
      <dgm:spPr/>
    </dgm:pt>
    <dgm:pt modelId="{0F469FA0-E787-4117-8F39-F996BD55EFFA}" type="pres">
      <dgm:prSet presAssocID="{5275E18A-4C81-4887-B018-817D642A4AB8}" presName="node" presStyleLbl="node1" presStyleIdx="0" presStyleCnt="1">
        <dgm:presLayoutVars>
          <dgm:bulletEnabled val="1"/>
        </dgm:presLayoutVars>
      </dgm:prSet>
      <dgm:spPr/>
    </dgm:pt>
  </dgm:ptLst>
  <dgm:cxnLst>
    <dgm:cxn modelId="{760A3F40-7BEF-48B7-B878-2A3E969C0412}" srcId="{EF3092D9-3B96-45EA-AF29-A0243CE5BD57}" destId="{5275E18A-4C81-4887-B018-817D642A4AB8}" srcOrd="0" destOrd="0" parTransId="{ED7414EF-EA56-471F-B3E3-8CC24FCDB9E3}" sibTransId="{1CEBC545-BB65-46BF-AC0A-7C45AFAB20AB}"/>
    <dgm:cxn modelId="{AAF33C79-388A-496C-96AF-801CC9D4CC3D}" type="presOf" srcId="{EF3092D9-3B96-45EA-AF29-A0243CE5BD57}" destId="{8F0B1DC0-CEB2-4818-B47B-76624B1D52CE}" srcOrd="0" destOrd="0" presId="urn:microsoft.com/office/officeart/2005/8/layout/default"/>
    <dgm:cxn modelId="{8F48469D-0B4A-4A57-8BDD-C67518194E6D}" type="presOf" srcId="{5275E18A-4C81-4887-B018-817D642A4AB8}" destId="{0F469FA0-E787-4117-8F39-F996BD55EFFA}" srcOrd="0" destOrd="0" presId="urn:microsoft.com/office/officeart/2005/8/layout/default"/>
    <dgm:cxn modelId="{B9D9FA1D-3459-48F2-821D-34B2A09738D8}" type="presParOf" srcId="{8F0B1DC0-CEB2-4818-B47B-76624B1D52CE}" destId="{0F469FA0-E787-4117-8F39-F996BD55EFFA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D9329A-0575-43A2-8B90-E5EB7554317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A742BC-959A-4741-A327-D0158191D2F3}">
      <dgm:prSet/>
      <dgm:spPr/>
      <dgm:t>
        <a:bodyPr/>
        <a:lstStyle/>
        <a:p>
          <a:pPr>
            <a:defRPr b="1"/>
          </a:pPr>
          <a:r>
            <a:rPr lang="es-ES"/>
            <a:t>Psicológica</a:t>
          </a:r>
          <a:endParaRPr lang="en-US"/>
        </a:p>
      </dgm:t>
    </dgm:pt>
    <dgm:pt modelId="{C315814E-9335-4472-8203-DFBBFD30CAAB}" type="parTrans" cxnId="{7D41C085-40A8-4AC1-8B99-5F9B4EE40AD6}">
      <dgm:prSet/>
      <dgm:spPr/>
      <dgm:t>
        <a:bodyPr/>
        <a:lstStyle/>
        <a:p>
          <a:endParaRPr lang="en-US"/>
        </a:p>
      </dgm:t>
    </dgm:pt>
    <dgm:pt modelId="{D51598EE-C105-48A4-B5B6-62A435A49EB7}" type="sibTrans" cxnId="{7D41C085-40A8-4AC1-8B99-5F9B4EE40AD6}">
      <dgm:prSet/>
      <dgm:spPr/>
      <dgm:t>
        <a:bodyPr/>
        <a:lstStyle/>
        <a:p>
          <a:endParaRPr lang="en-US"/>
        </a:p>
      </dgm:t>
    </dgm:pt>
    <dgm:pt modelId="{5CFCF34E-98D8-414F-BB16-46C8BBA4E2A6}">
      <dgm:prSet/>
      <dgm:spPr/>
      <dgm:t>
        <a:bodyPr/>
        <a:lstStyle/>
        <a:p>
          <a:r>
            <a:rPr lang="es-CO"/>
            <a:t>Es un proceso cognitivo que tiene como resultado un curso de acción, entre diferentes alternativas</a:t>
          </a:r>
          <a:endParaRPr lang="en-US"/>
        </a:p>
      </dgm:t>
    </dgm:pt>
    <dgm:pt modelId="{18D903A8-5DDF-4E16-A49A-B3CAF8373E15}" type="parTrans" cxnId="{6FF6F19A-5083-4ADF-9B3F-20F3D7D2F270}">
      <dgm:prSet/>
      <dgm:spPr/>
      <dgm:t>
        <a:bodyPr/>
        <a:lstStyle/>
        <a:p>
          <a:endParaRPr lang="en-US"/>
        </a:p>
      </dgm:t>
    </dgm:pt>
    <dgm:pt modelId="{0C0F11AF-16F3-4E66-8FF1-79F84CDAC444}" type="sibTrans" cxnId="{6FF6F19A-5083-4ADF-9B3F-20F3D7D2F270}">
      <dgm:prSet/>
      <dgm:spPr/>
      <dgm:t>
        <a:bodyPr/>
        <a:lstStyle/>
        <a:p>
          <a:endParaRPr lang="en-US"/>
        </a:p>
      </dgm:t>
    </dgm:pt>
    <dgm:pt modelId="{57D3D89D-DDD4-42AB-80EC-C19FE5D4AD0E}">
      <dgm:prSet/>
      <dgm:spPr/>
      <dgm:t>
        <a:bodyPr/>
        <a:lstStyle/>
        <a:p>
          <a:pPr>
            <a:defRPr b="1"/>
          </a:pPr>
          <a:r>
            <a:rPr lang="es-CO"/>
            <a:t>En datos e información</a:t>
          </a:r>
          <a:endParaRPr lang="en-US"/>
        </a:p>
      </dgm:t>
    </dgm:pt>
    <dgm:pt modelId="{F2CF7928-3F10-42CE-9000-DDF78E142CE4}" type="parTrans" cxnId="{F80BE9E0-8C23-4EF1-8E24-5F1F4144FDEC}">
      <dgm:prSet/>
      <dgm:spPr/>
      <dgm:t>
        <a:bodyPr/>
        <a:lstStyle/>
        <a:p>
          <a:endParaRPr lang="en-US"/>
        </a:p>
      </dgm:t>
    </dgm:pt>
    <dgm:pt modelId="{8DD58D78-012D-42A3-8D45-4131A6F1003D}" type="sibTrans" cxnId="{F80BE9E0-8C23-4EF1-8E24-5F1F4144FDEC}">
      <dgm:prSet/>
      <dgm:spPr/>
      <dgm:t>
        <a:bodyPr/>
        <a:lstStyle/>
        <a:p>
          <a:endParaRPr lang="en-US"/>
        </a:p>
      </dgm:t>
    </dgm:pt>
    <dgm:pt modelId="{DE4827E6-ABB1-4ED3-A6E6-581CB109DA5A}">
      <dgm:prSet/>
      <dgm:spPr/>
      <dgm:t>
        <a:bodyPr/>
        <a:lstStyle/>
        <a:p>
          <a:r>
            <a:rPr lang="es-CO"/>
            <a:t>Es el procesamiento de unas entradas de datos (Xs) para producir un resultado de datos (Y)</a:t>
          </a:r>
          <a:endParaRPr lang="en-US"/>
        </a:p>
      </dgm:t>
    </dgm:pt>
    <dgm:pt modelId="{0AB780DE-E281-4EB1-8E47-B4C08C2B54B8}" type="parTrans" cxnId="{55F91426-CB5C-456D-8EB5-29D6EF39ED7F}">
      <dgm:prSet/>
      <dgm:spPr/>
      <dgm:t>
        <a:bodyPr/>
        <a:lstStyle/>
        <a:p>
          <a:endParaRPr lang="en-US"/>
        </a:p>
      </dgm:t>
    </dgm:pt>
    <dgm:pt modelId="{FF6DD30C-4A04-43D3-8624-EB7F5E8AE05B}" type="sibTrans" cxnId="{55F91426-CB5C-456D-8EB5-29D6EF39ED7F}">
      <dgm:prSet/>
      <dgm:spPr/>
      <dgm:t>
        <a:bodyPr/>
        <a:lstStyle/>
        <a:p>
          <a:endParaRPr lang="en-US"/>
        </a:p>
      </dgm:t>
    </dgm:pt>
    <dgm:pt modelId="{DD9AE4C8-A4D0-4060-BDBE-E29616CAC266}" type="pres">
      <dgm:prSet presAssocID="{60D9329A-0575-43A2-8B90-E5EB75543171}" presName="root" presStyleCnt="0">
        <dgm:presLayoutVars>
          <dgm:dir/>
          <dgm:resizeHandles val="exact"/>
        </dgm:presLayoutVars>
      </dgm:prSet>
      <dgm:spPr/>
    </dgm:pt>
    <dgm:pt modelId="{1A85B72B-E6BC-40CE-9864-94AF96714C06}" type="pres">
      <dgm:prSet presAssocID="{C5A742BC-959A-4741-A327-D0158191D2F3}" presName="compNode" presStyleCnt="0"/>
      <dgm:spPr/>
    </dgm:pt>
    <dgm:pt modelId="{F36F2269-7C75-449A-8F0A-996722377C31}" type="pres">
      <dgm:prSet presAssocID="{C5A742BC-959A-4741-A327-D0158191D2F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5C70296-E55D-4D57-8530-BB0161704025}" type="pres">
      <dgm:prSet presAssocID="{C5A742BC-959A-4741-A327-D0158191D2F3}" presName="iconSpace" presStyleCnt="0"/>
      <dgm:spPr/>
    </dgm:pt>
    <dgm:pt modelId="{9F703B2A-150D-4BB4-A758-314F0EE4ED42}" type="pres">
      <dgm:prSet presAssocID="{C5A742BC-959A-4741-A327-D0158191D2F3}" presName="parTx" presStyleLbl="revTx" presStyleIdx="0" presStyleCnt="4">
        <dgm:presLayoutVars>
          <dgm:chMax val="0"/>
          <dgm:chPref val="0"/>
        </dgm:presLayoutVars>
      </dgm:prSet>
      <dgm:spPr/>
    </dgm:pt>
    <dgm:pt modelId="{2929C2BA-8092-4E52-ADCA-C1C10043306E}" type="pres">
      <dgm:prSet presAssocID="{C5A742BC-959A-4741-A327-D0158191D2F3}" presName="txSpace" presStyleCnt="0"/>
      <dgm:spPr/>
    </dgm:pt>
    <dgm:pt modelId="{9A060DA7-D19E-4968-8A4C-1E11243D0AAD}" type="pres">
      <dgm:prSet presAssocID="{C5A742BC-959A-4741-A327-D0158191D2F3}" presName="desTx" presStyleLbl="revTx" presStyleIdx="1" presStyleCnt="4">
        <dgm:presLayoutVars/>
      </dgm:prSet>
      <dgm:spPr/>
    </dgm:pt>
    <dgm:pt modelId="{4DF1C034-8426-4CD1-961D-711ACD915296}" type="pres">
      <dgm:prSet presAssocID="{D51598EE-C105-48A4-B5B6-62A435A49EB7}" presName="sibTrans" presStyleCnt="0"/>
      <dgm:spPr/>
    </dgm:pt>
    <dgm:pt modelId="{D525BFBB-9824-43D7-953C-70B3943787F4}" type="pres">
      <dgm:prSet presAssocID="{57D3D89D-DDD4-42AB-80EC-C19FE5D4AD0E}" presName="compNode" presStyleCnt="0"/>
      <dgm:spPr/>
    </dgm:pt>
    <dgm:pt modelId="{246EC256-3640-40CF-A37E-319514E3181D}" type="pres">
      <dgm:prSet presAssocID="{57D3D89D-DDD4-42AB-80EC-C19FE5D4AD0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E7B91AE3-E18B-4E87-AA3A-0692147CBF5D}" type="pres">
      <dgm:prSet presAssocID="{57D3D89D-DDD4-42AB-80EC-C19FE5D4AD0E}" presName="iconSpace" presStyleCnt="0"/>
      <dgm:spPr/>
    </dgm:pt>
    <dgm:pt modelId="{44A18D8B-A37C-4953-8977-6C8F59BE83CC}" type="pres">
      <dgm:prSet presAssocID="{57D3D89D-DDD4-42AB-80EC-C19FE5D4AD0E}" presName="parTx" presStyleLbl="revTx" presStyleIdx="2" presStyleCnt="4">
        <dgm:presLayoutVars>
          <dgm:chMax val="0"/>
          <dgm:chPref val="0"/>
        </dgm:presLayoutVars>
      </dgm:prSet>
      <dgm:spPr/>
    </dgm:pt>
    <dgm:pt modelId="{90CCAF27-96D4-42C6-A562-8DDC86FA714E}" type="pres">
      <dgm:prSet presAssocID="{57D3D89D-DDD4-42AB-80EC-C19FE5D4AD0E}" presName="txSpace" presStyleCnt="0"/>
      <dgm:spPr/>
    </dgm:pt>
    <dgm:pt modelId="{99AFB80F-B89E-40A2-9246-CA0639364AE7}" type="pres">
      <dgm:prSet presAssocID="{57D3D89D-DDD4-42AB-80EC-C19FE5D4AD0E}" presName="desTx" presStyleLbl="revTx" presStyleIdx="3" presStyleCnt="4">
        <dgm:presLayoutVars/>
      </dgm:prSet>
      <dgm:spPr/>
    </dgm:pt>
  </dgm:ptLst>
  <dgm:cxnLst>
    <dgm:cxn modelId="{55F91426-CB5C-456D-8EB5-29D6EF39ED7F}" srcId="{57D3D89D-DDD4-42AB-80EC-C19FE5D4AD0E}" destId="{DE4827E6-ABB1-4ED3-A6E6-581CB109DA5A}" srcOrd="0" destOrd="0" parTransId="{0AB780DE-E281-4EB1-8E47-B4C08C2B54B8}" sibTransId="{FF6DD30C-4A04-43D3-8624-EB7F5E8AE05B}"/>
    <dgm:cxn modelId="{24D8C54A-7BF1-4C04-A78D-0A198FCE8736}" type="presOf" srcId="{5CFCF34E-98D8-414F-BB16-46C8BBA4E2A6}" destId="{9A060DA7-D19E-4968-8A4C-1E11243D0AAD}" srcOrd="0" destOrd="0" presId="urn:microsoft.com/office/officeart/2018/5/layout/CenteredIconLabelDescriptionList"/>
    <dgm:cxn modelId="{DE1A3580-BBE6-4755-993E-B7BDA8754371}" type="presOf" srcId="{60D9329A-0575-43A2-8B90-E5EB75543171}" destId="{DD9AE4C8-A4D0-4060-BDBE-E29616CAC266}" srcOrd="0" destOrd="0" presId="urn:microsoft.com/office/officeart/2018/5/layout/CenteredIconLabelDescriptionList"/>
    <dgm:cxn modelId="{7D41C085-40A8-4AC1-8B99-5F9B4EE40AD6}" srcId="{60D9329A-0575-43A2-8B90-E5EB75543171}" destId="{C5A742BC-959A-4741-A327-D0158191D2F3}" srcOrd="0" destOrd="0" parTransId="{C315814E-9335-4472-8203-DFBBFD30CAAB}" sibTransId="{D51598EE-C105-48A4-B5B6-62A435A49EB7}"/>
    <dgm:cxn modelId="{03207899-1E50-42D1-8662-6CE09535B111}" type="presOf" srcId="{57D3D89D-DDD4-42AB-80EC-C19FE5D4AD0E}" destId="{44A18D8B-A37C-4953-8977-6C8F59BE83CC}" srcOrd="0" destOrd="0" presId="urn:microsoft.com/office/officeart/2018/5/layout/CenteredIconLabelDescriptionList"/>
    <dgm:cxn modelId="{6FF6F19A-5083-4ADF-9B3F-20F3D7D2F270}" srcId="{C5A742BC-959A-4741-A327-D0158191D2F3}" destId="{5CFCF34E-98D8-414F-BB16-46C8BBA4E2A6}" srcOrd="0" destOrd="0" parTransId="{18D903A8-5DDF-4E16-A49A-B3CAF8373E15}" sibTransId="{0C0F11AF-16F3-4E66-8FF1-79F84CDAC444}"/>
    <dgm:cxn modelId="{2232A6A1-C004-4A02-86DA-AE11B14DBFBC}" type="presOf" srcId="{C5A742BC-959A-4741-A327-D0158191D2F3}" destId="{9F703B2A-150D-4BB4-A758-314F0EE4ED42}" srcOrd="0" destOrd="0" presId="urn:microsoft.com/office/officeart/2018/5/layout/CenteredIconLabelDescriptionList"/>
    <dgm:cxn modelId="{4974F3C7-60A9-4EE7-AFA0-8D12FE29AFCB}" type="presOf" srcId="{DE4827E6-ABB1-4ED3-A6E6-581CB109DA5A}" destId="{99AFB80F-B89E-40A2-9246-CA0639364AE7}" srcOrd="0" destOrd="0" presId="urn:microsoft.com/office/officeart/2018/5/layout/CenteredIconLabelDescriptionList"/>
    <dgm:cxn modelId="{F80BE9E0-8C23-4EF1-8E24-5F1F4144FDEC}" srcId="{60D9329A-0575-43A2-8B90-E5EB75543171}" destId="{57D3D89D-DDD4-42AB-80EC-C19FE5D4AD0E}" srcOrd="1" destOrd="0" parTransId="{F2CF7928-3F10-42CE-9000-DDF78E142CE4}" sibTransId="{8DD58D78-012D-42A3-8D45-4131A6F1003D}"/>
    <dgm:cxn modelId="{7FAC62DA-2277-4D09-BA61-C64CCC64E27E}" type="presParOf" srcId="{DD9AE4C8-A4D0-4060-BDBE-E29616CAC266}" destId="{1A85B72B-E6BC-40CE-9864-94AF96714C06}" srcOrd="0" destOrd="0" presId="urn:microsoft.com/office/officeart/2018/5/layout/CenteredIconLabelDescriptionList"/>
    <dgm:cxn modelId="{E3BC2DD3-1250-45F1-A234-F1D321472188}" type="presParOf" srcId="{1A85B72B-E6BC-40CE-9864-94AF96714C06}" destId="{F36F2269-7C75-449A-8F0A-996722377C31}" srcOrd="0" destOrd="0" presId="urn:microsoft.com/office/officeart/2018/5/layout/CenteredIconLabelDescriptionList"/>
    <dgm:cxn modelId="{3AD53CF1-7082-4475-B6B7-F28A53AB2223}" type="presParOf" srcId="{1A85B72B-E6BC-40CE-9864-94AF96714C06}" destId="{75C70296-E55D-4D57-8530-BB0161704025}" srcOrd="1" destOrd="0" presId="urn:microsoft.com/office/officeart/2018/5/layout/CenteredIconLabelDescriptionList"/>
    <dgm:cxn modelId="{5EA2E50C-5421-4876-BFDF-09F1E18ADEE4}" type="presParOf" srcId="{1A85B72B-E6BC-40CE-9864-94AF96714C06}" destId="{9F703B2A-150D-4BB4-A758-314F0EE4ED42}" srcOrd="2" destOrd="0" presId="urn:microsoft.com/office/officeart/2018/5/layout/CenteredIconLabelDescriptionList"/>
    <dgm:cxn modelId="{AF0C6C85-4000-4F95-B2FD-A8E1A75D292D}" type="presParOf" srcId="{1A85B72B-E6BC-40CE-9864-94AF96714C06}" destId="{2929C2BA-8092-4E52-ADCA-C1C10043306E}" srcOrd="3" destOrd="0" presId="urn:microsoft.com/office/officeart/2018/5/layout/CenteredIconLabelDescriptionList"/>
    <dgm:cxn modelId="{1B948E38-AAE4-4E33-B81A-4A93BDE44A36}" type="presParOf" srcId="{1A85B72B-E6BC-40CE-9864-94AF96714C06}" destId="{9A060DA7-D19E-4968-8A4C-1E11243D0AAD}" srcOrd="4" destOrd="0" presId="urn:microsoft.com/office/officeart/2018/5/layout/CenteredIconLabelDescriptionList"/>
    <dgm:cxn modelId="{AE87A431-6634-4525-9BB7-A3553158D5C2}" type="presParOf" srcId="{DD9AE4C8-A4D0-4060-BDBE-E29616CAC266}" destId="{4DF1C034-8426-4CD1-961D-711ACD915296}" srcOrd="1" destOrd="0" presId="urn:microsoft.com/office/officeart/2018/5/layout/CenteredIconLabelDescriptionList"/>
    <dgm:cxn modelId="{67E7733D-47AE-4B5B-8F56-41FEC5ED03F2}" type="presParOf" srcId="{DD9AE4C8-A4D0-4060-BDBE-E29616CAC266}" destId="{D525BFBB-9824-43D7-953C-70B3943787F4}" srcOrd="2" destOrd="0" presId="urn:microsoft.com/office/officeart/2018/5/layout/CenteredIconLabelDescriptionList"/>
    <dgm:cxn modelId="{7870B7AC-EC9C-4DEC-8E99-EB68A9D5316F}" type="presParOf" srcId="{D525BFBB-9824-43D7-953C-70B3943787F4}" destId="{246EC256-3640-40CF-A37E-319514E3181D}" srcOrd="0" destOrd="0" presId="urn:microsoft.com/office/officeart/2018/5/layout/CenteredIconLabelDescriptionList"/>
    <dgm:cxn modelId="{0DC78256-A82B-4737-ACC9-223CDD7DDFB8}" type="presParOf" srcId="{D525BFBB-9824-43D7-953C-70B3943787F4}" destId="{E7B91AE3-E18B-4E87-AA3A-0692147CBF5D}" srcOrd="1" destOrd="0" presId="urn:microsoft.com/office/officeart/2018/5/layout/CenteredIconLabelDescriptionList"/>
    <dgm:cxn modelId="{FE91A1C5-1F90-4FC7-B119-603729ADC975}" type="presParOf" srcId="{D525BFBB-9824-43D7-953C-70B3943787F4}" destId="{44A18D8B-A37C-4953-8977-6C8F59BE83CC}" srcOrd="2" destOrd="0" presId="urn:microsoft.com/office/officeart/2018/5/layout/CenteredIconLabelDescriptionList"/>
    <dgm:cxn modelId="{A551E3A2-5D01-4487-9726-62B8C8C8A7B7}" type="presParOf" srcId="{D525BFBB-9824-43D7-953C-70B3943787F4}" destId="{90CCAF27-96D4-42C6-A562-8DDC86FA714E}" srcOrd="3" destOrd="0" presId="urn:microsoft.com/office/officeart/2018/5/layout/CenteredIconLabelDescriptionList"/>
    <dgm:cxn modelId="{80CFE6C7-A1E0-4A7F-A0D7-844EA4D0C987}" type="presParOf" srcId="{D525BFBB-9824-43D7-953C-70B3943787F4}" destId="{99AFB80F-B89E-40A2-9246-CA0639364A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77A13D-4774-4B53-B98C-3A458BA5503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C407DFA-CFCC-4613-ABE8-2F8677D16EC2}">
      <dgm:prSet/>
      <dgm:spPr/>
      <dgm:t>
        <a:bodyPr/>
        <a:lstStyle/>
        <a:p>
          <a:r>
            <a:rPr lang="es-CO" dirty="0"/>
            <a:t>La toma de decisiones implica la selección de un curso de acción entre dos o más alternativas posibles para llegar a una solución para un problema dado. </a:t>
          </a:r>
          <a:endParaRPr lang="en-US" dirty="0"/>
        </a:p>
      </dgm:t>
    </dgm:pt>
    <dgm:pt modelId="{BB3597AB-5AC1-43AE-A2E0-FB62990FD1BA}" type="parTrans" cxnId="{8E60C64A-9B88-47EF-941E-1E6DBCAFF8EC}">
      <dgm:prSet/>
      <dgm:spPr/>
      <dgm:t>
        <a:bodyPr/>
        <a:lstStyle/>
        <a:p>
          <a:endParaRPr lang="en-US"/>
        </a:p>
      </dgm:t>
    </dgm:pt>
    <dgm:pt modelId="{F3E4E15A-293D-4534-ABD9-0B2EB125C82C}" type="sibTrans" cxnId="{8E60C64A-9B88-47EF-941E-1E6DBCAFF8EC}">
      <dgm:prSet/>
      <dgm:spPr/>
      <dgm:t>
        <a:bodyPr/>
        <a:lstStyle/>
        <a:p>
          <a:endParaRPr lang="en-US"/>
        </a:p>
      </dgm:t>
    </dgm:pt>
    <dgm:pt modelId="{29622CC1-877D-454A-8E71-770B4FF9B1F0}">
      <dgm:prSet/>
      <dgm:spPr/>
      <dgm:t>
        <a:bodyPr/>
        <a:lstStyle/>
        <a:p>
          <a:r>
            <a:rPr lang="es-CO" dirty="0"/>
            <a:t>Producir buenas decisiones operativas basadas en análisis de datos, incorporando volúmenes de datos en constante crecimiento, puede marcar la diferencia  entre el éxito o fracaso de una organización.</a:t>
          </a:r>
          <a:endParaRPr lang="en-US" dirty="0"/>
        </a:p>
      </dgm:t>
    </dgm:pt>
    <dgm:pt modelId="{C2E64600-434E-48DA-A911-C3EC793CA1A1}" type="parTrans" cxnId="{D22D4DB7-2EE1-4CD6-975F-2B5A836B5471}">
      <dgm:prSet/>
      <dgm:spPr/>
      <dgm:t>
        <a:bodyPr/>
        <a:lstStyle/>
        <a:p>
          <a:endParaRPr lang="en-US"/>
        </a:p>
      </dgm:t>
    </dgm:pt>
    <dgm:pt modelId="{3BB15D79-B92A-48BA-849B-1A880521B3EB}" type="sibTrans" cxnId="{D22D4DB7-2EE1-4CD6-975F-2B5A836B5471}">
      <dgm:prSet/>
      <dgm:spPr/>
      <dgm:t>
        <a:bodyPr/>
        <a:lstStyle/>
        <a:p>
          <a:endParaRPr lang="en-US"/>
        </a:p>
      </dgm:t>
    </dgm:pt>
    <dgm:pt modelId="{0E508217-7F10-4436-AC4C-2CD778ADC122}" type="pres">
      <dgm:prSet presAssocID="{8777A13D-4774-4B53-B98C-3A458BA55039}" presName="linear" presStyleCnt="0">
        <dgm:presLayoutVars>
          <dgm:animLvl val="lvl"/>
          <dgm:resizeHandles val="exact"/>
        </dgm:presLayoutVars>
      </dgm:prSet>
      <dgm:spPr/>
    </dgm:pt>
    <dgm:pt modelId="{2D3661DF-F289-4B46-98BD-EDB70A325382}" type="pres">
      <dgm:prSet presAssocID="{6C407DFA-CFCC-4613-ABE8-2F8677D16EC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85CBBFA-B34B-4355-B9A7-B344EF926A1C}" type="pres">
      <dgm:prSet presAssocID="{F3E4E15A-293D-4534-ABD9-0B2EB125C82C}" presName="spacer" presStyleCnt="0"/>
      <dgm:spPr/>
    </dgm:pt>
    <dgm:pt modelId="{656AD264-EE21-41F5-87D5-D3FF501BFEE4}" type="pres">
      <dgm:prSet presAssocID="{29622CC1-877D-454A-8E71-770B4FF9B1F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F41F117-8B7B-41D5-B020-4E629739E623}" type="presOf" srcId="{6C407DFA-CFCC-4613-ABE8-2F8677D16EC2}" destId="{2D3661DF-F289-4B46-98BD-EDB70A325382}" srcOrd="0" destOrd="0" presId="urn:microsoft.com/office/officeart/2005/8/layout/vList2"/>
    <dgm:cxn modelId="{8E60C64A-9B88-47EF-941E-1E6DBCAFF8EC}" srcId="{8777A13D-4774-4B53-B98C-3A458BA55039}" destId="{6C407DFA-CFCC-4613-ABE8-2F8677D16EC2}" srcOrd="0" destOrd="0" parTransId="{BB3597AB-5AC1-43AE-A2E0-FB62990FD1BA}" sibTransId="{F3E4E15A-293D-4534-ABD9-0B2EB125C82C}"/>
    <dgm:cxn modelId="{6F81B07C-E3D6-469F-BCE2-38E290F528E7}" type="presOf" srcId="{29622CC1-877D-454A-8E71-770B4FF9B1F0}" destId="{656AD264-EE21-41F5-87D5-D3FF501BFEE4}" srcOrd="0" destOrd="0" presId="urn:microsoft.com/office/officeart/2005/8/layout/vList2"/>
    <dgm:cxn modelId="{8D429AA5-C550-4F52-BD3B-D58D26B5E5E1}" type="presOf" srcId="{8777A13D-4774-4B53-B98C-3A458BA55039}" destId="{0E508217-7F10-4436-AC4C-2CD778ADC122}" srcOrd="0" destOrd="0" presId="urn:microsoft.com/office/officeart/2005/8/layout/vList2"/>
    <dgm:cxn modelId="{D22D4DB7-2EE1-4CD6-975F-2B5A836B5471}" srcId="{8777A13D-4774-4B53-B98C-3A458BA55039}" destId="{29622CC1-877D-454A-8E71-770B4FF9B1F0}" srcOrd="1" destOrd="0" parTransId="{C2E64600-434E-48DA-A911-C3EC793CA1A1}" sibTransId="{3BB15D79-B92A-48BA-849B-1A880521B3EB}"/>
    <dgm:cxn modelId="{C21B1483-4A7E-4197-9302-5B2158DAACC3}" type="presParOf" srcId="{0E508217-7F10-4436-AC4C-2CD778ADC122}" destId="{2D3661DF-F289-4B46-98BD-EDB70A325382}" srcOrd="0" destOrd="0" presId="urn:microsoft.com/office/officeart/2005/8/layout/vList2"/>
    <dgm:cxn modelId="{91892177-6836-46BF-A07C-392B9271E9EC}" type="presParOf" srcId="{0E508217-7F10-4436-AC4C-2CD778ADC122}" destId="{A85CBBFA-B34B-4355-B9A7-B344EF926A1C}" srcOrd="1" destOrd="0" presId="urn:microsoft.com/office/officeart/2005/8/layout/vList2"/>
    <dgm:cxn modelId="{195450E2-FD84-43B6-9CAC-2BBA134C050B}" type="presParOf" srcId="{0E508217-7F10-4436-AC4C-2CD778ADC122}" destId="{656AD264-EE21-41F5-87D5-D3FF501BFEE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8DDD198-8361-4EA7-A98F-5D30F0B8FD32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D551E17-23D2-4CCF-8946-CB27D349CA86}">
      <dgm:prSet/>
      <dgm:spPr/>
      <dgm:t>
        <a:bodyPr/>
        <a:lstStyle/>
        <a:p>
          <a:r>
            <a:rPr lang="es-CO" b="1" dirty="0"/>
            <a:t>PQRS</a:t>
          </a:r>
          <a:endParaRPr lang="en-US" dirty="0"/>
        </a:p>
      </dgm:t>
    </dgm:pt>
    <dgm:pt modelId="{E2F48F56-7650-4E83-A6A0-69F848BCA741}" type="parTrans" cxnId="{9BB5DB1E-0BEB-4106-84DD-69E919CB1C0C}">
      <dgm:prSet/>
      <dgm:spPr/>
      <dgm:t>
        <a:bodyPr/>
        <a:lstStyle/>
        <a:p>
          <a:endParaRPr lang="en-US"/>
        </a:p>
      </dgm:t>
    </dgm:pt>
    <dgm:pt modelId="{F8D10739-5E77-4771-A9CD-9B94F5078080}" type="sibTrans" cxnId="{9BB5DB1E-0BEB-4106-84DD-69E919CB1C0C}">
      <dgm:prSet/>
      <dgm:spPr/>
      <dgm:t>
        <a:bodyPr/>
        <a:lstStyle/>
        <a:p>
          <a:endParaRPr lang="en-US"/>
        </a:p>
      </dgm:t>
    </dgm:pt>
    <dgm:pt modelId="{996C40A6-BA9D-48C9-B547-A32AE9D48794}">
      <dgm:prSet custT="1"/>
      <dgm:spPr/>
      <dgm:t>
        <a:bodyPr/>
        <a:lstStyle/>
        <a:p>
          <a:r>
            <a:rPr lang="es-CO" sz="3200" dirty="0"/>
            <a:t>¿Cuánto tiempo tomara responder esta PQRS?</a:t>
          </a:r>
          <a:endParaRPr lang="en-US" sz="3200" dirty="0"/>
        </a:p>
      </dgm:t>
    </dgm:pt>
    <dgm:pt modelId="{671EBD97-D332-44FA-988D-B12A51DD71D0}" type="parTrans" cxnId="{725D4984-333F-4E15-B909-B0ABA7224C04}">
      <dgm:prSet/>
      <dgm:spPr/>
      <dgm:t>
        <a:bodyPr/>
        <a:lstStyle/>
        <a:p>
          <a:endParaRPr lang="en-US"/>
        </a:p>
      </dgm:t>
    </dgm:pt>
    <dgm:pt modelId="{40557D84-09F6-472B-BF3D-C201FE93B3C9}" type="sibTrans" cxnId="{725D4984-333F-4E15-B909-B0ABA7224C04}">
      <dgm:prSet/>
      <dgm:spPr/>
      <dgm:t>
        <a:bodyPr/>
        <a:lstStyle/>
        <a:p>
          <a:endParaRPr lang="en-US"/>
        </a:p>
      </dgm:t>
    </dgm:pt>
    <dgm:pt modelId="{C26C7D95-EF14-4B4C-8D31-ED06E2754F3F}">
      <dgm:prSet custT="1"/>
      <dgm:spPr/>
      <dgm:t>
        <a:bodyPr/>
        <a:lstStyle/>
        <a:p>
          <a:r>
            <a:rPr lang="es-CO" sz="3200" dirty="0"/>
            <a:t>¿Quién debe responder esta PQRS?</a:t>
          </a:r>
          <a:endParaRPr lang="en-US" sz="3200" dirty="0"/>
        </a:p>
      </dgm:t>
    </dgm:pt>
    <dgm:pt modelId="{FC6855E8-2C3D-43B3-8636-60E90FF7B2C1}" type="parTrans" cxnId="{93FCC269-384A-41D0-97F9-6E38DC547DE1}">
      <dgm:prSet/>
      <dgm:spPr/>
      <dgm:t>
        <a:bodyPr/>
        <a:lstStyle/>
        <a:p>
          <a:endParaRPr lang="en-US"/>
        </a:p>
      </dgm:t>
    </dgm:pt>
    <dgm:pt modelId="{DBFB984C-4F46-40CC-948D-574B01A49BB2}" type="sibTrans" cxnId="{93FCC269-384A-41D0-97F9-6E38DC547DE1}">
      <dgm:prSet/>
      <dgm:spPr/>
      <dgm:t>
        <a:bodyPr/>
        <a:lstStyle/>
        <a:p>
          <a:endParaRPr lang="en-US"/>
        </a:p>
      </dgm:t>
    </dgm:pt>
    <dgm:pt modelId="{C0280F89-4BDA-45EC-B7C7-0C835B80A3AE}">
      <dgm:prSet custT="1"/>
      <dgm:spPr/>
      <dgm:t>
        <a:bodyPr/>
        <a:lstStyle/>
        <a:p>
          <a:r>
            <a:rPr lang="es-CO" sz="3200" dirty="0"/>
            <a:t>¿Es correcta la respuesta de esta PQRS?</a:t>
          </a:r>
          <a:endParaRPr lang="en-US" sz="3200" dirty="0"/>
        </a:p>
      </dgm:t>
    </dgm:pt>
    <dgm:pt modelId="{EC34BBD0-8D9A-4269-91C5-3457EDF97E3E}" type="parTrans" cxnId="{E330C025-CF21-4D22-BA9A-627738E0E352}">
      <dgm:prSet/>
      <dgm:spPr/>
      <dgm:t>
        <a:bodyPr/>
        <a:lstStyle/>
        <a:p>
          <a:endParaRPr lang="en-US"/>
        </a:p>
      </dgm:t>
    </dgm:pt>
    <dgm:pt modelId="{D1D109B7-BF24-4694-AED8-043A6EDE0097}" type="sibTrans" cxnId="{E330C025-CF21-4D22-BA9A-627738E0E352}">
      <dgm:prSet/>
      <dgm:spPr/>
      <dgm:t>
        <a:bodyPr/>
        <a:lstStyle/>
        <a:p>
          <a:endParaRPr lang="en-US"/>
        </a:p>
      </dgm:t>
    </dgm:pt>
    <dgm:pt modelId="{7E293173-65F6-49F3-AF84-53D8EA89D643}">
      <dgm:prSet custT="1"/>
      <dgm:spPr/>
      <dgm:t>
        <a:bodyPr/>
        <a:lstStyle/>
        <a:p>
          <a:r>
            <a:rPr lang="es-CO" sz="3200" dirty="0"/>
            <a:t>¿Qué área es mas productiva?</a:t>
          </a:r>
          <a:endParaRPr lang="en-US" sz="3200" dirty="0"/>
        </a:p>
      </dgm:t>
    </dgm:pt>
    <dgm:pt modelId="{656458D2-EA48-46DA-9F8F-28509DA467E5}" type="parTrans" cxnId="{C0D93107-5964-4E83-85B5-C9D6B8244B45}">
      <dgm:prSet/>
      <dgm:spPr/>
      <dgm:t>
        <a:bodyPr/>
        <a:lstStyle/>
        <a:p>
          <a:endParaRPr lang="en-US"/>
        </a:p>
      </dgm:t>
    </dgm:pt>
    <dgm:pt modelId="{1710573B-BBFB-4CD0-8AC3-84407190751B}" type="sibTrans" cxnId="{C0D93107-5964-4E83-85B5-C9D6B8244B45}">
      <dgm:prSet/>
      <dgm:spPr/>
      <dgm:t>
        <a:bodyPr/>
        <a:lstStyle/>
        <a:p>
          <a:endParaRPr lang="en-US"/>
        </a:p>
      </dgm:t>
    </dgm:pt>
    <dgm:pt modelId="{39032745-CA68-42D4-B02D-8A3F9BFC396F}" type="pres">
      <dgm:prSet presAssocID="{18DDD198-8361-4EA7-A98F-5D30F0B8FD32}" presName="linear" presStyleCnt="0">
        <dgm:presLayoutVars>
          <dgm:dir/>
          <dgm:animLvl val="lvl"/>
          <dgm:resizeHandles val="exact"/>
        </dgm:presLayoutVars>
      </dgm:prSet>
      <dgm:spPr/>
    </dgm:pt>
    <dgm:pt modelId="{2458F6CC-EBAD-4C95-940C-79581859873C}" type="pres">
      <dgm:prSet presAssocID="{ED551E17-23D2-4CCF-8946-CB27D349CA86}" presName="parentLin" presStyleCnt="0"/>
      <dgm:spPr/>
    </dgm:pt>
    <dgm:pt modelId="{D8086615-D832-4075-B6A3-25E75D43CCA6}" type="pres">
      <dgm:prSet presAssocID="{ED551E17-23D2-4CCF-8946-CB27D349CA86}" presName="parentLeftMargin" presStyleLbl="node1" presStyleIdx="0" presStyleCnt="1"/>
      <dgm:spPr/>
    </dgm:pt>
    <dgm:pt modelId="{12D96038-6705-45BB-875A-F8857DAB0363}" type="pres">
      <dgm:prSet presAssocID="{ED551E17-23D2-4CCF-8946-CB27D349CA8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0A290C-718E-46AD-8867-AF52C87752E1}" type="pres">
      <dgm:prSet presAssocID="{ED551E17-23D2-4CCF-8946-CB27D349CA86}" presName="negativeSpace" presStyleCnt="0"/>
      <dgm:spPr/>
    </dgm:pt>
    <dgm:pt modelId="{F308208F-26AE-4179-9761-46FF77BE30D2}" type="pres">
      <dgm:prSet presAssocID="{ED551E17-23D2-4CCF-8946-CB27D349CA8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0D93107-5964-4E83-85B5-C9D6B8244B45}" srcId="{ED551E17-23D2-4CCF-8946-CB27D349CA86}" destId="{7E293173-65F6-49F3-AF84-53D8EA89D643}" srcOrd="3" destOrd="0" parTransId="{656458D2-EA48-46DA-9F8F-28509DA467E5}" sibTransId="{1710573B-BBFB-4CD0-8AC3-84407190751B}"/>
    <dgm:cxn modelId="{A6C4D20A-EC0E-466F-A7B7-85397BD39EE6}" type="presOf" srcId="{7E293173-65F6-49F3-AF84-53D8EA89D643}" destId="{F308208F-26AE-4179-9761-46FF77BE30D2}" srcOrd="0" destOrd="3" presId="urn:microsoft.com/office/officeart/2005/8/layout/list1"/>
    <dgm:cxn modelId="{9BB5DB1E-0BEB-4106-84DD-69E919CB1C0C}" srcId="{18DDD198-8361-4EA7-A98F-5D30F0B8FD32}" destId="{ED551E17-23D2-4CCF-8946-CB27D349CA86}" srcOrd="0" destOrd="0" parTransId="{E2F48F56-7650-4E83-A6A0-69F848BCA741}" sibTransId="{F8D10739-5E77-4771-A9CD-9B94F5078080}"/>
    <dgm:cxn modelId="{E330C025-CF21-4D22-BA9A-627738E0E352}" srcId="{ED551E17-23D2-4CCF-8946-CB27D349CA86}" destId="{C0280F89-4BDA-45EC-B7C7-0C835B80A3AE}" srcOrd="2" destOrd="0" parTransId="{EC34BBD0-8D9A-4269-91C5-3457EDF97E3E}" sibTransId="{D1D109B7-BF24-4694-AED8-043A6EDE0097}"/>
    <dgm:cxn modelId="{93FCC269-384A-41D0-97F9-6E38DC547DE1}" srcId="{ED551E17-23D2-4CCF-8946-CB27D349CA86}" destId="{C26C7D95-EF14-4B4C-8D31-ED06E2754F3F}" srcOrd="1" destOrd="0" parTransId="{FC6855E8-2C3D-43B3-8636-60E90FF7B2C1}" sibTransId="{DBFB984C-4F46-40CC-948D-574B01A49BB2}"/>
    <dgm:cxn modelId="{725D4984-333F-4E15-B909-B0ABA7224C04}" srcId="{ED551E17-23D2-4CCF-8946-CB27D349CA86}" destId="{996C40A6-BA9D-48C9-B547-A32AE9D48794}" srcOrd="0" destOrd="0" parTransId="{671EBD97-D332-44FA-988D-B12A51DD71D0}" sibTransId="{40557D84-09F6-472B-BF3D-C201FE93B3C9}"/>
    <dgm:cxn modelId="{CF75EF89-EC02-4A3A-82E0-CA3251064D0D}" type="presOf" srcId="{C0280F89-4BDA-45EC-B7C7-0C835B80A3AE}" destId="{F308208F-26AE-4179-9761-46FF77BE30D2}" srcOrd="0" destOrd="2" presId="urn:microsoft.com/office/officeart/2005/8/layout/list1"/>
    <dgm:cxn modelId="{CD792C8F-1CD1-40F4-B31D-FE48ACC46EDD}" type="presOf" srcId="{ED551E17-23D2-4CCF-8946-CB27D349CA86}" destId="{D8086615-D832-4075-B6A3-25E75D43CCA6}" srcOrd="0" destOrd="0" presId="urn:microsoft.com/office/officeart/2005/8/layout/list1"/>
    <dgm:cxn modelId="{B7654FA2-0F21-45AE-9674-9CCDECC10C57}" type="presOf" srcId="{ED551E17-23D2-4CCF-8946-CB27D349CA86}" destId="{12D96038-6705-45BB-875A-F8857DAB0363}" srcOrd="1" destOrd="0" presId="urn:microsoft.com/office/officeart/2005/8/layout/list1"/>
    <dgm:cxn modelId="{E1F0F4A3-B8B3-45C3-B680-F34464D2A94E}" type="presOf" srcId="{C26C7D95-EF14-4B4C-8D31-ED06E2754F3F}" destId="{F308208F-26AE-4179-9761-46FF77BE30D2}" srcOrd="0" destOrd="1" presId="urn:microsoft.com/office/officeart/2005/8/layout/list1"/>
    <dgm:cxn modelId="{F69BA4DB-B8FF-4CC2-A45A-97502D7AD54D}" type="presOf" srcId="{18DDD198-8361-4EA7-A98F-5D30F0B8FD32}" destId="{39032745-CA68-42D4-B02D-8A3F9BFC396F}" srcOrd="0" destOrd="0" presId="urn:microsoft.com/office/officeart/2005/8/layout/list1"/>
    <dgm:cxn modelId="{EAB36FEC-D028-4225-BEE1-A2FBD32A436C}" type="presOf" srcId="{996C40A6-BA9D-48C9-B547-A32AE9D48794}" destId="{F308208F-26AE-4179-9761-46FF77BE30D2}" srcOrd="0" destOrd="0" presId="urn:microsoft.com/office/officeart/2005/8/layout/list1"/>
    <dgm:cxn modelId="{86326D2C-D88B-4901-92DD-6650EBB213C8}" type="presParOf" srcId="{39032745-CA68-42D4-B02D-8A3F9BFC396F}" destId="{2458F6CC-EBAD-4C95-940C-79581859873C}" srcOrd="0" destOrd="0" presId="urn:microsoft.com/office/officeart/2005/8/layout/list1"/>
    <dgm:cxn modelId="{07B5A81D-E9A9-4C91-A9BE-0ECC131C2E10}" type="presParOf" srcId="{2458F6CC-EBAD-4C95-940C-79581859873C}" destId="{D8086615-D832-4075-B6A3-25E75D43CCA6}" srcOrd="0" destOrd="0" presId="urn:microsoft.com/office/officeart/2005/8/layout/list1"/>
    <dgm:cxn modelId="{D154F376-5419-4E7D-9193-278843118793}" type="presParOf" srcId="{2458F6CC-EBAD-4C95-940C-79581859873C}" destId="{12D96038-6705-45BB-875A-F8857DAB0363}" srcOrd="1" destOrd="0" presId="urn:microsoft.com/office/officeart/2005/8/layout/list1"/>
    <dgm:cxn modelId="{B977D35F-4BEC-45E4-BBF5-BBB1D1C4D1BC}" type="presParOf" srcId="{39032745-CA68-42D4-B02D-8A3F9BFC396F}" destId="{880A290C-718E-46AD-8867-AF52C87752E1}" srcOrd="1" destOrd="0" presId="urn:microsoft.com/office/officeart/2005/8/layout/list1"/>
    <dgm:cxn modelId="{DA251EAE-7979-4D1A-B9A6-A9D02758EC64}" type="presParOf" srcId="{39032745-CA68-42D4-B02D-8A3F9BFC396F}" destId="{F308208F-26AE-4179-9761-46FF77BE30D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DDD198-8361-4EA7-A98F-5D30F0B8FD32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D551E17-23D2-4CCF-8946-CB27D349CA86}">
      <dgm:prSet/>
      <dgm:spPr/>
      <dgm:t>
        <a:bodyPr/>
        <a:lstStyle/>
        <a:p>
          <a:r>
            <a:rPr lang="es-CO" b="1"/>
            <a:t>Recursos Humanos</a:t>
          </a:r>
          <a:endParaRPr lang="en-US"/>
        </a:p>
      </dgm:t>
    </dgm:pt>
    <dgm:pt modelId="{E2F48F56-7650-4E83-A6A0-69F848BCA741}" type="parTrans" cxnId="{9BB5DB1E-0BEB-4106-84DD-69E919CB1C0C}">
      <dgm:prSet/>
      <dgm:spPr/>
      <dgm:t>
        <a:bodyPr/>
        <a:lstStyle/>
        <a:p>
          <a:endParaRPr lang="en-US"/>
        </a:p>
      </dgm:t>
    </dgm:pt>
    <dgm:pt modelId="{F8D10739-5E77-4771-A9CD-9B94F5078080}" type="sibTrans" cxnId="{9BB5DB1E-0BEB-4106-84DD-69E919CB1C0C}">
      <dgm:prSet/>
      <dgm:spPr/>
      <dgm:t>
        <a:bodyPr/>
        <a:lstStyle/>
        <a:p>
          <a:endParaRPr lang="en-US"/>
        </a:p>
      </dgm:t>
    </dgm:pt>
    <dgm:pt modelId="{996C40A6-BA9D-48C9-B547-A32AE9D48794}">
      <dgm:prSet custT="1"/>
      <dgm:spPr/>
      <dgm:t>
        <a:bodyPr/>
        <a:lstStyle/>
        <a:p>
          <a:r>
            <a:rPr lang="es-CO" sz="3200" dirty="0"/>
            <a:t>¿A quién debo contratar?</a:t>
          </a:r>
          <a:endParaRPr lang="en-US" sz="3200" dirty="0"/>
        </a:p>
      </dgm:t>
    </dgm:pt>
    <dgm:pt modelId="{671EBD97-D332-44FA-988D-B12A51DD71D0}" type="parTrans" cxnId="{725D4984-333F-4E15-B909-B0ABA7224C04}">
      <dgm:prSet/>
      <dgm:spPr/>
      <dgm:t>
        <a:bodyPr/>
        <a:lstStyle/>
        <a:p>
          <a:endParaRPr lang="en-US"/>
        </a:p>
      </dgm:t>
    </dgm:pt>
    <dgm:pt modelId="{40557D84-09F6-472B-BF3D-C201FE93B3C9}" type="sibTrans" cxnId="{725D4984-333F-4E15-B909-B0ABA7224C04}">
      <dgm:prSet/>
      <dgm:spPr/>
      <dgm:t>
        <a:bodyPr/>
        <a:lstStyle/>
        <a:p>
          <a:endParaRPr lang="en-US"/>
        </a:p>
      </dgm:t>
    </dgm:pt>
    <dgm:pt modelId="{C26C7D95-EF14-4B4C-8D31-ED06E2754F3F}">
      <dgm:prSet custT="1"/>
      <dgm:spPr/>
      <dgm:t>
        <a:bodyPr/>
        <a:lstStyle/>
        <a:p>
          <a:r>
            <a:rPr lang="es-CO" sz="3200" dirty="0"/>
            <a:t>¿Qué empleado es probable que nos deje?</a:t>
          </a:r>
          <a:endParaRPr lang="en-US" sz="3200" dirty="0"/>
        </a:p>
      </dgm:t>
    </dgm:pt>
    <dgm:pt modelId="{FC6855E8-2C3D-43B3-8636-60E90FF7B2C1}" type="parTrans" cxnId="{93FCC269-384A-41D0-97F9-6E38DC547DE1}">
      <dgm:prSet/>
      <dgm:spPr/>
      <dgm:t>
        <a:bodyPr/>
        <a:lstStyle/>
        <a:p>
          <a:endParaRPr lang="en-US"/>
        </a:p>
      </dgm:t>
    </dgm:pt>
    <dgm:pt modelId="{DBFB984C-4F46-40CC-948D-574B01A49BB2}" type="sibTrans" cxnId="{93FCC269-384A-41D0-97F9-6E38DC547DE1}">
      <dgm:prSet/>
      <dgm:spPr/>
      <dgm:t>
        <a:bodyPr/>
        <a:lstStyle/>
        <a:p>
          <a:endParaRPr lang="en-US"/>
        </a:p>
      </dgm:t>
    </dgm:pt>
    <dgm:pt modelId="{C0280F89-4BDA-45EC-B7C7-0C835B80A3AE}">
      <dgm:prSet custT="1"/>
      <dgm:spPr/>
      <dgm:t>
        <a:bodyPr/>
        <a:lstStyle/>
        <a:p>
          <a:r>
            <a:rPr lang="es-CO" sz="3200" dirty="0"/>
            <a:t>¿Cuánto debo compensar a las personas?</a:t>
          </a:r>
          <a:endParaRPr lang="en-US" sz="3200" dirty="0"/>
        </a:p>
      </dgm:t>
    </dgm:pt>
    <dgm:pt modelId="{EC34BBD0-8D9A-4269-91C5-3457EDF97E3E}" type="parTrans" cxnId="{E330C025-CF21-4D22-BA9A-627738E0E352}">
      <dgm:prSet/>
      <dgm:spPr/>
      <dgm:t>
        <a:bodyPr/>
        <a:lstStyle/>
        <a:p>
          <a:endParaRPr lang="en-US"/>
        </a:p>
      </dgm:t>
    </dgm:pt>
    <dgm:pt modelId="{D1D109B7-BF24-4694-AED8-043A6EDE0097}" type="sibTrans" cxnId="{E330C025-CF21-4D22-BA9A-627738E0E352}">
      <dgm:prSet/>
      <dgm:spPr/>
      <dgm:t>
        <a:bodyPr/>
        <a:lstStyle/>
        <a:p>
          <a:endParaRPr lang="en-US"/>
        </a:p>
      </dgm:t>
    </dgm:pt>
    <dgm:pt modelId="{7E293173-65F6-49F3-AF84-53D8EA89D643}">
      <dgm:prSet custT="1"/>
      <dgm:spPr/>
      <dgm:t>
        <a:bodyPr/>
        <a:lstStyle/>
        <a:p>
          <a:r>
            <a:rPr lang="es-CO" sz="3200" dirty="0"/>
            <a:t>¿En qué lo debo preparar?</a:t>
          </a:r>
          <a:endParaRPr lang="en-US" sz="3200" dirty="0"/>
        </a:p>
      </dgm:t>
    </dgm:pt>
    <dgm:pt modelId="{656458D2-EA48-46DA-9F8F-28509DA467E5}" type="parTrans" cxnId="{C0D93107-5964-4E83-85B5-C9D6B8244B45}">
      <dgm:prSet/>
      <dgm:spPr/>
      <dgm:t>
        <a:bodyPr/>
        <a:lstStyle/>
        <a:p>
          <a:endParaRPr lang="en-US"/>
        </a:p>
      </dgm:t>
    </dgm:pt>
    <dgm:pt modelId="{1710573B-BBFB-4CD0-8AC3-84407190751B}" type="sibTrans" cxnId="{C0D93107-5964-4E83-85B5-C9D6B8244B45}">
      <dgm:prSet/>
      <dgm:spPr/>
      <dgm:t>
        <a:bodyPr/>
        <a:lstStyle/>
        <a:p>
          <a:endParaRPr lang="en-US"/>
        </a:p>
      </dgm:t>
    </dgm:pt>
    <dgm:pt modelId="{39032745-CA68-42D4-B02D-8A3F9BFC396F}" type="pres">
      <dgm:prSet presAssocID="{18DDD198-8361-4EA7-A98F-5D30F0B8FD32}" presName="linear" presStyleCnt="0">
        <dgm:presLayoutVars>
          <dgm:dir/>
          <dgm:animLvl val="lvl"/>
          <dgm:resizeHandles val="exact"/>
        </dgm:presLayoutVars>
      </dgm:prSet>
      <dgm:spPr/>
    </dgm:pt>
    <dgm:pt modelId="{2458F6CC-EBAD-4C95-940C-79581859873C}" type="pres">
      <dgm:prSet presAssocID="{ED551E17-23D2-4CCF-8946-CB27D349CA86}" presName="parentLin" presStyleCnt="0"/>
      <dgm:spPr/>
    </dgm:pt>
    <dgm:pt modelId="{D8086615-D832-4075-B6A3-25E75D43CCA6}" type="pres">
      <dgm:prSet presAssocID="{ED551E17-23D2-4CCF-8946-CB27D349CA86}" presName="parentLeftMargin" presStyleLbl="node1" presStyleIdx="0" presStyleCnt="1"/>
      <dgm:spPr/>
    </dgm:pt>
    <dgm:pt modelId="{12D96038-6705-45BB-875A-F8857DAB0363}" type="pres">
      <dgm:prSet presAssocID="{ED551E17-23D2-4CCF-8946-CB27D349CA8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0A290C-718E-46AD-8867-AF52C87752E1}" type="pres">
      <dgm:prSet presAssocID="{ED551E17-23D2-4CCF-8946-CB27D349CA86}" presName="negativeSpace" presStyleCnt="0"/>
      <dgm:spPr/>
    </dgm:pt>
    <dgm:pt modelId="{F308208F-26AE-4179-9761-46FF77BE30D2}" type="pres">
      <dgm:prSet presAssocID="{ED551E17-23D2-4CCF-8946-CB27D349CA8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0D93107-5964-4E83-85B5-C9D6B8244B45}" srcId="{ED551E17-23D2-4CCF-8946-CB27D349CA86}" destId="{7E293173-65F6-49F3-AF84-53D8EA89D643}" srcOrd="3" destOrd="0" parTransId="{656458D2-EA48-46DA-9F8F-28509DA467E5}" sibTransId="{1710573B-BBFB-4CD0-8AC3-84407190751B}"/>
    <dgm:cxn modelId="{A6C4D20A-EC0E-466F-A7B7-85397BD39EE6}" type="presOf" srcId="{7E293173-65F6-49F3-AF84-53D8EA89D643}" destId="{F308208F-26AE-4179-9761-46FF77BE30D2}" srcOrd="0" destOrd="3" presId="urn:microsoft.com/office/officeart/2005/8/layout/list1"/>
    <dgm:cxn modelId="{9BB5DB1E-0BEB-4106-84DD-69E919CB1C0C}" srcId="{18DDD198-8361-4EA7-A98F-5D30F0B8FD32}" destId="{ED551E17-23D2-4CCF-8946-CB27D349CA86}" srcOrd="0" destOrd="0" parTransId="{E2F48F56-7650-4E83-A6A0-69F848BCA741}" sibTransId="{F8D10739-5E77-4771-A9CD-9B94F5078080}"/>
    <dgm:cxn modelId="{E330C025-CF21-4D22-BA9A-627738E0E352}" srcId="{ED551E17-23D2-4CCF-8946-CB27D349CA86}" destId="{C0280F89-4BDA-45EC-B7C7-0C835B80A3AE}" srcOrd="2" destOrd="0" parTransId="{EC34BBD0-8D9A-4269-91C5-3457EDF97E3E}" sibTransId="{D1D109B7-BF24-4694-AED8-043A6EDE0097}"/>
    <dgm:cxn modelId="{93FCC269-384A-41D0-97F9-6E38DC547DE1}" srcId="{ED551E17-23D2-4CCF-8946-CB27D349CA86}" destId="{C26C7D95-EF14-4B4C-8D31-ED06E2754F3F}" srcOrd="1" destOrd="0" parTransId="{FC6855E8-2C3D-43B3-8636-60E90FF7B2C1}" sibTransId="{DBFB984C-4F46-40CC-948D-574B01A49BB2}"/>
    <dgm:cxn modelId="{725D4984-333F-4E15-B909-B0ABA7224C04}" srcId="{ED551E17-23D2-4CCF-8946-CB27D349CA86}" destId="{996C40A6-BA9D-48C9-B547-A32AE9D48794}" srcOrd="0" destOrd="0" parTransId="{671EBD97-D332-44FA-988D-B12A51DD71D0}" sibTransId="{40557D84-09F6-472B-BF3D-C201FE93B3C9}"/>
    <dgm:cxn modelId="{CF75EF89-EC02-4A3A-82E0-CA3251064D0D}" type="presOf" srcId="{C0280F89-4BDA-45EC-B7C7-0C835B80A3AE}" destId="{F308208F-26AE-4179-9761-46FF77BE30D2}" srcOrd="0" destOrd="2" presId="urn:microsoft.com/office/officeart/2005/8/layout/list1"/>
    <dgm:cxn modelId="{CD792C8F-1CD1-40F4-B31D-FE48ACC46EDD}" type="presOf" srcId="{ED551E17-23D2-4CCF-8946-CB27D349CA86}" destId="{D8086615-D832-4075-B6A3-25E75D43CCA6}" srcOrd="0" destOrd="0" presId="urn:microsoft.com/office/officeart/2005/8/layout/list1"/>
    <dgm:cxn modelId="{B7654FA2-0F21-45AE-9674-9CCDECC10C57}" type="presOf" srcId="{ED551E17-23D2-4CCF-8946-CB27D349CA86}" destId="{12D96038-6705-45BB-875A-F8857DAB0363}" srcOrd="1" destOrd="0" presId="urn:microsoft.com/office/officeart/2005/8/layout/list1"/>
    <dgm:cxn modelId="{E1F0F4A3-B8B3-45C3-B680-F34464D2A94E}" type="presOf" srcId="{C26C7D95-EF14-4B4C-8D31-ED06E2754F3F}" destId="{F308208F-26AE-4179-9761-46FF77BE30D2}" srcOrd="0" destOrd="1" presId="urn:microsoft.com/office/officeart/2005/8/layout/list1"/>
    <dgm:cxn modelId="{F69BA4DB-B8FF-4CC2-A45A-97502D7AD54D}" type="presOf" srcId="{18DDD198-8361-4EA7-A98F-5D30F0B8FD32}" destId="{39032745-CA68-42D4-B02D-8A3F9BFC396F}" srcOrd="0" destOrd="0" presId="urn:microsoft.com/office/officeart/2005/8/layout/list1"/>
    <dgm:cxn modelId="{EAB36FEC-D028-4225-BEE1-A2FBD32A436C}" type="presOf" srcId="{996C40A6-BA9D-48C9-B547-A32AE9D48794}" destId="{F308208F-26AE-4179-9761-46FF77BE30D2}" srcOrd="0" destOrd="0" presId="urn:microsoft.com/office/officeart/2005/8/layout/list1"/>
    <dgm:cxn modelId="{86326D2C-D88B-4901-92DD-6650EBB213C8}" type="presParOf" srcId="{39032745-CA68-42D4-B02D-8A3F9BFC396F}" destId="{2458F6CC-EBAD-4C95-940C-79581859873C}" srcOrd="0" destOrd="0" presId="urn:microsoft.com/office/officeart/2005/8/layout/list1"/>
    <dgm:cxn modelId="{07B5A81D-E9A9-4C91-A9BE-0ECC131C2E10}" type="presParOf" srcId="{2458F6CC-EBAD-4C95-940C-79581859873C}" destId="{D8086615-D832-4075-B6A3-25E75D43CCA6}" srcOrd="0" destOrd="0" presId="urn:microsoft.com/office/officeart/2005/8/layout/list1"/>
    <dgm:cxn modelId="{D154F376-5419-4E7D-9193-278843118793}" type="presParOf" srcId="{2458F6CC-EBAD-4C95-940C-79581859873C}" destId="{12D96038-6705-45BB-875A-F8857DAB0363}" srcOrd="1" destOrd="0" presId="urn:microsoft.com/office/officeart/2005/8/layout/list1"/>
    <dgm:cxn modelId="{B977D35F-4BEC-45E4-BBF5-BBB1D1C4D1BC}" type="presParOf" srcId="{39032745-CA68-42D4-B02D-8A3F9BFC396F}" destId="{880A290C-718E-46AD-8867-AF52C87752E1}" srcOrd="1" destOrd="0" presId="urn:microsoft.com/office/officeart/2005/8/layout/list1"/>
    <dgm:cxn modelId="{DA251EAE-7979-4D1A-B9A6-A9D02758EC64}" type="presParOf" srcId="{39032745-CA68-42D4-B02D-8A3F9BFC396F}" destId="{F308208F-26AE-4179-9761-46FF77BE30D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DDD198-8361-4EA7-A98F-5D30F0B8FD32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D551E17-23D2-4CCF-8946-CB27D349CA86}">
      <dgm:prSet/>
      <dgm:spPr/>
      <dgm:t>
        <a:bodyPr/>
        <a:lstStyle/>
        <a:p>
          <a:r>
            <a:rPr lang="es-CO" b="1" dirty="0"/>
            <a:t>Jurídica</a:t>
          </a:r>
          <a:endParaRPr lang="en-US" dirty="0"/>
        </a:p>
      </dgm:t>
    </dgm:pt>
    <dgm:pt modelId="{E2F48F56-7650-4E83-A6A0-69F848BCA741}" type="parTrans" cxnId="{9BB5DB1E-0BEB-4106-84DD-69E919CB1C0C}">
      <dgm:prSet/>
      <dgm:spPr/>
      <dgm:t>
        <a:bodyPr/>
        <a:lstStyle/>
        <a:p>
          <a:endParaRPr lang="en-US"/>
        </a:p>
      </dgm:t>
    </dgm:pt>
    <dgm:pt modelId="{F8D10739-5E77-4771-A9CD-9B94F5078080}" type="sibTrans" cxnId="{9BB5DB1E-0BEB-4106-84DD-69E919CB1C0C}">
      <dgm:prSet/>
      <dgm:spPr/>
      <dgm:t>
        <a:bodyPr/>
        <a:lstStyle/>
        <a:p>
          <a:endParaRPr lang="en-US"/>
        </a:p>
      </dgm:t>
    </dgm:pt>
    <dgm:pt modelId="{996C40A6-BA9D-48C9-B547-A32AE9D48794}">
      <dgm:prSet custT="1"/>
      <dgm:spPr/>
      <dgm:t>
        <a:bodyPr/>
        <a:lstStyle/>
        <a:p>
          <a:r>
            <a:rPr lang="es-CO" sz="3200" dirty="0"/>
            <a:t>¿Este contrato este bien redactado?</a:t>
          </a:r>
          <a:endParaRPr lang="en-US" sz="3200" dirty="0"/>
        </a:p>
      </dgm:t>
    </dgm:pt>
    <dgm:pt modelId="{671EBD97-D332-44FA-988D-B12A51DD71D0}" type="parTrans" cxnId="{725D4984-333F-4E15-B909-B0ABA7224C04}">
      <dgm:prSet/>
      <dgm:spPr/>
      <dgm:t>
        <a:bodyPr/>
        <a:lstStyle/>
        <a:p>
          <a:endParaRPr lang="en-US"/>
        </a:p>
      </dgm:t>
    </dgm:pt>
    <dgm:pt modelId="{40557D84-09F6-472B-BF3D-C201FE93B3C9}" type="sibTrans" cxnId="{725D4984-333F-4E15-B909-B0ABA7224C04}">
      <dgm:prSet/>
      <dgm:spPr/>
      <dgm:t>
        <a:bodyPr/>
        <a:lstStyle/>
        <a:p>
          <a:endParaRPr lang="en-US"/>
        </a:p>
      </dgm:t>
    </dgm:pt>
    <dgm:pt modelId="{C26C7D95-EF14-4B4C-8D31-ED06E2754F3F}">
      <dgm:prSet custT="1"/>
      <dgm:spPr/>
      <dgm:t>
        <a:bodyPr/>
        <a:lstStyle/>
        <a:p>
          <a:r>
            <a:rPr lang="es-CO" sz="3200" dirty="0"/>
            <a:t>¿Este contrato tiene clausula de confidencialidad?</a:t>
          </a:r>
          <a:endParaRPr lang="en-US" sz="3200" dirty="0"/>
        </a:p>
      </dgm:t>
    </dgm:pt>
    <dgm:pt modelId="{FC6855E8-2C3D-43B3-8636-60E90FF7B2C1}" type="parTrans" cxnId="{93FCC269-384A-41D0-97F9-6E38DC547DE1}">
      <dgm:prSet/>
      <dgm:spPr/>
      <dgm:t>
        <a:bodyPr/>
        <a:lstStyle/>
        <a:p>
          <a:endParaRPr lang="en-US"/>
        </a:p>
      </dgm:t>
    </dgm:pt>
    <dgm:pt modelId="{DBFB984C-4F46-40CC-948D-574B01A49BB2}" type="sibTrans" cxnId="{93FCC269-384A-41D0-97F9-6E38DC547DE1}">
      <dgm:prSet/>
      <dgm:spPr/>
      <dgm:t>
        <a:bodyPr/>
        <a:lstStyle/>
        <a:p>
          <a:endParaRPr lang="en-US"/>
        </a:p>
      </dgm:t>
    </dgm:pt>
    <dgm:pt modelId="{C0280F89-4BDA-45EC-B7C7-0C835B80A3AE}">
      <dgm:prSet custT="1"/>
      <dgm:spPr/>
      <dgm:t>
        <a:bodyPr/>
        <a:lstStyle/>
        <a:p>
          <a:r>
            <a:rPr lang="es-CO" sz="3200" dirty="0"/>
            <a:t>¿Este contrato cuanto costará?</a:t>
          </a:r>
          <a:endParaRPr lang="en-US" sz="3200" dirty="0"/>
        </a:p>
      </dgm:t>
    </dgm:pt>
    <dgm:pt modelId="{EC34BBD0-8D9A-4269-91C5-3457EDF97E3E}" type="parTrans" cxnId="{E330C025-CF21-4D22-BA9A-627738E0E352}">
      <dgm:prSet/>
      <dgm:spPr/>
      <dgm:t>
        <a:bodyPr/>
        <a:lstStyle/>
        <a:p>
          <a:endParaRPr lang="en-US"/>
        </a:p>
      </dgm:t>
    </dgm:pt>
    <dgm:pt modelId="{D1D109B7-BF24-4694-AED8-043A6EDE0097}" type="sibTrans" cxnId="{E330C025-CF21-4D22-BA9A-627738E0E352}">
      <dgm:prSet/>
      <dgm:spPr/>
      <dgm:t>
        <a:bodyPr/>
        <a:lstStyle/>
        <a:p>
          <a:endParaRPr lang="en-US"/>
        </a:p>
      </dgm:t>
    </dgm:pt>
    <dgm:pt modelId="{7E293173-65F6-49F3-AF84-53D8EA89D643}">
      <dgm:prSet custT="1"/>
      <dgm:spPr/>
      <dgm:t>
        <a:bodyPr/>
        <a:lstStyle/>
        <a:p>
          <a:r>
            <a:rPr lang="es-CO" sz="3200" dirty="0"/>
            <a:t>¿A que abogado le debo encargar la elaboración de este contrato?</a:t>
          </a:r>
          <a:endParaRPr lang="en-US" sz="3200" dirty="0"/>
        </a:p>
      </dgm:t>
    </dgm:pt>
    <dgm:pt modelId="{656458D2-EA48-46DA-9F8F-28509DA467E5}" type="parTrans" cxnId="{C0D93107-5964-4E83-85B5-C9D6B8244B45}">
      <dgm:prSet/>
      <dgm:spPr/>
      <dgm:t>
        <a:bodyPr/>
        <a:lstStyle/>
        <a:p>
          <a:endParaRPr lang="en-US"/>
        </a:p>
      </dgm:t>
    </dgm:pt>
    <dgm:pt modelId="{1710573B-BBFB-4CD0-8AC3-84407190751B}" type="sibTrans" cxnId="{C0D93107-5964-4E83-85B5-C9D6B8244B45}">
      <dgm:prSet/>
      <dgm:spPr/>
      <dgm:t>
        <a:bodyPr/>
        <a:lstStyle/>
        <a:p>
          <a:endParaRPr lang="en-US"/>
        </a:p>
      </dgm:t>
    </dgm:pt>
    <dgm:pt modelId="{39032745-CA68-42D4-B02D-8A3F9BFC396F}" type="pres">
      <dgm:prSet presAssocID="{18DDD198-8361-4EA7-A98F-5D30F0B8FD32}" presName="linear" presStyleCnt="0">
        <dgm:presLayoutVars>
          <dgm:dir/>
          <dgm:animLvl val="lvl"/>
          <dgm:resizeHandles val="exact"/>
        </dgm:presLayoutVars>
      </dgm:prSet>
      <dgm:spPr/>
    </dgm:pt>
    <dgm:pt modelId="{2458F6CC-EBAD-4C95-940C-79581859873C}" type="pres">
      <dgm:prSet presAssocID="{ED551E17-23D2-4CCF-8946-CB27D349CA86}" presName="parentLin" presStyleCnt="0"/>
      <dgm:spPr/>
    </dgm:pt>
    <dgm:pt modelId="{D8086615-D832-4075-B6A3-25E75D43CCA6}" type="pres">
      <dgm:prSet presAssocID="{ED551E17-23D2-4CCF-8946-CB27D349CA86}" presName="parentLeftMargin" presStyleLbl="node1" presStyleIdx="0" presStyleCnt="1"/>
      <dgm:spPr/>
    </dgm:pt>
    <dgm:pt modelId="{12D96038-6705-45BB-875A-F8857DAB0363}" type="pres">
      <dgm:prSet presAssocID="{ED551E17-23D2-4CCF-8946-CB27D349CA8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0A290C-718E-46AD-8867-AF52C87752E1}" type="pres">
      <dgm:prSet presAssocID="{ED551E17-23D2-4CCF-8946-CB27D349CA86}" presName="negativeSpace" presStyleCnt="0"/>
      <dgm:spPr/>
    </dgm:pt>
    <dgm:pt modelId="{F308208F-26AE-4179-9761-46FF77BE30D2}" type="pres">
      <dgm:prSet presAssocID="{ED551E17-23D2-4CCF-8946-CB27D349CA8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0D93107-5964-4E83-85B5-C9D6B8244B45}" srcId="{ED551E17-23D2-4CCF-8946-CB27D349CA86}" destId="{7E293173-65F6-49F3-AF84-53D8EA89D643}" srcOrd="3" destOrd="0" parTransId="{656458D2-EA48-46DA-9F8F-28509DA467E5}" sibTransId="{1710573B-BBFB-4CD0-8AC3-84407190751B}"/>
    <dgm:cxn modelId="{A6C4D20A-EC0E-466F-A7B7-85397BD39EE6}" type="presOf" srcId="{7E293173-65F6-49F3-AF84-53D8EA89D643}" destId="{F308208F-26AE-4179-9761-46FF77BE30D2}" srcOrd="0" destOrd="3" presId="urn:microsoft.com/office/officeart/2005/8/layout/list1"/>
    <dgm:cxn modelId="{9BB5DB1E-0BEB-4106-84DD-69E919CB1C0C}" srcId="{18DDD198-8361-4EA7-A98F-5D30F0B8FD32}" destId="{ED551E17-23D2-4CCF-8946-CB27D349CA86}" srcOrd="0" destOrd="0" parTransId="{E2F48F56-7650-4E83-A6A0-69F848BCA741}" sibTransId="{F8D10739-5E77-4771-A9CD-9B94F5078080}"/>
    <dgm:cxn modelId="{E330C025-CF21-4D22-BA9A-627738E0E352}" srcId="{ED551E17-23D2-4CCF-8946-CB27D349CA86}" destId="{C0280F89-4BDA-45EC-B7C7-0C835B80A3AE}" srcOrd="2" destOrd="0" parTransId="{EC34BBD0-8D9A-4269-91C5-3457EDF97E3E}" sibTransId="{D1D109B7-BF24-4694-AED8-043A6EDE0097}"/>
    <dgm:cxn modelId="{93FCC269-384A-41D0-97F9-6E38DC547DE1}" srcId="{ED551E17-23D2-4CCF-8946-CB27D349CA86}" destId="{C26C7D95-EF14-4B4C-8D31-ED06E2754F3F}" srcOrd="1" destOrd="0" parTransId="{FC6855E8-2C3D-43B3-8636-60E90FF7B2C1}" sibTransId="{DBFB984C-4F46-40CC-948D-574B01A49BB2}"/>
    <dgm:cxn modelId="{725D4984-333F-4E15-B909-B0ABA7224C04}" srcId="{ED551E17-23D2-4CCF-8946-CB27D349CA86}" destId="{996C40A6-BA9D-48C9-B547-A32AE9D48794}" srcOrd="0" destOrd="0" parTransId="{671EBD97-D332-44FA-988D-B12A51DD71D0}" sibTransId="{40557D84-09F6-472B-BF3D-C201FE93B3C9}"/>
    <dgm:cxn modelId="{CF75EF89-EC02-4A3A-82E0-CA3251064D0D}" type="presOf" srcId="{C0280F89-4BDA-45EC-B7C7-0C835B80A3AE}" destId="{F308208F-26AE-4179-9761-46FF77BE30D2}" srcOrd="0" destOrd="2" presId="urn:microsoft.com/office/officeart/2005/8/layout/list1"/>
    <dgm:cxn modelId="{CD792C8F-1CD1-40F4-B31D-FE48ACC46EDD}" type="presOf" srcId="{ED551E17-23D2-4CCF-8946-CB27D349CA86}" destId="{D8086615-D832-4075-B6A3-25E75D43CCA6}" srcOrd="0" destOrd="0" presId="urn:microsoft.com/office/officeart/2005/8/layout/list1"/>
    <dgm:cxn modelId="{B7654FA2-0F21-45AE-9674-9CCDECC10C57}" type="presOf" srcId="{ED551E17-23D2-4CCF-8946-CB27D349CA86}" destId="{12D96038-6705-45BB-875A-F8857DAB0363}" srcOrd="1" destOrd="0" presId="urn:microsoft.com/office/officeart/2005/8/layout/list1"/>
    <dgm:cxn modelId="{E1F0F4A3-B8B3-45C3-B680-F34464D2A94E}" type="presOf" srcId="{C26C7D95-EF14-4B4C-8D31-ED06E2754F3F}" destId="{F308208F-26AE-4179-9761-46FF77BE30D2}" srcOrd="0" destOrd="1" presId="urn:microsoft.com/office/officeart/2005/8/layout/list1"/>
    <dgm:cxn modelId="{F69BA4DB-B8FF-4CC2-A45A-97502D7AD54D}" type="presOf" srcId="{18DDD198-8361-4EA7-A98F-5D30F0B8FD32}" destId="{39032745-CA68-42D4-B02D-8A3F9BFC396F}" srcOrd="0" destOrd="0" presId="urn:microsoft.com/office/officeart/2005/8/layout/list1"/>
    <dgm:cxn modelId="{EAB36FEC-D028-4225-BEE1-A2FBD32A436C}" type="presOf" srcId="{996C40A6-BA9D-48C9-B547-A32AE9D48794}" destId="{F308208F-26AE-4179-9761-46FF77BE30D2}" srcOrd="0" destOrd="0" presId="urn:microsoft.com/office/officeart/2005/8/layout/list1"/>
    <dgm:cxn modelId="{86326D2C-D88B-4901-92DD-6650EBB213C8}" type="presParOf" srcId="{39032745-CA68-42D4-B02D-8A3F9BFC396F}" destId="{2458F6CC-EBAD-4C95-940C-79581859873C}" srcOrd="0" destOrd="0" presId="urn:microsoft.com/office/officeart/2005/8/layout/list1"/>
    <dgm:cxn modelId="{07B5A81D-E9A9-4C91-A9BE-0ECC131C2E10}" type="presParOf" srcId="{2458F6CC-EBAD-4C95-940C-79581859873C}" destId="{D8086615-D832-4075-B6A3-25E75D43CCA6}" srcOrd="0" destOrd="0" presId="urn:microsoft.com/office/officeart/2005/8/layout/list1"/>
    <dgm:cxn modelId="{D154F376-5419-4E7D-9193-278843118793}" type="presParOf" srcId="{2458F6CC-EBAD-4C95-940C-79581859873C}" destId="{12D96038-6705-45BB-875A-F8857DAB0363}" srcOrd="1" destOrd="0" presId="urn:microsoft.com/office/officeart/2005/8/layout/list1"/>
    <dgm:cxn modelId="{B977D35F-4BEC-45E4-BBF5-BBB1D1C4D1BC}" type="presParOf" srcId="{39032745-CA68-42D4-B02D-8A3F9BFC396F}" destId="{880A290C-718E-46AD-8867-AF52C87752E1}" srcOrd="1" destOrd="0" presId="urn:microsoft.com/office/officeart/2005/8/layout/list1"/>
    <dgm:cxn modelId="{DA251EAE-7979-4D1A-B9A6-A9D02758EC64}" type="presParOf" srcId="{39032745-CA68-42D4-B02D-8A3F9BFC396F}" destId="{F308208F-26AE-4179-9761-46FF77BE30D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562714-181E-4B82-B05E-819A9334690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69FF88F-6960-46D1-B914-D0A38F4D8ABB}">
      <dgm:prSet/>
      <dgm:spPr/>
      <dgm:t>
        <a:bodyPr/>
        <a:lstStyle/>
        <a:p>
          <a:r>
            <a:rPr lang="es-ES" dirty="0"/>
            <a:t>Es la ciencia y el arte de elaborar y responder preguntas, que permitan tomar decisiones con menos incertidumbre, utilizando datos.</a:t>
          </a:r>
          <a:endParaRPr lang="en-US" dirty="0"/>
        </a:p>
      </dgm:t>
    </dgm:pt>
    <dgm:pt modelId="{6092AFDC-9A9D-4089-9CD4-53B9CB83AA55}" type="parTrans" cxnId="{AD04975F-CC8D-4308-8555-529E3A579F77}">
      <dgm:prSet/>
      <dgm:spPr/>
      <dgm:t>
        <a:bodyPr/>
        <a:lstStyle/>
        <a:p>
          <a:endParaRPr lang="en-US"/>
        </a:p>
      </dgm:t>
    </dgm:pt>
    <dgm:pt modelId="{1024526F-5962-41EB-AE54-271A901843E9}" type="sibTrans" cxnId="{AD04975F-CC8D-4308-8555-529E3A579F77}">
      <dgm:prSet/>
      <dgm:spPr/>
      <dgm:t>
        <a:bodyPr/>
        <a:lstStyle/>
        <a:p>
          <a:endParaRPr lang="en-US"/>
        </a:p>
      </dgm:t>
    </dgm:pt>
    <dgm:pt modelId="{01809FE7-8D14-41C2-8B63-FE91BC6D67D7}">
      <dgm:prSet/>
      <dgm:spPr/>
      <dgm:t>
        <a:bodyPr/>
        <a:lstStyle/>
        <a:p>
          <a:r>
            <a:rPr lang="es-ES"/>
            <a:t>Y esta definición aplica también para la Inteligencia Artificial con la adición de que el que toma la decisión es la maquina</a:t>
          </a:r>
          <a:endParaRPr lang="en-US"/>
        </a:p>
      </dgm:t>
    </dgm:pt>
    <dgm:pt modelId="{054E6940-11CB-4B13-B21E-DAB3E30176A3}" type="parTrans" cxnId="{156B3CF3-C42A-4614-8737-D150081FFCC6}">
      <dgm:prSet/>
      <dgm:spPr/>
      <dgm:t>
        <a:bodyPr/>
        <a:lstStyle/>
        <a:p>
          <a:endParaRPr lang="en-US"/>
        </a:p>
      </dgm:t>
    </dgm:pt>
    <dgm:pt modelId="{5E96A859-210E-49BB-9474-EAB5133538EE}" type="sibTrans" cxnId="{156B3CF3-C42A-4614-8737-D150081FFCC6}">
      <dgm:prSet/>
      <dgm:spPr/>
      <dgm:t>
        <a:bodyPr/>
        <a:lstStyle/>
        <a:p>
          <a:endParaRPr lang="en-US"/>
        </a:p>
      </dgm:t>
    </dgm:pt>
    <dgm:pt modelId="{F08F8304-1751-434E-8006-523CE8EC29F0}" type="pres">
      <dgm:prSet presAssocID="{69562714-181E-4B82-B05E-819A93346909}" presName="vert0" presStyleCnt="0">
        <dgm:presLayoutVars>
          <dgm:dir/>
          <dgm:animOne val="branch"/>
          <dgm:animLvl val="lvl"/>
        </dgm:presLayoutVars>
      </dgm:prSet>
      <dgm:spPr/>
    </dgm:pt>
    <dgm:pt modelId="{0AA7B64B-BD6C-46D1-90C7-CCB4567D939D}" type="pres">
      <dgm:prSet presAssocID="{A69FF88F-6960-46D1-B914-D0A38F4D8ABB}" presName="thickLine" presStyleLbl="alignNode1" presStyleIdx="0" presStyleCnt="2"/>
      <dgm:spPr/>
    </dgm:pt>
    <dgm:pt modelId="{31F90E12-D35B-46B3-BB3B-8CFB1AF232E5}" type="pres">
      <dgm:prSet presAssocID="{A69FF88F-6960-46D1-B914-D0A38F4D8ABB}" presName="horz1" presStyleCnt="0"/>
      <dgm:spPr/>
    </dgm:pt>
    <dgm:pt modelId="{DEE9AECE-F792-4DEF-9E22-82E34FCE49B8}" type="pres">
      <dgm:prSet presAssocID="{A69FF88F-6960-46D1-B914-D0A38F4D8ABB}" presName="tx1" presStyleLbl="revTx" presStyleIdx="0" presStyleCnt="2"/>
      <dgm:spPr/>
    </dgm:pt>
    <dgm:pt modelId="{5776E4F9-1803-41AB-A596-F69BAE585966}" type="pres">
      <dgm:prSet presAssocID="{A69FF88F-6960-46D1-B914-D0A38F4D8ABB}" presName="vert1" presStyleCnt="0"/>
      <dgm:spPr/>
    </dgm:pt>
    <dgm:pt modelId="{13401688-9271-4262-93F2-2D063FE7262F}" type="pres">
      <dgm:prSet presAssocID="{01809FE7-8D14-41C2-8B63-FE91BC6D67D7}" presName="thickLine" presStyleLbl="alignNode1" presStyleIdx="1" presStyleCnt="2"/>
      <dgm:spPr/>
    </dgm:pt>
    <dgm:pt modelId="{9F375118-C849-4A23-8D1D-B201781193D7}" type="pres">
      <dgm:prSet presAssocID="{01809FE7-8D14-41C2-8B63-FE91BC6D67D7}" presName="horz1" presStyleCnt="0"/>
      <dgm:spPr/>
    </dgm:pt>
    <dgm:pt modelId="{5C13D064-0210-4ABD-89F9-41BC8D1E4FC6}" type="pres">
      <dgm:prSet presAssocID="{01809FE7-8D14-41C2-8B63-FE91BC6D67D7}" presName="tx1" presStyleLbl="revTx" presStyleIdx="1" presStyleCnt="2"/>
      <dgm:spPr/>
    </dgm:pt>
    <dgm:pt modelId="{AE5B25BB-A95E-4DE7-A706-41AC9BFF6B05}" type="pres">
      <dgm:prSet presAssocID="{01809FE7-8D14-41C2-8B63-FE91BC6D67D7}" presName="vert1" presStyleCnt="0"/>
      <dgm:spPr/>
    </dgm:pt>
  </dgm:ptLst>
  <dgm:cxnLst>
    <dgm:cxn modelId="{6BE1BA21-F299-4D6D-9C0A-B8508AB98E70}" type="presOf" srcId="{A69FF88F-6960-46D1-B914-D0A38F4D8ABB}" destId="{DEE9AECE-F792-4DEF-9E22-82E34FCE49B8}" srcOrd="0" destOrd="0" presId="urn:microsoft.com/office/officeart/2008/layout/LinedList"/>
    <dgm:cxn modelId="{AD04975F-CC8D-4308-8555-529E3A579F77}" srcId="{69562714-181E-4B82-B05E-819A93346909}" destId="{A69FF88F-6960-46D1-B914-D0A38F4D8ABB}" srcOrd="0" destOrd="0" parTransId="{6092AFDC-9A9D-4089-9CD4-53B9CB83AA55}" sibTransId="{1024526F-5962-41EB-AE54-271A901843E9}"/>
    <dgm:cxn modelId="{EE105E82-59A6-43CE-8373-5CBB0E59BF8F}" type="presOf" srcId="{69562714-181E-4B82-B05E-819A93346909}" destId="{F08F8304-1751-434E-8006-523CE8EC29F0}" srcOrd="0" destOrd="0" presId="urn:microsoft.com/office/officeart/2008/layout/LinedList"/>
    <dgm:cxn modelId="{9C8D168A-2F73-4594-BC18-200E3344EDBF}" type="presOf" srcId="{01809FE7-8D14-41C2-8B63-FE91BC6D67D7}" destId="{5C13D064-0210-4ABD-89F9-41BC8D1E4FC6}" srcOrd="0" destOrd="0" presId="urn:microsoft.com/office/officeart/2008/layout/LinedList"/>
    <dgm:cxn modelId="{156B3CF3-C42A-4614-8737-D150081FFCC6}" srcId="{69562714-181E-4B82-B05E-819A93346909}" destId="{01809FE7-8D14-41C2-8B63-FE91BC6D67D7}" srcOrd="1" destOrd="0" parTransId="{054E6940-11CB-4B13-B21E-DAB3E30176A3}" sibTransId="{5E96A859-210E-49BB-9474-EAB5133538EE}"/>
    <dgm:cxn modelId="{F929FFD0-1074-4BFB-8F7C-E7AC91BBB86C}" type="presParOf" srcId="{F08F8304-1751-434E-8006-523CE8EC29F0}" destId="{0AA7B64B-BD6C-46D1-90C7-CCB4567D939D}" srcOrd="0" destOrd="0" presId="urn:microsoft.com/office/officeart/2008/layout/LinedList"/>
    <dgm:cxn modelId="{5590877A-07A1-4E5B-B6C9-452E15994F2E}" type="presParOf" srcId="{F08F8304-1751-434E-8006-523CE8EC29F0}" destId="{31F90E12-D35B-46B3-BB3B-8CFB1AF232E5}" srcOrd="1" destOrd="0" presId="urn:microsoft.com/office/officeart/2008/layout/LinedList"/>
    <dgm:cxn modelId="{A6E90BDF-3912-4EB9-8FE2-37F05EF79158}" type="presParOf" srcId="{31F90E12-D35B-46B3-BB3B-8CFB1AF232E5}" destId="{DEE9AECE-F792-4DEF-9E22-82E34FCE49B8}" srcOrd="0" destOrd="0" presId="urn:microsoft.com/office/officeart/2008/layout/LinedList"/>
    <dgm:cxn modelId="{E9A7F1C8-5E5B-4D40-88F6-F88A7722E104}" type="presParOf" srcId="{31F90E12-D35B-46B3-BB3B-8CFB1AF232E5}" destId="{5776E4F9-1803-41AB-A596-F69BAE585966}" srcOrd="1" destOrd="0" presId="urn:microsoft.com/office/officeart/2008/layout/LinedList"/>
    <dgm:cxn modelId="{C41EBBF5-21E9-4453-B0D7-D9E1B59F7D58}" type="presParOf" srcId="{F08F8304-1751-434E-8006-523CE8EC29F0}" destId="{13401688-9271-4262-93F2-2D063FE7262F}" srcOrd="2" destOrd="0" presId="urn:microsoft.com/office/officeart/2008/layout/LinedList"/>
    <dgm:cxn modelId="{B04F5C79-A128-45DE-8270-F44BF7E9D8A4}" type="presParOf" srcId="{F08F8304-1751-434E-8006-523CE8EC29F0}" destId="{9F375118-C849-4A23-8D1D-B201781193D7}" srcOrd="3" destOrd="0" presId="urn:microsoft.com/office/officeart/2008/layout/LinedList"/>
    <dgm:cxn modelId="{FB367079-81C5-4EE1-8286-DDE1C064C3CF}" type="presParOf" srcId="{9F375118-C849-4A23-8D1D-B201781193D7}" destId="{5C13D064-0210-4ABD-89F9-41BC8D1E4FC6}" srcOrd="0" destOrd="0" presId="urn:microsoft.com/office/officeart/2008/layout/LinedList"/>
    <dgm:cxn modelId="{DE34F59D-7BFC-48AF-871C-D557AABAB5E9}" type="presParOf" srcId="{9F375118-C849-4A23-8D1D-B201781193D7}" destId="{AE5B25BB-A95E-4DE7-A706-41AC9BFF6B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C77EF5B-1E7D-47AE-AB02-614340FDC6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25CADA-B1A6-46CB-92D2-1BDC9631E040}">
      <dgm:prSet/>
      <dgm:spPr/>
      <dgm:t>
        <a:bodyPr/>
        <a:lstStyle/>
        <a:p>
          <a:r>
            <a:rPr lang="es-CO" dirty="0"/>
            <a:t># 1: Terminología específica </a:t>
          </a:r>
          <a:r>
            <a:rPr lang="es-CO"/>
            <a:t>y simple</a:t>
          </a:r>
          <a:endParaRPr lang="en-US"/>
        </a:p>
      </dgm:t>
    </dgm:pt>
    <dgm:pt modelId="{7C26ECA1-9A77-4CDF-A728-ACAD04F3A230}" type="parTrans" cxnId="{5AAA92E8-7A8D-420C-8D6D-54A29BBF0635}">
      <dgm:prSet/>
      <dgm:spPr/>
      <dgm:t>
        <a:bodyPr/>
        <a:lstStyle/>
        <a:p>
          <a:endParaRPr lang="en-US"/>
        </a:p>
      </dgm:t>
    </dgm:pt>
    <dgm:pt modelId="{00531A2A-3B63-4BCD-8705-B40258B790B8}" type="sibTrans" cxnId="{5AAA92E8-7A8D-420C-8D6D-54A29BBF0635}">
      <dgm:prSet/>
      <dgm:spPr/>
      <dgm:t>
        <a:bodyPr/>
        <a:lstStyle/>
        <a:p>
          <a:endParaRPr lang="en-US"/>
        </a:p>
      </dgm:t>
    </dgm:pt>
    <dgm:pt modelId="{089A2271-12D9-4016-84C7-4D0A54C777BC}">
      <dgm:prSet/>
      <dgm:spPr/>
      <dgm:t>
        <a:bodyPr/>
        <a:lstStyle/>
        <a:p>
          <a:r>
            <a:rPr lang="es-CO"/>
            <a:t># 2: Alcance Específico</a:t>
          </a:r>
          <a:endParaRPr lang="en-US"/>
        </a:p>
      </dgm:t>
    </dgm:pt>
    <dgm:pt modelId="{8B9B5BE1-80CF-47C7-9777-8D0CCE21AF09}" type="parTrans" cxnId="{FCCEC31E-4B0B-4CE2-80A6-4BC066A53242}">
      <dgm:prSet/>
      <dgm:spPr/>
      <dgm:t>
        <a:bodyPr/>
        <a:lstStyle/>
        <a:p>
          <a:endParaRPr lang="en-US"/>
        </a:p>
      </dgm:t>
    </dgm:pt>
    <dgm:pt modelId="{1E2CB6C5-B6F5-4B82-B677-AECE97AED823}" type="sibTrans" cxnId="{FCCEC31E-4B0B-4CE2-80A6-4BC066A53242}">
      <dgm:prSet/>
      <dgm:spPr/>
      <dgm:t>
        <a:bodyPr/>
        <a:lstStyle/>
        <a:p>
          <a:endParaRPr lang="en-US"/>
        </a:p>
      </dgm:t>
    </dgm:pt>
    <dgm:pt modelId="{0E7C0FE7-8F84-494F-98B8-2D617F8E0830}">
      <dgm:prSet/>
      <dgm:spPr/>
      <dgm:t>
        <a:bodyPr/>
        <a:lstStyle/>
        <a:p>
          <a:r>
            <a:rPr lang="es-CO" dirty="0"/>
            <a:t># 3: Contexto específico</a:t>
          </a:r>
          <a:endParaRPr lang="en-US" dirty="0"/>
        </a:p>
      </dgm:t>
    </dgm:pt>
    <dgm:pt modelId="{7C27F960-9E4E-4FB8-8236-57D091059F39}" type="parTrans" cxnId="{1DBF593C-E657-4DBA-9C11-DAF75B14EFC1}">
      <dgm:prSet/>
      <dgm:spPr/>
      <dgm:t>
        <a:bodyPr/>
        <a:lstStyle/>
        <a:p>
          <a:endParaRPr lang="en-US"/>
        </a:p>
      </dgm:t>
    </dgm:pt>
    <dgm:pt modelId="{59EB1CF4-6621-43B1-B180-966950296E01}" type="sibTrans" cxnId="{1DBF593C-E657-4DBA-9C11-DAF75B14EFC1}">
      <dgm:prSet/>
      <dgm:spPr/>
      <dgm:t>
        <a:bodyPr/>
        <a:lstStyle/>
        <a:p>
          <a:endParaRPr lang="en-US"/>
        </a:p>
      </dgm:t>
    </dgm:pt>
    <dgm:pt modelId="{326342A3-82B2-420D-9BDB-C9C5B11F39B0}" type="pres">
      <dgm:prSet presAssocID="{2C77EF5B-1E7D-47AE-AB02-614340FDC6A8}" presName="root" presStyleCnt="0">
        <dgm:presLayoutVars>
          <dgm:dir/>
          <dgm:resizeHandles val="exact"/>
        </dgm:presLayoutVars>
      </dgm:prSet>
      <dgm:spPr/>
    </dgm:pt>
    <dgm:pt modelId="{3CF2448E-3688-4E77-B787-CD0ED7E25109}" type="pres">
      <dgm:prSet presAssocID="{BA25CADA-B1A6-46CB-92D2-1BDC9631E040}" presName="compNode" presStyleCnt="0"/>
      <dgm:spPr/>
    </dgm:pt>
    <dgm:pt modelId="{75C2352C-C173-4326-B7A3-1ADB7BF1B346}" type="pres">
      <dgm:prSet presAssocID="{BA25CADA-B1A6-46CB-92D2-1BDC9631E040}" presName="bgRect" presStyleLbl="bgShp" presStyleIdx="0" presStyleCnt="3"/>
      <dgm:spPr/>
    </dgm:pt>
    <dgm:pt modelId="{50DBF6B2-C49B-4EDE-9A90-BA827ABDA5A2}" type="pres">
      <dgm:prSet presAssocID="{BA25CADA-B1A6-46CB-92D2-1BDC9631E04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0A426A2E-E716-4599-96B2-305F72068D93}" type="pres">
      <dgm:prSet presAssocID="{BA25CADA-B1A6-46CB-92D2-1BDC9631E040}" presName="spaceRect" presStyleCnt="0"/>
      <dgm:spPr/>
    </dgm:pt>
    <dgm:pt modelId="{EB7518B3-9FF4-4A3B-9A0C-458B909498E8}" type="pres">
      <dgm:prSet presAssocID="{BA25CADA-B1A6-46CB-92D2-1BDC9631E040}" presName="parTx" presStyleLbl="revTx" presStyleIdx="0" presStyleCnt="3">
        <dgm:presLayoutVars>
          <dgm:chMax val="0"/>
          <dgm:chPref val="0"/>
        </dgm:presLayoutVars>
      </dgm:prSet>
      <dgm:spPr/>
    </dgm:pt>
    <dgm:pt modelId="{3C749F4F-8F5A-464D-90B5-A80E75865B3F}" type="pres">
      <dgm:prSet presAssocID="{00531A2A-3B63-4BCD-8705-B40258B790B8}" presName="sibTrans" presStyleCnt="0"/>
      <dgm:spPr/>
    </dgm:pt>
    <dgm:pt modelId="{6D304417-BD03-489C-9A0F-15E0E983BC6B}" type="pres">
      <dgm:prSet presAssocID="{089A2271-12D9-4016-84C7-4D0A54C777BC}" presName="compNode" presStyleCnt="0"/>
      <dgm:spPr/>
    </dgm:pt>
    <dgm:pt modelId="{57025E17-A0A7-41B2-BEF1-49515CF03157}" type="pres">
      <dgm:prSet presAssocID="{089A2271-12D9-4016-84C7-4D0A54C777BC}" presName="bgRect" presStyleLbl="bgShp" presStyleIdx="1" presStyleCnt="3"/>
      <dgm:spPr/>
    </dgm:pt>
    <dgm:pt modelId="{D6DD94EB-A61C-4799-A4BB-25F95DCC87C5}" type="pres">
      <dgm:prSet presAssocID="{089A2271-12D9-4016-84C7-4D0A54C777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B008D4D-15CF-4E00-942C-1A0987A7EF4E}" type="pres">
      <dgm:prSet presAssocID="{089A2271-12D9-4016-84C7-4D0A54C777BC}" presName="spaceRect" presStyleCnt="0"/>
      <dgm:spPr/>
    </dgm:pt>
    <dgm:pt modelId="{E50DDC6E-8070-4882-A9E4-9D6E2DEBF089}" type="pres">
      <dgm:prSet presAssocID="{089A2271-12D9-4016-84C7-4D0A54C777BC}" presName="parTx" presStyleLbl="revTx" presStyleIdx="1" presStyleCnt="3">
        <dgm:presLayoutVars>
          <dgm:chMax val="0"/>
          <dgm:chPref val="0"/>
        </dgm:presLayoutVars>
      </dgm:prSet>
      <dgm:spPr/>
    </dgm:pt>
    <dgm:pt modelId="{10A0AA05-E9E4-46AA-A651-5AECCD7898B8}" type="pres">
      <dgm:prSet presAssocID="{1E2CB6C5-B6F5-4B82-B677-AECE97AED823}" presName="sibTrans" presStyleCnt="0"/>
      <dgm:spPr/>
    </dgm:pt>
    <dgm:pt modelId="{B1277150-54AA-49CB-B636-C1F1CC04BC91}" type="pres">
      <dgm:prSet presAssocID="{0E7C0FE7-8F84-494F-98B8-2D617F8E0830}" presName="compNode" presStyleCnt="0"/>
      <dgm:spPr/>
    </dgm:pt>
    <dgm:pt modelId="{054ADFF3-C7FE-4256-9B4D-595084EC95D7}" type="pres">
      <dgm:prSet presAssocID="{0E7C0FE7-8F84-494F-98B8-2D617F8E0830}" presName="bgRect" presStyleLbl="bgShp" presStyleIdx="2" presStyleCnt="3"/>
      <dgm:spPr/>
    </dgm:pt>
    <dgm:pt modelId="{388D32ED-DF1E-4A80-AD23-197F792FB477}" type="pres">
      <dgm:prSet presAssocID="{0E7C0FE7-8F84-494F-98B8-2D617F8E083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C24E421-B60D-48F9-80AB-1CCC876304E3}" type="pres">
      <dgm:prSet presAssocID="{0E7C0FE7-8F84-494F-98B8-2D617F8E0830}" presName="spaceRect" presStyleCnt="0"/>
      <dgm:spPr/>
    </dgm:pt>
    <dgm:pt modelId="{AD7506A9-00C5-4D05-B454-8A175FB1C7DC}" type="pres">
      <dgm:prSet presAssocID="{0E7C0FE7-8F84-494F-98B8-2D617F8E083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FBEB302-DD59-48BC-B95C-64CF0A3887D6}" type="presOf" srcId="{089A2271-12D9-4016-84C7-4D0A54C777BC}" destId="{E50DDC6E-8070-4882-A9E4-9D6E2DEBF089}" srcOrd="0" destOrd="0" presId="urn:microsoft.com/office/officeart/2018/2/layout/IconVerticalSolidList"/>
    <dgm:cxn modelId="{FCCEC31E-4B0B-4CE2-80A6-4BC066A53242}" srcId="{2C77EF5B-1E7D-47AE-AB02-614340FDC6A8}" destId="{089A2271-12D9-4016-84C7-4D0A54C777BC}" srcOrd="1" destOrd="0" parTransId="{8B9B5BE1-80CF-47C7-9777-8D0CCE21AF09}" sibTransId="{1E2CB6C5-B6F5-4B82-B677-AECE97AED823}"/>
    <dgm:cxn modelId="{1DBF593C-E657-4DBA-9C11-DAF75B14EFC1}" srcId="{2C77EF5B-1E7D-47AE-AB02-614340FDC6A8}" destId="{0E7C0FE7-8F84-494F-98B8-2D617F8E0830}" srcOrd="2" destOrd="0" parTransId="{7C27F960-9E4E-4FB8-8236-57D091059F39}" sibTransId="{59EB1CF4-6621-43B1-B180-966950296E01}"/>
    <dgm:cxn modelId="{43CD4351-FE64-45DD-A5C7-E9AF10943981}" type="presOf" srcId="{0E7C0FE7-8F84-494F-98B8-2D617F8E0830}" destId="{AD7506A9-00C5-4D05-B454-8A175FB1C7DC}" srcOrd="0" destOrd="0" presId="urn:microsoft.com/office/officeart/2018/2/layout/IconVerticalSolidList"/>
    <dgm:cxn modelId="{D8DB2078-C95C-4F7E-A4FD-55A1FCA111B6}" type="presOf" srcId="{2C77EF5B-1E7D-47AE-AB02-614340FDC6A8}" destId="{326342A3-82B2-420D-9BDB-C9C5B11F39B0}" srcOrd="0" destOrd="0" presId="urn:microsoft.com/office/officeart/2018/2/layout/IconVerticalSolidList"/>
    <dgm:cxn modelId="{581F9FB1-8F7F-4842-BFFF-72D4132B2797}" type="presOf" srcId="{BA25CADA-B1A6-46CB-92D2-1BDC9631E040}" destId="{EB7518B3-9FF4-4A3B-9A0C-458B909498E8}" srcOrd="0" destOrd="0" presId="urn:microsoft.com/office/officeart/2018/2/layout/IconVerticalSolidList"/>
    <dgm:cxn modelId="{5AAA92E8-7A8D-420C-8D6D-54A29BBF0635}" srcId="{2C77EF5B-1E7D-47AE-AB02-614340FDC6A8}" destId="{BA25CADA-B1A6-46CB-92D2-1BDC9631E040}" srcOrd="0" destOrd="0" parTransId="{7C26ECA1-9A77-4CDF-A728-ACAD04F3A230}" sibTransId="{00531A2A-3B63-4BCD-8705-B40258B790B8}"/>
    <dgm:cxn modelId="{82ABBB0C-678A-4CB6-B31A-55865D17D0E4}" type="presParOf" srcId="{326342A3-82B2-420D-9BDB-C9C5B11F39B0}" destId="{3CF2448E-3688-4E77-B787-CD0ED7E25109}" srcOrd="0" destOrd="0" presId="urn:microsoft.com/office/officeart/2018/2/layout/IconVerticalSolidList"/>
    <dgm:cxn modelId="{A8458333-65CA-433C-8540-462576046DAA}" type="presParOf" srcId="{3CF2448E-3688-4E77-B787-CD0ED7E25109}" destId="{75C2352C-C173-4326-B7A3-1ADB7BF1B346}" srcOrd="0" destOrd="0" presId="urn:microsoft.com/office/officeart/2018/2/layout/IconVerticalSolidList"/>
    <dgm:cxn modelId="{B41AABA7-F688-46EC-9FBE-8096C8BC6579}" type="presParOf" srcId="{3CF2448E-3688-4E77-B787-CD0ED7E25109}" destId="{50DBF6B2-C49B-4EDE-9A90-BA827ABDA5A2}" srcOrd="1" destOrd="0" presId="urn:microsoft.com/office/officeart/2018/2/layout/IconVerticalSolidList"/>
    <dgm:cxn modelId="{1BA7A3E6-D2CB-47EB-9A78-93D8D805C2E4}" type="presParOf" srcId="{3CF2448E-3688-4E77-B787-CD0ED7E25109}" destId="{0A426A2E-E716-4599-96B2-305F72068D93}" srcOrd="2" destOrd="0" presId="urn:microsoft.com/office/officeart/2018/2/layout/IconVerticalSolidList"/>
    <dgm:cxn modelId="{DB1F5398-C9F9-4B9C-BDBA-7AFFA1A5AEAE}" type="presParOf" srcId="{3CF2448E-3688-4E77-B787-CD0ED7E25109}" destId="{EB7518B3-9FF4-4A3B-9A0C-458B909498E8}" srcOrd="3" destOrd="0" presId="urn:microsoft.com/office/officeart/2018/2/layout/IconVerticalSolidList"/>
    <dgm:cxn modelId="{D4AF28A5-EC01-4AC4-8CFA-AD23624E5A41}" type="presParOf" srcId="{326342A3-82B2-420D-9BDB-C9C5B11F39B0}" destId="{3C749F4F-8F5A-464D-90B5-A80E75865B3F}" srcOrd="1" destOrd="0" presId="urn:microsoft.com/office/officeart/2018/2/layout/IconVerticalSolidList"/>
    <dgm:cxn modelId="{0A417FCC-6FA7-4AB8-BB69-F03B64F47B80}" type="presParOf" srcId="{326342A3-82B2-420D-9BDB-C9C5B11F39B0}" destId="{6D304417-BD03-489C-9A0F-15E0E983BC6B}" srcOrd="2" destOrd="0" presId="urn:microsoft.com/office/officeart/2018/2/layout/IconVerticalSolidList"/>
    <dgm:cxn modelId="{91041E06-7E93-4C8F-A33C-AE987AD46AC3}" type="presParOf" srcId="{6D304417-BD03-489C-9A0F-15E0E983BC6B}" destId="{57025E17-A0A7-41B2-BEF1-49515CF03157}" srcOrd="0" destOrd="0" presId="urn:microsoft.com/office/officeart/2018/2/layout/IconVerticalSolidList"/>
    <dgm:cxn modelId="{09F2F428-55D5-45EE-9644-2C9591AAF089}" type="presParOf" srcId="{6D304417-BD03-489C-9A0F-15E0E983BC6B}" destId="{D6DD94EB-A61C-4799-A4BB-25F95DCC87C5}" srcOrd="1" destOrd="0" presId="urn:microsoft.com/office/officeart/2018/2/layout/IconVerticalSolidList"/>
    <dgm:cxn modelId="{A66CC073-73A2-4D60-A88D-20E05EFF9557}" type="presParOf" srcId="{6D304417-BD03-489C-9A0F-15E0E983BC6B}" destId="{EB008D4D-15CF-4E00-942C-1A0987A7EF4E}" srcOrd="2" destOrd="0" presId="urn:microsoft.com/office/officeart/2018/2/layout/IconVerticalSolidList"/>
    <dgm:cxn modelId="{4B7FDF39-D877-4097-9FA2-DBF01A2C3806}" type="presParOf" srcId="{6D304417-BD03-489C-9A0F-15E0E983BC6B}" destId="{E50DDC6E-8070-4882-A9E4-9D6E2DEBF089}" srcOrd="3" destOrd="0" presId="urn:microsoft.com/office/officeart/2018/2/layout/IconVerticalSolidList"/>
    <dgm:cxn modelId="{82DCB0AA-8EEB-470D-9A19-F669B07EE6F2}" type="presParOf" srcId="{326342A3-82B2-420D-9BDB-C9C5B11F39B0}" destId="{10A0AA05-E9E4-46AA-A651-5AECCD7898B8}" srcOrd="3" destOrd="0" presId="urn:microsoft.com/office/officeart/2018/2/layout/IconVerticalSolidList"/>
    <dgm:cxn modelId="{428DDCCF-F2D0-4D38-B9ED-9AAB40F9BF90}" type="presParOf" srcId="{326342A3-82B2-420D-9BDB-C9C5B11F39B0}" destId="{B1277150-54AA-49CB-B636-C1F1CC04BC91}" srcOrd="4" destOrd="0" presId="urn:microsoft.com/office/officeart/2018/2/layout/IconVerticalSolidList"/>
    <dgm:cxn modelId="{A101487E-9A54-4EDA-AF97-11D7B19B04D8}" type="presParOf" srcId="{B1277150-54AA-49CB-B636-C1F1CC04BC91}" destId="{054ADFF3-C7FE-4256-9B4D-595084EC95D7}" srcOrd="0" destOrd="0" presId="urn:microsoft.com/office/officeart/2018/2/layout/IconVerticalSolidList"/>
    <dgm:cxn modelId="{8D24BA31-2D6D-4C0E-AF65-8872DD1D4441}" type="presParOf" srcId="{B1277150-54AA-49CB-B636-C1F1CC04BC91}" destId="{388D32ED-DF1E-4A80-AD23-197F792FB477}" srcOrd="1" destOrd="0" presId="urn:microsoft.com/office/officeart/2018/2/layout/IconVerticalSolidList"/>
    <dgm:cxn modelId="{9BD30EF2-9EBB-4C80-AFDD-FAFBE03A2A82}" type="presParOf" srcId="{B1277150-54AA-49CB-B636-C1F1CC04BC91}" destId="{BC24E421-B60D-48F9-80AB-1CCC876304E3}" srcOrd="2" destOrd="0" presId="urn:microsoft.com/office/officeart/2018/2/layout/IconVerticalSolidList"/>
    <dgm:cxn modelId="{0AB3D501-B722-4B3F-AF4B-F2DD13E740EB}" type="presParOf" srcId="{B1277150-54AA-49CB-B636-C1F1CC04BC91}" destId="{AD7506A9-00C5-4D05-B454-8A175FB1C7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A2FCCD2-F6CA-473B-88A3-8B2E2B36BA4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5C2843E-CEA3-4132-ABB3-39E88AFDD2E2}">
      <dgm:prSet/>
      <dgm:spPr/>
      <dgm:t>
        <a:bodyPr/>
        <a:lstStyle/>
        <a:p>
          <a:r>
            <a:rPr lang="es-CO" dirty="0"/>
            <a:t>Dato Estructurado</a:t>
          </a:r>
          <a:endParaRPr lang="en-US" dirty="0"/>
        </a:p>
      </dgm:t>
    </dgm:pt>
    <dgm:pt modelId="{0A7E0690-696D-41DF-A140-DB6D0D1405E6}" type="parTrans" cxnId="{1D553E79-369C-44B6-850D-E11E95A8FE9B}">
      <dgm:prSet/>
      <dgm:spPr/>
      <dgm:t>
        <a:bodyPr/>
        <a:lstStyle/>
        <a:p>
          <a:endParaRPr lang="en-US"/>
        </a:p>
      </dgm:t>
    </dgm:pt>
    <dgm:pt modelId="{A858D757-5212-4E2C-BA4D-1626C32D970B}" type="sibTrans" cxnId="{1D553E79-369C-44B6-850D-E11E95A8FE9B}">
      <dgm:prSet/>
      <dgm:spPr/>
      <dgm:t>
        <a:bodyPr/>
        <a:lstStyle/>
        <a:p>
          <a:endParaRPr lang="en-US"/>
        </a:p>
      </dgm:t>
    </dgm:pt>
    <dgm:pt modelId="{F02289FF-9DF9-42EC-9A48-F84D239FF492}">
      <dgm:prSet/>
      <dgm:spPr/>
      <dgm:t>
        <a:bodyPr/>
        <a:lstStyle/>
        <a:p>
          <a:r>
            <a:rPr lang="es-CO" dirty="0"/>
            <a:t>Son los datos que se encuentran en las bases de datos transaccionales y operativas del negocio. </a:t>
          </a:r>
          <a:endParaRPr lang="en-US" dirty="0"/>
        </a:p>
      </dgm:t>
    </dgm:pt>
    <dgm:pt modelId="{DB39490E-9E68-4F1B-B195-4CA42CC6904B}" type="parTrans" cxnId="{DC0543FD-3F01-48CB-BB8E-A6103BE5BA53}">
      <dgm:prSet/>
      <dgm:spPr/>
      <dgm:t>
        <a:bodyPr/>
        <a:lstStyle/>
        <a:p>
          <a:endParaRPr lang="en-US"/>
        </a:p>
      </dgm:t>
    </dgm:pt>
    <dgm:pt modelId="{1D90C5C1-9EF1-453F-9990-A27A825037F1}" type="sibTrans" cxnId="{DC0543FD-3F01-48CB-BB8E-A6103BE5BA53}">
      <dgm:prSet/>
      <dgm:spPr/>
      <dgm:t>
        <a:bodyPr/>
        <a:lstStyle/>
        <a:p>
          <a:endParaRPr lang="en-US"/>
        </a:p>
      </dgm:t>
    </dgm:pt>
    <dgm:pt modelId="{400860D2-D762-4B26-8CA7-B1D9C5982B7C}">
      <dgm:prSet/>
      <dgm:spPr/>
      <dgm:t>
        <a:bodyPr/>
        <a:lstStyle/>
        <a:p>
          <a:r>
            <a:rPr lang="es-CO"/>
            <a:t>Su organización principal es en filas y columnas con estructuras definidas previamente. </a:t>
          </a:r>
          <a:endParaRPr lang="en-US"/>
        </a:p>
      </dgm:t>
    </dgm:pt>
    <dgm:pt modelId="{7E3194A9-BD0C-4CC5-A096-65B2CE01C98E}" type="parTrans" cxnId="{F309448F-1067-456B-B28E-AABE0AEF78BD}">
      <dgm:prSet/>
      <dgm:spPr/>
      <dgm:t>
        <a:bodyPr/>
        <a:lstStyle/>
        <a:p>
          <a:endParaRPr lang="en-US"/>
        </a:p>
      </dgm:t>
    </dgm:pt>
    <dgm:pt modelId="{81B2FA8F-E13B-4C8F-8A2E-663C0515419E}" type="sibTrans" cxnId="{F309448F-1067-456B-B28E-AABE0AEF78BD}">
      <dgm:prSet/>
      <dgm:spPr/>
      <dgm:t>
        <a:bodyPr/>
        <a:lstStyle/>
        <a:p>
          <a:endParaRPr lang="en-US"/>
        </a:p>
      </dgm:t>
    </dgm:pt>
    <dgm:pt modelId="{17C4F558-A83D-4E7F-9D63-ED02F2717D30}">
      <dgm:prSet/>
      <dgm:spPr/>
      <dgm:t>
        <a:bodyPr/>
        <a:lstStyle/>
        <a:p>
          <a:r>
            <a:rPr lang="es-CO"/>
            <a:t>Son datos que pueden ser ordenados y procesados en las herramientas de análisis de datos.</a:t>
          </a:r>
          <a:endParaRPr lang="en-US"/>
        </a:p>
      </dgm:t>
    </dgm:pt>
    <dgm:pt modelId="{09596FC2-9416-44B5-9932-3BA218935906}" type="parTrans" cxnId="{F7BDF66C-D60A-4857-B89E-9780574F43E5}">
      <dgm:prSet/>
      <dgm:spPr/>
      <dgm:t>
        <a:bodyPr/>
        <a:lstStyle/>
        <a:p>
          <a:endParaRPr lang="en-US"/>
        </a:p>
      </dgm:t>
    </dgm:pt>
    <dgm:pt modelId="{CD55E14C-9F6F-415D-9AC2-2E1FE555E583}" type="sibTrans" cxnId="{F7BDF66C-D60A-4857-B89E-9780574F43E5}">
      <dgm:prSet/>
      <dgm:spPr/>
      <dgm:t>
        <a:bodyPr/>
        <a:lstStyle/>
        <a:p>
          <a:endParaRPr lang="en-US"/>
        </a:p>
      </dgm:t>
    </dgm:pt>
    <dgm:pt modelId="{37F7F49B-C169-4EF9-855D-6559A8941801}">
      <dgm:prSet/>
      <dgm:spPr/>
      <dgm:t>
        <a:bodyPr/>
        <a:lstStyle/>
        <a:p>
          <a:r>
            <a:rPr lang="es-CO" dirty="0"/>
            <a:t>Dato No Estructurado</a:t>
          </a:r>
          <a:endParaRPr lang="en-US" dirty="0"/>
        </a:p>
      </dgm:t>
    </dgm:pt>
    <dgm:pt modelId="{9B752694-E1D3-45A5-84D3-6D6EBDECFCDD}" type="parTrans" cxnId="{3EBA67B5-9304-44C7-8105-92E3E79C7B22}">
      <dgm:prSet/>
      <dgm:spPr/>
      <dgm:t>
        <a:bodyPr/>
        <a:lstStyle/>
        <a:p>
          <a:endParaRPr lang="en-US"/>
        </a:p>
      </dgm:t>
    </dgm:pt>
    <dgm:pt modelId="{40A4158C-66B5-41F1-A94C-B48C6B24FFC8}" type="sibTrans" cxnId="{3EBA67B5-9304-44C7-8105-92E3E79C7B22}">
      <dgm:prSet/>
      <dgm:spPr/>
      <dgm:t>
        <a:bodyPr/>
        <a:lstStyle/>
        <a:p>
          <a:endParaRPr lang="en-US"/>
        </a:p>
      </dgm:t>
    </dgm:pt>
    <dgm:pt modelId="{AF1DF363-1198-4F2D-B4E6-5F70B6A178B9}">
      <dgm:prSet/>
      <dgm:spPr/>
      <dgm:t>
        <a:bodyPr/>
        <a:lstStyle/>
        <a:p>
          <a:r>
            <a:rPr lang="es-CO"/>
            <a:t>Los datos no estructurados no tienen estructura interna identificable. </a:t>
          </a:r>
          <a:endParaRPr lang="en-US"/>
        </a:p>
      </dgm:t>
    </dgm:pt>
    <dgm:pt modelId="{77F3712F-2FAE-4715-BEC7-8A9109A776B0}" type="parTrans" cxnId="{DA72533B-D7D8-47A5-A9B1-746F127F55D1}">
      <dgm:prSet/>
      <dgm:spPr/>
      <dgm:t>
        <a:bodyPr/>
        <a:lstStyle/>
        <a:p>
          <a:endParaRPr lang="en-US"/>
        </a:p>
      </dgm:t>
    </dgm:pt>
    <dgm:pt modelId="{01C3A89D-A21D-464A-BB5A-917C2BD032F8}" type="sibTrans" cxnId="{DA72533B-D7D8-47A5-A9B1-746F127F55D1}">
      <dgm:prSet/>
      <dgm:spPr/>
      <dgm:t>
        <a:bodyPr/>
        <a:lstStyle/>
        <a:p>
          <a:endParaRPr lang="en-US"/>
        </a:p>
      </dgm:t>
    </dgm:pt>
    <dgm:pt modelId="{DD6A46CD-9D0E-4690-A87A-777358697050}">
      <dgm:prSet/>
      <dgm:spPr/>
      <dgm:t>
        <a:bodyPr/>
        <a:lstStyle/>
        <a:p>
          <a:r>
            <a:rPr lang="es-CO" dirty="0"/>
            <a:t>Son masivos y desorganizados que no tienen valor hasta que se procesan y se sacan datos estructurados de ellos a través de técnicas como: </a:t>
          </a:r>
          <a:r>
            <a:rPr lang="en-US" dirty="0"/>
            <a:t>Image Processing, NLP, Voice Recognition</a:t>
          </a:r>
        </a:p>
      </dgm:t>
    </dgm:pt>
    <dgm:pt modelId="{AFD1E0F1-9C19-4188-B90F-A2CB29B47F6A}" type="parTrans" cxnId="{FB78A3BD-E176-4C46-B959-28BD47E7798C}">
      <dgm:prSet/>
      <dgm:spPr/>
      <dgm:t>
        <a:bodyPr/>
        <a:lstStyle/>
        <a:p>
          <a:endParaRPr lang="en-US"/>
        </a:p>
      </dgm:t>
    </dgm:pt>
    <dgm:pt modelId="{60DE2980-8794-47C0-921B-730A619766E3}" type="sibTrans" cxnId="{FB78A3BD-E176-4C46-B959-28BD47E7798C}">
      <dgm:prSet/>
      <dgm:spPr/>
      <dgm:t>
        <a:bodyPr/>
        <a:lstStyle/>
        <a:p>
          <a:endParaRPr lang="en-US"/>
        </a:p>
      </dgm:t>
    </dgm:pt>
    <dgm:pt modelId="{D4719EE8-B42A-423D-910A-7E3019D1E7EB}">
      <dgm:prSet/>
      <dgm:spPr/>
      <dgm:t>
        <a:bodyPr/>
        <a:lstStyle/>
        <a:p>
          <a:r>
            <a:rPr lang="es-CO"/>
            <a:t>Conocida como el contenido</a:t>
          </a:r>
          <a:endParaRPr lang="en-US"/>
        </a:p>
      </dgm:t>
    </dgm:pt>
    <dgm:pt modelId="{6598F272-62C7-498C-ACEB-E37C233E4280}" type="parTrans" cxnId="{27BEEAB3-E097-49BF-B18B-77E3D56D1AEF}">
      <dgm:prSet/>
      <dgm:spPr/>
      <dgm:t>
        <a:bodyPr/>
        <a:lstStyle/>
        <a:p>
          <a:endParaRPr lang="en-US"/>
        </a:p>
      </dgm:t>
    </dgm:pt>
    <dgm:pt modelId="{F51CFAFA-956F-47CC-B42D-48E800DB7928}" type="sibTrans" cxnId="{27BEEAB3-E097-49BF-B18B-77E3D56D1AEF}">
      <dgm:prSet/>
      <dgm:spPr/>
      <dgm:t>
        <a:bodyPr/>
        <a:lstStyle/>
        <a:p>
          <a:endParaRPr lang="en-US"/>
        </a:p>
      </dgm:t>
    </dgm:pt>
    <dgm:pt modelId="{AA06F42F-A9E6-430D-BE93-45C1D562A0E9}" type="pres">
      <dgm:prSet presAssocID="{AA2FCCD2-F6CA-473B-88A3-8B2E2B36BA48}" presName="linear" presStyleCnt="0">
        <dgm:presLayoutVars>
          <dgm:dir/>
          <dgm:animLvl val="lvl"/>
          <dgm:resizeHandles val="exact"/>
        </dgm:presLayoutVars>
      </dgm:prSet>
      <dgm:spPr/>
    </dgm:pt>
    <dgm:pt modelId="{0D2F8A2E-403D-44CB-8D55-A191FAE774F3}" type="pres">
      <dgm:prSet presAssocID="{65C2843E-CEA3-4132-ABB3-39E88AFDD2E2}" presName="parentLin" presStyleCnt="0"/>
      <dgm:spPr/>
    </dgm:pt>
    <dgm:pt modelId="{783EB65C-9AC9-45FD-85D3-D0AB7060E0ED}" type="pres">
      <dgm:prSet presAssocID="{65C2843E-CEA3-4132-ABB3-39E88AFDD2E2}" presName="parentLeftMargin" presStyleLbl="node1" presStyleIdx="0" presStyleCnt="2"/>
      <dgm:spPr/>
    </dgm:pt>
    <dgm:pt modelId="{C7A8AD1F-0528-4581-BCA8-AFA87CF5D2B9}" type="pres">
      <dgm:prSet presAssocID="{65C2843E-CEA3-4132-ABB3-39E88AFDD2E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87FD634-F455-4A72-8F14-5AD223FBA8DC}" type="pres">
      <dgm:prSet presAssocID="{65C2843E-CEA3-4132-ABB3-39E88AFDD2E2}" presName="negativeSpace" presStyleCnt="0"/>
      <dgm:spPr/>
    </dgm:pt>
    <dgm:pt modelId="{987E3C4F-7F88-4A17-A05F-C65E81C7DD60}" type="pres">
      <dgm:prSet presAssocID="{65C2843E-CEA3-4132-ABB3-39E88AFDD2E2}" presName="childText" presStyleLbl="conFgAcc1" presStyleIdx="0" presStyleCnt="2">
        <dgm:presLayoutVars>
          <dgm:bulletEnabled val="1"/>
        </dgm:presLayoutVars>
      </dgm:prSet>
      <dgm:spPr/>
    </dgm:pt>
    <dgm:pt modelId="{4A11F172-574A-45B9-97CC-42341E1C805E}" type="pres">
      <dgm:prSet presAssocID="{A858D757-5212-4E2C-BA4D-1626C32D970B}" presName="spaceBetweenRectangles" presStyleCnt="0"/>
      <dgm:spPr/>
    </dgm:pt>
    <dgm:pt modelId="{49B0FB69-7848-43BD-A63D-37AA2DA558F8}" type="pres">
      <dgm:prSet presAssocID="{37F7F49B-C169-4EF9-855D-6559A8941801}" presName="parentLin" presStyleCnt="0"/>
      <dgm:spPr/>
    </dgm:pt>
    <dgm:pt modelId="{70DD6389-82E7-4CB0-857F-EE0A673BAB35}" type="pres">
      <dgm:prSet presAssocID="{37F7F49B-C169-4EF9-855D-6559A8941801}" presName="parentLeftMargin" presStyleLbl="node1" presStyleIdx="0" presStyleCnt="2"/>
      <dgm:spPr/>
    </dgm:pt>
    <dgm:pt modelId="{2C8DB236-B0CC-4D4D-9CEB-92F71492C64D}" type="pres">
      <dgm:prSet presAssocID="{37F7F49B-C169-4EF9-855D-6559A894180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A874745-B708-4E85-8D0A-5FA9DC22D936}" type="pres">
      <dgm:prSet presAssocID="{37F7F49B-C169-4EF9-855D-6559A8941801}" presName="negativeSpace" presStyleCnt="0"/>
      <dgm:spPr/>
    </dgm:pt>
    <dgm:pt modelId="{F92B3DD2-8B7B-4E0C-A08A-DC5041D056FC}" type="pres">
      <dgm:prSet presAssocID="{37F7F49B-C169-4EF9-855D-6559A894180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6940814-4350-473E-811B-D0AC1F497683}" type="presOf" srcId="{DD6A46CD-9D0E-4690-A87A-777358697050}" destId="{F92B3DD2-8B7B-4E0C-A08A-DC5041D056FC}" srcOrd="0" destOrd="1" presId="urn:microsoft.com/office/officeart/2005/8/layout/list1"/>
    <dgm:cxn modelId="{DA72533B-D7D8-47A5-A9B1-746F127F55D1}" srcId="{37F7F49B-C169-4EF9-855D-6559A8941801}" destId="{AF1DF363-1198-4F2D-B4E6-5F70B6A178B9}" srcOrd="0" destOrd="0" parTransId="{77F3712F-2FAE-4715-BEC7-8A9109A776B0}" sibTransId="{01C3A89D-A21D-464A-BB5A-917C2BD032F8}"/>
    <dgm:cxn modelId="{05F99C40-B02D-4235-95DD-2316E0A67831}" type="presOf" srcId="{AA2FCCD2-F6CA-473B-88A3-8B2E2B36BA48}" destId="{AA06F42F-A9E6-430D-BE93-45C1D562A0E9}" srcOrd="0" destOrd="0" presId="urn:microsoft.com/office/officeart/2005/8/layout/list1"/>
    <dgm:cxn modelId="{F12FD864-3993-430B-863E-D822FE8D5051}" type="presOf" srcId="{65C2843E-CEA3-4132-ABB3-39E88AFDD2E2}" destId="{783EB65C-9AC9-45FD-85D3-D0AB7060E0ED}" srcOrd="0" destOrd="0" presId="urn:microsoft.com/office/officeart/2005/8/layout/list1"/>
    <dgm:cxn modelId="{F7BDF66C-D60A-4857-B89E-9780574F43E5}" srcId="{65C2843E-CEA3-4132-ABB3-39E88AFDD2E2}" destId="{17C4F558-A83D-4E7F-9D63-ED02F2717D30}" srcOrd="2" destOrd="0" parTransId="{09596FC2-9416-44B5-9932-3BA218935906}" sibTransId="{CD55E14C-9F6F-415D-9AC2-2E1FE555E583}"/>
    <dgm:cxn modelId="{1D553E79-369C-44B6-850D-E11E95A8FE9B}" srcId="{AA2FCCD2-F6CA-473B-88A3-8B2E2B36BA48}" destId="{65C2843E-CEA3-4132-ABB3-39E88AFDD2E2}" srcOrd="0" destOrd="0" parTransId="{0A7E0690-696D-41DF-A140-DB6D0D1405E6}" sibTransId="{A858D757-5212-4E2C-BA4D-1626C32D970B}"/>
    <dgm:cxn modelId="{22799783-0BEF-436B-89CC-AE109A5959FA}" type="presOf" srcId="{AF1DF363-1198-4F2D-B4E6-5F70B6A178B9}" destId="{F92B3DD2-8B7B-4E0C-A08A-DC5041D056FC}" srcOrd="0" destOrd="0" presId="urn:microsoft.com/office/officeart/2005/8/layout/list1"/>
    <dgm:cxn modelId="{F309448F-1067-456B-B28E-AABE0AEF78BD}" srcId="{65C2843E-CEA3-4132-ABB3-39E88AFDD2E2}" destId="{400860D2-D762-4B26-8CA7-B1D9C5982B7C}" srcOrd="1" destOrd="0" parTransId="{7E3194A9-BD0C-4CC5-A096-65B2CE01C98E}" sibTransId="{81B2FA8F-E13B-4C8F-8A2E-663C0515419E}"/>
    <dgm:cxn modelId="{5C00789B-48CD-42C1-9369-FA197A1E539A}" type="presOf" srcId="{D4719EE8-B42A-423D-910A-7E3019D1E7EB}" destId="{F92B3DD2-8B7B-4E0C-A08A-DC5041D056FC}" srcOrd="0" destOrd="2" presId="urn:microsoft.com/office/officeart/2005/8/layout/list1"/>
    <dgm:cxn modelId="{0D2DF1B0-73E3-489C-B491-90BB827DE1C0}" type="presOf" srcId="{17C4F558-A83D-4E7F-9D63-ED02F2717D30}" destId="{987E3C4F-7F88-4A17-A05F-C65E81C7DD60}" srcOrd="0" destOrd="2" presId="urn:microsoft.com/office/officeart/2005/8/layout/list1"/>
    <dgm:cxn modelId="{27BEEAB3-E097-49BF-B18B-77E3D56D1AEF}" srcId="{37F7F49B-C169-4EF9-855D-6559A8941801}" destId="{D4719EE8-B42A-423D-910A-7E3019D1E7EB}" srcOrd="2" destOrd="0" parTransId="{6598F272-62C7-498C-ACEB-E37C233E4280}" sibTransId="{F51CFAFA-956F-47CC-B42D-48E800DB7928}"/>
    <dgm:cxn modelId="{3EBA67B5-9304-44C7-8105-92E3E79C7B22}" srcId="{AA2FCCD2-F6CA-473B-88A3-8B2E2B36BA48}" destId="{37F7F49B-C169-4EF9-855D-6559A8941801}" srcOrd="1" destOrd="0" parTransId="{9B752694-E1D3-45A5-84D3-6D6EBDECFCDD}" sibTransId="{40A4158C-66B5-41F1-A94C-B48C6B24FFC8}"/>
    <dgm:cxn modelId="{C52FC8BC-0BA0-4C98-AAAC-A421B010760F}" type="presOf" srcId="{37F7F49B-C169-4EF9-855D-6559A8941801}" destId="{70DD6389-82E7-4CB0-857F-EE0A673BAB35}" srcOrd="0" destOrd="0" presId="urn:microsoft.com/office/officeart/2005/8/layout/list1"/>
    <dgm:cxn modelId="{FB78A3BD-E176-4C46-B959-28BD47E7798C}" srcId="{37F7F49B-C169-4EF9-855D-6559A8941801}" destId="{DD6A46CD-9D0E-4690-A87A-777358697050}" srcOrd="1" destOrd="0" parTransId="{AFD1E0F1-9C19-4188-B90F-A2CB29B47F6A}" sibTransId="{60DE2980-8794-47C0-921B-730A619766E3}"/>
    <dgm:cxn modelId="{F52A72DB-2AC4-4212-B72F-C324B442A12F}" type="presOf" srcId="{F02289FF-9DF9-42EC-9A48-F84D239FF492}" destId="{987E3C4F-7F88-4A17-A05F-C65E81C7DD60}" srcOrd="0" destOrd="0" presId="urn:microsoft.com/office/officeart/2005/8/layout/list1"/>
    <dgm:cxn modelId="{C891ABF7-E199-4042-BA6B-D729CBA307A4}" type="presOf" srcId="{65C2843E-CEA3-4132-ABB3-39E88AFDD2E2}" destId="{C7A8AD1F-0528-4581-BCA8-AFA87CF5D2B9}" srcOrd="1" destOrd="0" presId="urn:microsoft.com/office/officeart/2005/8/layout/list1"/>
    <dgm:cxn modelId="{DC0543FD-3F01-48CB-BB8E-A6103BE5BA53}" srcId="{65C2843E-CEA3-4132-ABB3-39E88AFDD2E2}" destId="{F02289FF-9DF9-42EC-9A48-F84D239FF492}" srcOrd="0" destOrd="0" parTransId="{DB39490E-9E68-4F1B-B195-4CA42CC6904B}" sibTransId="{1D90C5C1-9EF1-453F-9990-A27A825037F1}"/>
    <dgm:cxn modelId="{F6F9CEFD-3E09-4EE1-B964-DAC18B91AA8C}" type="presOf" srcId="{400860D2-D762-4B26-8CA7-B1D9C5982B7C}" destId="{987E3C4F-7F88-4A17-A05F-C65E81C7DD60}" srcOrd="0" destOrd="1" presId="urn:microsoft.com/office/officeart/2005/8/layout/list1"/>
    <dgm:cxn modelId="{6CB01EFF-8F14-4EBF-B6F3-9A3A3533A789}" type="presOf" srcId="{37F7F49B-C169-4EF9-855D-6559A8941801}" destId="{2C8DB236-B0CC-4D4D-9CEB-92F71492C64D}" srcOrd="1" destOrd="0" presId="urn:microsoft.com/office/officeart/2005/8/layout/list1"/>
    <dgm:cxn modelId="{72B643A1-CD3E-428C-A832-3A3EEC96D473}" type="presParOf" srcId="{AA06F42F-A9E6-430D-BE93-45C1D562A0E9}" destId="{0D2F8A2E-403D-44CB-8D55-A191FAE774F3}" srcOrd="0" destOrd="0" presId="urn:microsoft.com/office/officeart/2005/8/layout/list1"/>
    <dgm:cxn modelId="{17155EA6-5AD8-4E40-B970-97016C136972}" type="presParOf" srcId="{0D2F8A2E-403D-44CB-8D55-A191FAE774F3}" destId="{783EB65C-9AC9-45FD-85D3-D0AB7060E0ED}" srcOrd="0" destOrd="0" presId="urn:microsoft.com/office/officeart/2005/8/layout/list1"/>
    <dgm:cxn modelId="{11BF30C0-7B46-4CEA-925A-018929CB5C37}" type="presParOf" srcId="{0D2F8A2E-403D-44CB-8D55-A191FAE774F3}" destId="{C7A8AD1F-0528-4581-BCA8-AFA87CF5D2B9}" srcOrd="1" destOrd="0" presId="urn:microsoft.com/office/officeart/2005/8/layout/list1"/>
    <dgm:cxn modelId="{5A3BBFA2-DFB9-4ADE-835F-40489F11E393}" type="presParOf" srcId="{AA06F42F-A9E6-430D-BE93-45C1D562A0E9}" destId="{087FD634-F455-4A72-8F14-5AD223FBA8DC}" srcOrd="1" destOrd="0" presId="urn:microsoft.com/office/officeart/2005/8/layout/list1"/>
    <dgm:cxn modelId="{A2329AC0-25C6-4F03-BAF9-AF4CE3DB076D}" type="presParOf" srcId="{AA06F42F-A9E6-430D-BE93-45C1D562A0E9}" destId="{987E3C4F-7F88-4A17-A05F-C65E81C7DD60}" srcOrd="2" destOrd="0" presId="urn:microsoft.com/office/officeart/2005/8/layout/list1"/>
    <dgm:cxn modelId="{42300F22-EEEC-4398-B663-859DD8812B3D}" type="presParOf" srcId="{AA06F42F-A9E6-430D-BE93-45C1D562A0E9}" destId="{4A11F172-574A-45B9-97CC-42341E1C805E}" srcOrd="3" destOrd="0" presId="urn:microsoft.com/office/officeart/2005/8/layout/list1"/>
    <dgm:cxn modelId="{D953F6D6-2777-4EB8-BBC9-A08EAE990F6A}" type="presParOf" srcId="{AA06F42F-A9E6-430D-BE93-45C1D562A0E9}" destId="{49B0FB69-7848-43BD-A63D-37AA2DA558F8}" srcOrd="4" destOrd="0" presId="urn:microsoft.com/office/officeart/2005/8/layout/list1"/>
    <dgm:cxn modelId="{D8EC1CCE-8CA0-4E01-B497-93496E7EB7BE}" type="presParOf" srcId="{49B0FB69-7848-43BD-A63D-37AA2DA558F8}" destId="{70DD6389-82E7-4CB0-857F-EE0A673BAB35}" srcOrd="0" destOrd="0" presId="urn:microsoft.com/office/officeart/2005/8/layout/list1"/>
    <dgm:cxn modelId="{B4CBAD8B-0E21-4E0F-8D7A-B9F301098BA9}" type="presParOf" srcId="{49B0FB69-7848-43BD-A63D-37AA2DA558F8}" destId="{2C8DB236-B0CC-4D4D-9CEB-92F71492C64D}" srcOrd="1" destOrd="0" presId="urn:microsoft.com/office/officeart/2005/8/layout/list1"/>
    <dgm:cxn modelId="{97BAF189-DF28-4B91-A213-E1E780AEAEC0}" type="presParOf" srcId="{AA06F42F-A9E6-430D-BE93-45C1D562A0E9}" destId="{7A874745-B708-4E85-8D0A-5FA9DC22D936}" srcOrd="5" destOrd="0" presId="urn:microsoft.com/office/officeart/2005/8/layout/list1"/>
    <dgm:cxn modelId="{CE727F24-0277-49EA-95B2-158A1C6C99E8}" type="presParOf" srcId="{AA06F42F-A9E6-430D-BE93-45C1D562A0E9}" destId="{F92B3DD2-8B7B-4E0C-A08A-DC5041D056F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70C1E54-5B81-4E7D-A1C8-863F7B1DAD99}" type="doc">
      <dgm:prSet loTypeId="urn:microsoft.com/office/officeart/2005/8/layout/hProcess9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B1E231D-8300-4BD0-9109-929D23097372}">
      <dgm:prSet/>
      <dgm:spPr/>
      <dgm:t>
        <a:bodyPr/>
        <a:lstStyle/>
        <a:p>
          <a:r>
            <a:rPr lang="es-CO" dirty="0"/>
            <a:t>Análisis exploratorio</a:t>
          </a:r>
        </a:p>
        <a:p>
          <a:r>
            <a:rPr lang="es-CO" dirty="0"/>
            <a:t>EDA. Modelos Descriptivos</a:t>
          </a:r>
          <a:endParaRPr lang="en-US" dirty="0"/>
        </a:p>
      </dgm:t>
    </dgm:pt>
    <dgm:pt modelId="{09CA2421-5F7A-4052-9D2A-2B16977DDE5A}" type="parTrans" cxnId="{8BFE76D5-D75D-44EA-933C-9C9BC924FC8D}">
      <dgm:prSet/>
      <dgm:spPr/>
      <dgm:t>
        <a:bodyPr/>
        <a:lstStyle/>
        <a:p>
          <a:endParaRPr lang="en-US"/>
        </a:p>
      </dgm:t>
    </dgm:pt>
    <dgm:pt modelId="{13F9983C-524B-4B77-BD1D-105F8657D10E}" type="sibTrans" cxnId="{8BFE76D5-D75D-44EA-933C-9C9BC924FC8D}">
      <dgm:prSet/>
      <dgm:spPr/>
      <dgm:t>
        <a:bodyPr/>
        <a:lstStyle/>
        <a:p>
          <a:endParaRPr lang="en-US"/>
        </a:p>
      </dgm:t>
    </dgm:pt>
    <dgm:pt modelId="{2535E0CE-E478-4C86-BAAD-0B23E92A51F0}">
      <dgm:prSet/>
      <dgm:spPr/>
      <dgm:t>
        <a:bodyPr/>
        <a:lstStyle/>
        <a:p>
          <a:r>
            <a:rPr lang="es-CO" dirty="0"/>
            <a:t>Construcción de modelos diagnósticos y predictivos</a:t>
          </a:r>
          <a:endParaRPr lang="en-US" dirty="0"/>
        </a:p>
      </dgm:t>
    </dgm:pt>
    <dgm:pt modelId="{8602DF8F-9663-4B8D-953E-177215636281}" type="parTrans" cxnId="{991707D7-0197-49F6-A7DD-B5C067883304}">
      <dgm:prSet/>
      <dgm:spPr/>
      <dgm:t>
        <a:bodyPr/>
        <a:lstStyle/>
        <a:p>
          <a:endParaRPr lang="en-US"/>
        </a:p>
      </dgm:t>
    </dgm:pt>
    <dgm:pt modelId="{C7F0C6D2-DFA4-43AC-BDFA-8C1A94F02E94}" type="sibTrans" cxnId="{991707D7-0197-49F6-A7DD-B5C067883304}">
      <dgm:prSet/>
      <dgm:spPr/>
      <dgm:t>
        <a:bodyPr/>
        <a:lstStyle/>
        <a:p>
          <a:endParaRPr lang="en-US"/>
        </a:p>
      </dgm:t>
    </dgm:pt>
    <dgm:pt modelId="{2E733524-07F7-4691-A6A0-E825FB02F954}" type="pres">
      <dgm:prSet presAssocID="{470C1E54-5B81-4E7D-A1C8-863F7B1DAD99}" presName="CompostProcess" presStyleCnt="0">
        <dgm:presLayoutVars>
          <dgm:dir/>
          <dgm:resizeHandles val="exact"/>
        </dgm:presLayoutVars>
      </dgm:prSet>
      <dgm:spPr/>
    </dgm:pt>
    <dgm:pt modelId="{F4917A51-037C-412A-ADD8-57689D964CCF}" type="pres">
      <dgm:prSet presAssocID="{470C1E54-5B81-4E7D-A1C8-863F7B1DAD99}" presName="arrow" presStyleLbl="bgShp" presStyleIdx="0" presStyleCnt="1"/>
      <dgm:spPr/>
    </dgm:pt>
    <dgm:pt modelId="{9B328C97-8852-4E55-831B-BF752B0D56CA}" type="pres">
      <dgm:prSet presAssocID="{470C1E54-5B81-4E7D-A1C8-863F7B1DAD99}" presName="linearProcess" presStyleCnt="0"/>
      <dgm:spPr/>
    </dgm:pt>
    <dgm:pt modelId="{AC2E9C42-DB2F-4637-8852-C318AB27E018}" type="pres">
      <dgm:prSet presAssocID="{2B1E231D-8300-4BD0-9109-929D23097372}" presName="textNode" presStyleLbl="node1" presStyleIdx="0" presStyleCnt="2">
        <dgm:presLayoutVars>
          <dgm:bulletEnabled val="1"/>
        </dgm:presLayoutVars>
      </dgm:prSet>
      <dgm:spPr/>
    </dgm:pt>
    <dgm:pt modelId="{CF35E032-F0FB-46B4-A858-ACDEC6CEB9EB}" type="pres">
      <dgm:prSet presAssocID="{13F9983C-524B-4B77-BD1D-105F8657D10E}" presName="sibTrans" presStyleCnt="0"/>
      <dgm:spPr/>
    </dgm:pt>
    <dgm:pt modelId="{2D10D812-3829-455F-BCFD-E3A50E32F42B}" type="pres">
      <dgm:prSet presAssocID="{2535E0CE-E478-4C86-BAAD-0B23E92A51F0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2CDAA42C-37A0-4CE3-80BC-06D0E028DD2B}" type="presOf" srcId="{2B1E231D-8300-4BD0-9109-929D23097372}" destId="{AC2E9C42-DB2F-4637-8852-C318AB27E018}" srcOrd="0" destOrd="0" presId="urn:microsoft.com/office/officeart/2005/8/layout/hProcess9"/>
    <dgm:cxn modelId="{ED454836-43B4-4C00-B7AD-E2ECDB0A02B3}" type="presOf" srcId="{470C1E54-5B81-4E7D-A1C8-863F7B1DAD99}" destId="{2E733524-07F7-4691-A6A0-E825FB02F954}" srcOrd="0" destOrd="0" presId="urn:microsoft.com/office/officeart/2005/8/layout/hProcess9"/>
    <dgm:cxn modelId="{E022CB71-E7BA-49A1-B3BD-70FABC8EE2D0}" type="presOf" srcId="{2535E0CE-E478-4C86-BAAD-0B23E92A51F0}" destId="{2D10D812-3829-455F-BCFD-E3A50E32F42B}" srcOrd="0" destOrd="0" presId="urn:microsoft.com/office/officeart/2005/8/layout/hProcess9"/>
    <dgm:cxn modelId="{8BFE76D5-D75D-44EA-933C-9C9BC924FC8D}" srcId="{470C1E54-5B81-4E7D-A1C8-863F7B1DAD99}" destId="{2B1E231D-8300-4BD0-9109-929D23097372}" srcOrd="0" destOrd="0" parTransId="{09CA2421-5F7A-4052-9D2A-2B16977DDE5A}" sibTransId="{13F9983C-524B-4B77-BD1D-105F8657D10E}"/>
    <dgm:cxn modelId="{991707D7-0197-49F6-A7DD-B5C067883304}" srcId="{470C1E54-5B81-4E7D-A1C8-863F7B1DAD99}" destId="{2535E0CE-E478-4C86-BAAD-0B23E92A51F0}" srcOrd="1" destOrd="0" parTransId="{8602DF8F-9663-4B8D-953E-177215636281}" sibTransId="{C7F0C6D2-DFA4-43AC-BDFA-8C1A94F02E94}"/>
    <dgm:cxn modelId="{0A1C88DA-DDC5-4CA9-8CB7-8BC81FA88A64}" type="presParOf" srcId="{2E733524-07F7-4691-A6A0-E825FB02F954}" destId="{F4917A51-037C-412A-ADD8-57689D964CCF}" srcOrd="0" destOrd="0" presId="urn:microsoft.com/office/officeart/2005/8/layout/hProcess9"/>
    <dgm:cxn modelId="{9F9649AE-DC05-4D85-84B7-C6E7145BBD4E}" type="presParOf" srcId="{2E733524-07F7-4691-A6A0-E825FB02F954}" destId="{9B328C97-8852-4E55-831B-BF752B0D56CA}" srcOrd="1" destOrd="0" presId="urn:microsoft.com/office/officeart/2005/8/layout/hProcess9"/>
    <dgm:cxn modelId="{329AAC06-6A84-4F7D-A220-A70121502C5F}" type="presParOf" srcId="{9B328C97-8852-4E55-831B-BF752B0D56CA}" destId="{AC2E9C42-DB2F-4637-8852-C318AB27E018}" srcOrd="0" destOrd="0" presId="urn:microsoft.com/office/officeart/2005/8/layout/hProcess9"/>
    <dgm:cxn modelId="{D592833E-A12C-43F7-AEE1-D4FA68721F69}" type="presParOf" srcId="{9B328C97-8852-4E55-831B-BF752B0D56CA}" destId="{CF35E032-F0FB-46B4-A858-ACDEC6CEB9EB}" srcOrd="1" destOrd="0" presId="urn:microsoft.com/office/officeart/2005/8/layout/hProcess9"/>
    <dgm:cxn modelId="{4ECCF216-0792-4EF0-B32F-4FD64721D6A1}" type="presParOf" srcId="{9B328C97-8852-4E55-831B-BF752B0D56CA}" destId="{2D10D812-3829-455F-BCFD-E3A50E32F42B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B9BE567-4657-4BB7-B0E2-C8E5D87192F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8CD0447-A0A3-47B8-A369-2E80CD4B4895}">
      <dgm:prSet/>
      <dgm:spPr/>
      <dgm:t>
        <a:bodyPr/>
        <a:lstStyle/>
        <a:p>
          <a:r>
            <a:rPr lang="es-CO" dirty="0"/>
            <a:t>Datos perdidos (Los </a:t>
          </a:r>
          <a:r>
            <a:rPr lang="es-CO" dirty="0" err="1"/>
            <a:t>NaN</a:t>
          </a:r>
          <a:r>
            <a:rPr lang="es-CO" dirty="0"/>
            <a:t> o NA)</a:t>
          </a:r>
          <a:endParaRPr lang="en-US" dirty="0"/>
        </a:p>
      </dgm:t>
    </dgm:pt>
    <dgm:pt modelId="{92CDD517-4545-4089-B403-CE2D9BC62623}" type="parTrans" cxnId="{8B109DC8-EC52-4C9A-8676-C41DA66C2796}">
      <dgm:prSet/>
      <dgm:spPr/>
      <dgm:t>
        <a:bodyPr/>
        <a:lstStyle/>
        <a:p>
          <a:endParaRPr lang="en-US"/>
        </a:p>
      </dgm:t>
    </dgm:pt>
    <dgm:pt modelId="{1D6214C0-2496-4043-A2D7-680295E60268}" type="sibTrans" cxnId="{8B109DC8-EC52-4C9A-8676-C41DA66C2796}">
      <dgm:prSet/>
      <dgm:spPr/>
      <dgm:t>
        <a:bodyPr/>
        <a:lstStyle/>
        <a:p>
          <a:endParaRPr lang="en-US"/>
        </a:p>
      </dgm:t>
    </dgm:pt>
    <dgm:pt modelId="{55755908-98A1-40BC-80D8-C34B6FD57ED1}">
      <dgm:prSet/>
      <dgm:spPr/>
      <dgm:t>
        <a:bodyPr/>
        <a:lstStyle/>
        <a:p>
          <a:r>
            <a:rPr lang="es-CO"/>
            <a:t>Compruebe si hay NAN	</a:t>
          </a:r>
          <a:endParaRPr lang="en-US"/>
        </a:p>
      </dgm:t>
    </dgm:pt>
    <dgm:pt modelId="{9B98B79F-0424-4012-AF89-82FFC2BA7F94}" type="parTrans" cxnId="{30F33B53-8848-4640-9524-E25D72D7C9CD}">
      <dgm:prSet/>
      <dgm:spPr/>
      <dgm:t>
        <a:bodyPr/>
        <a:lstStyle/>
        <a:p>
          <a:endParaRPr lang="en-US"/>
        </a:p>
      </dgm:t>
    </dgm:pt>
    <dgm:pt modelId="{1476694B-3186-4DEA-9A87-26FEE246CF3B}" type="sibTrans" cxnId="{30F33B53-8848-4640-9524-E25D72D7C9CD}">
      <dgm:prSet/>
      <dgm:spPr/>
      <dgm:t>
        <a:bodyPr/>
        <a:lstStyle/>
        <a:p>
          <a:endParaRPr lang="en-US"/>
        </a:p>
      </dgm:t>
    </dgm:pt>
    <dgm:pt modelId="{C3E8F59D-07E1-4908-B1C6-4A643F050DD3}">
      <dgm:prSet/>
      <dgm:spPr/>
      <dgm:t>
        <a:bodyPr/>
        <a:lstStyle/>
        <a:p>
          <a:r>
            <a:rPr lang="es-CO"/>
            <a:t>Eliminar datos faltantes	</a:t>
          </a:r>
          <a:endParaRPr lang="en-US"/>
        </a:p>
      </dgm:t>
    </dgm:pt>
    <dgm:pt modelId="{D906A510-3F1B-419F-8C7D-3F7D8E24AB14}" type="parTrans" cxnId="{8E0654B2-CA87-4D8C-BE33-E87BF61EAF09}">
      <dgm:prSet/>
      <dgm:spPr/>
      <dgm:t>
        <a:bodyPr/>
        <a:lstStyle/>
        <a:p>
          <a:endParaRPr lang="en-US"/>
        </a:p>
      </dgm:t>
    </dgm:pt>
    <dgm:pt modelId="{194F780E-4C7B-41EA-8C8C-C4FF45F46813}" type="sibTrans" cxnId="{8E0654B2-CA87-4D8C-BE33-E87BF61EAF09}">
      <dgm:prSet/>
      <dgm:spPr/>
      <dgm:t>
        <a:bodyPr/>
        <a:lstStyle/>
        <a:p>
          <a:endParaRPr lang="en-US"/>
        </a:p>
      </dgm:t>
    </dgm:pt>
    <dgm:pt modelId="{4EAEA9C8-65F7-4170-970B-A09BF5C6F0BC}">
      <dgm:prSet/>
      <dgm:spPr/>
      <dgm:t>
        <a:bodyPr/>
        <a:lstStyle/>
        <a:p>
          <a:r>
            <a:rPr lang="es-CO"/>
            <a:t>Reemplace los datos faltantes	</a:t>
          </a:r>
          <a:endParaRPr lang="en-US"/>
        </a:p>
      </dgm:t>
    </dgm:pt>
    <dgm:pt modelId="{16C05EB9-8579-4EAF-A0DC-E46EC04612FE}" type="parTrans" cxnId="{5B35C68D-0C3B-4BFE-8B5B-9C9C69D8BCFA}">
      <dgm:prSet/>
      <dgm:spPr/>
      <dgm:t>
        <a:bodyPr/>
        <a:lstStyle/>
        <a:p>
          <a:endParaRPr lang="en-US"/>
        </a:p>
      </dgm:t>
    </dgm:pt>
    <dgm:pt modelId="{468DAD09-CEA0-4CEE-9F0F-D909990B9730}" type="sibTrans" cxnId="{5B35C68D-0C3B-4BFE-8B5B-9C9C69D8BCFA}">
      <dgm:prSet/>
      <dgm:spPr/>
      <dgm:t>
        <a:bodyPr/>
        <a:lstStyle/>
        <a:p>
          <a:endParaRPr lang="en-US"/>
        </a:p>
      </dgm:t>
    </dgm:pt>
    <dgm:pt modelId="{C61064DD-2A6F-4ED0-BEE1-42F6905BC80F}">
      <dgm:prSet/>
      <dgm:spPr/>
      <dgm:t>
        <a:bodyPr/>
        <a:lstStyle/>
        <a:p>
          <a:r>
            <a:rPr lang="es-CO"/>
            <a:t>Descarte una característica</a:t>
          </a:r>
          <a:endParaRPr lang="en-US"/>
        </a:p>
      </dgm:t>
    </dgm:pt>
    <dgm:pt modelId="{F1E03981-C2B1-478F-9C41-ABF68D68C245}" type="parTrans" cxnId="{DF18F77A-FE48-428A-BBB6-24AE83F73EAC}">
      <dgm:prSet/>
      <dgm:spPr/>
      <dgm:t>
        <a:bodyPr/>
        <a:lstStyle/>
        <a:p>
          <a:endParaRPr lang="en-US"/>
        </a:p>
      </dgm:t>
    </dgm:pt>
    <dgm:pt modelId="{5ABD522A-EC4E-44E7-88FE-700F5AD0D4D1}" type="sibTrans" cxnId="{DF18F77A-FE48-428A-BBB6-24AE83F73EAC}">
      <dgm:prSet/>
      <dgm:spPr/>
      <dgm:t>
        <a:bodyPr/>
        <a:lstStyle/>
        <a:p>
          <a:endParaRPr lang="en-US"/>
        </a:p>
      </dgm:t>
    </dgm:pt>
    <dgm:pt modelId="{8D99C062-A85D-4EAB-BD12-682D800C1F2B}">
      <dgm:prSet/>
      <dgm:spPr/>
      <dgm:t>
        <a:bodyPr/>
        <a:lstStyle/>
        <a:p>
          <a:r>
            <a:rPr lang="en-US"/>
            <a:t>Outliers</a:t>
          </a:r>
          <a:r>
            <a:rPr lang="es-CO"/>
            <a:t> o valores atípicos</a:t>
          </a:r>
          <a:endParaRPr lang="en-US"/>
        </a:p>
      </dgm:t>
    </dgm:pt>
    <dgm:pt modelId="{4CF3EE99-3289-44ED-8767-4271CDE2790B}" type="parTrans" cxnId="{D6E945FB-CF26-4A39-81DA-EA131BA93035}">
      <dgm:prSet/>
      <dgm:spPr/>
      <dgm:t>
        <a:bodyPr/>
        <a:lstStyle/>
        <a:p>
          <a:endParaRPr lang="en-US"/>
        </a:p>
      </dgm:t>
    </dgm:pt>
    <dgm:pt modelId="{001A31E1-BAA5-4C85-82B0-C07FE1A5DA82}" type="sibTrans" cxnId="{D6E945FB-CF26-4A39-81DA-EA131BA93035}">
      <dgm:prSet/>
      <dgm:spPr/>
      <dgm:t>
        <a:bodyPr/>
        <a:lstStyle/>
        <a:p>
          <a:endParaRPr lang="en-US"/>
        </a:p>
      </dgm:t>
    </dgm:pt>
    <dgm:pt modelId="{2AA4BB32-6B3C-4E3F-A186-452650F91AC7}">
      <dgm:prSet/>
      <dgm:spPr/>
      <dgm:t>
        <a:bodyPr/>
        <a:lstStyle/>
        <a:p>
          <a:r>
            <a:rPr lang="es-CO"/>
            <a:t>Use gráficos para identificarlos: Boxplot, Histograma, etc.</a:t>
          </a:r>
          <a:endParaRPr lang="en-US"/>
        </a:p>
      </dgm:t>
    </dgm:pt>
    <dgm:pt modelId="{5E5981D5-FF31-4E36-B4B8-22E1D276078F}" type="parTrans" cxnId="{5B7C80AC-FDD0-4118-8817-25BFA4F2FFA4}">
      <dgm:prSet/>
      <dgm:spPr/>
      <dgm:t>
        <a:bodyPr/>
        <a:lstStyle/>
        <a:p>
          <a:endParaRPr lang="en-US"/>
        </a:p>
      </dgm:t>
    </dgm:pt>
    <dgm:pt modelId="{845E70C3-A196-4776-9857-2A2600DB747B}" type="sibTrans" cxnId="{5B7C80AC-FDD0-4118-8817-25BFA4F2FFA4}">
      <dgm:prSet/>
      <dgm:spPr/>
      <dgm:t>
        <a:bodyPr/>
        <a:lstStyle/>
        <a:p>
          <a:endParaRPr lang="en-US"/>
        </a:p>
      </dgm:t>
    </dgm:pt>
    <dgm:pt modelId="{36F61984-5A78-4854-AE03-BFE6890984CE}">
      <dgm:prSet/>
      <dgm:spPr/>
      <dgm:t>
        <a:bodyPr/>
        <a:lstStyle/>
        <a:p>
          <a:r>
            <a:rPr lang="es-CO"/>
            <a:t>Malos datos y duplicados</a:t>
          </a:r>
          <a:endParaRPr lang="en-US"/>
        </a:p>
      </dgm:t>
    </dgm:pt>
    <dgm:pt modelId="{B8361F46-2EAB-4D6F-B611-92F16ACC4B8B}" type="parTrans" cxnId="{00608957-7B25-4E5A-AE6D-48DA67AEB338}">
      <dgm:prSet/>
      <dgm:spPr/>
      <dgm:t>
        <a:bodyPr/>
        <a:lstStyle/>
        <a:p>
          <a:endParaRPr lang="en-US"/>
        </a:p>
      </dgm:t>
    </dgm:pt>
    <dgm:pt modelId="{17A2BFBB-BFC9-4482-A1EE-E4B0344E027E}" type="sibTrans" cxnId="{00608957-7B25-4E5A-AE6D-48DA67AEB338}">
      <dgm:prSet/>
      <dgm:spPr/>
      <dgm:t>
        <a:bodyPr/>
        <a:lstStyle/>
        <a:p>
          <a:endParaRPr lang="en-US"/>
        </a:p>
      </dgm:t>
    </dgm:pt>
    <dgm:pt modelId="{73360589-0AC9-4DCC-9E47-E4E88C8E743F}">
      <dgm:prSet/>
      <dgm:spPr/>
      <dgm:t>
        <a:bodyPr/>
        <a:lstStyle/>
        <a:p>
          <a:r>
            <a:rPr lang="es-CO"/>
            <a:t>Elimínelos los duplicados</a:t>
          </a:r>
          <a:endParaRPr lang="en-US"/>
        </a:p>
      </dgm:t>
    </dgm:pt>
    <dgm:pt modelId="{91B6A634-EDAF-4589-8356-2FE77D897D21}" type="parTrans" cxnId="{8C0C7A58-E95B-4807-A3E3-A53C344A9253}">
      <dgm:prSet/>
      <dgm:spPr/>
      <dgm:t>
        <a:bodyPr/>
        <a:lstStyle/>
        <a:p>
          <a:endParaRPr lang="en-US"/>
        </a:p>
      </dgm:t>
    </dgm:pt>
    <dgm:pt modelId="{5B5242A8-61ED-48E5-A08E-FD2C858D5535}" type="sibTrans" cxnId="{8C0C7A58-E95B-4807-A3E3-A53C344A9253}">
      <dgm:prSet/>
      <dgm:spPr/>
      <dgm:t>
        <a:bodyPr/>
        <a:lstStyle/>
        <a:p>
          <a:endParaRPr lang="en-US"/>
        </a:p>
      </dgm:t>
    </dgm:pt>
    <dgm:pt modelId="{8EE976A1-DF4B-4CB4-B85B-714C37FEAACF}">
      <dgm:prSet/>
      <dgm:spPr/>
      <dgm:t>
        <a:bodyPr/>
        <a:lstStyle/>
        <a:p>
          <a:r>
            <a:rPr lang="es-CO"/>
            <a:t>Malos busque reemplazarlos </a:t>
          </a:r>
          <a:endParaRPr lang="en-US"/>
        </a:p>
      </dgm:t>
    </dgm:pt>
    <dgm:pt modelId="{DF6980BC-7E56-4543-8B1B-CEE3EF12AB9D}" type="parTrans" cxnId="{1C3B9D7A-C850-46F7-BDC6-83E9676B52BB}">
      <dgm:prSet/>
      <dgm:spPr/>
      <dgm:t>
        <a:bodyPr/>
        <a:lstStyle/>
        <a:p>
          <a:endParaRPr lang="en-US"/>
        </a:p>
      </dgm:t>
    </dgm:pt>
    <dgm:pt modelId="{4CD12219-E78A-46A0-AB99-9A762DAE5D0A}" type="sibTrans" cxnId="{1C3B9D7A-C850-46F7-BDC6-83E9676B52BB}">
      <dgm:prSet/>
      <dgm:spPr/>
      <dgm:t>
        <a:bodyPr/>
        <a:lstStyle/>
        <a:p>
          <a:endParaRPr lang="en-US"/>
        </a:p>
      </dgm:t>
    </dgm:pt>
    <dgm:pt modelId="{6B1B9B35-93FC-4846-8E45-D8CB97EB05ED}">
      <dgm:prSet/>
      <dgm:spPr/>
      <dgm:t>
        <a:bodyPr/>
        <a:lstStyle/>
        <a:p>
          <a:r>
            <a:rPr lang="es-CO" dirty="0"/>
            <a:t>Características irrelevantes y derivadas</a:t>
          </a:r>
          <a:endParaRPr lang="en-US" dirty="0"/>
        </a:p>
      </dgm:t>
    </dgm:pt>
    <dgm:pt modelId="{79055B48-DACF-40BD-815F-21FB8B5A2E68}" type="parTrans" cxnId="{F72F9037-30BF-4C21-BE7E-B77C7C5A6409}">
      <dgm:prSet/>
      <dgm:spPr/>
      <dgm:t>
        <a:bodyPr/>
        <a:lstStyle/>
        <a:p>
          <a:endParaRPr lang="en-US"/>
        </a:p>
      </dgm:t>
    </dgm:pt>
    <dgm:pt modelId="{49BB6283-6084-4F8D-A2AD-C8D1D2377E2B}" type="sibTrans" cxnId="{F72F9037-30BF-4C21-BE7E-B77C7C5A6409}">
      <dgm:prSet/>
      <dgm:spPr/>
      <dgm:t>
        <a:bodyPr/>
        <a:lstStyle/>
        <a:p>
          <a:endParaRPr lang="en-US"/>
        </a:p>
      </dgm:t>
    </dgm:pt>
    <dgm:pt modelId="{5E8EA520-7C2F-49C2-9F8C-DDD77FFF3F2F}">
      <dgm:prSet/>
      <dgm:spPr/>
      <dgm:t>
        <a:bodyPr/>
        <a:lstStyle/>
        <a:p>
          <a:r>
            <a:rPr lang="es-CO" dirty="0"/>
            <a:t>Normalización</a:t>
          </a:r>
          <a:endParaRPr lang="en-US" dirty="0"/>
        </a:p>
      </dgm:t>
    </dgm:pt>
    <dgm:pt modelId="{E893C7EF-9D3F-4EC0-8D2D-F2B1E8EBC89C}" type="parTrans" cxnId="{2E06A71C-02C5-4342-A298-2BFFC75B198C}">
      <dgm:prSet/>
      <dgm:spPr/>
      <dgm:t>
        <a:bodyPr/>
        <a:lstStyle/>
        <a:p>
          <a:endParaRPr lang="en-US"/>
        </a:p>
      </dgm:t>
    </dgm:pt>
    <dgm:pt modelId="{D87A37BE-6B00-4C1E-99E0-00C6089160EB}" type="sibTrans" cxnId="{2E06A71C-02C5-4342-A298-2BFFC75B198C}">
      <dgm:prSet/>
      <dgm:spPr/>
      <dgm:t>
        <a:bodyPr/>
        <a:lstStyle/>
        <a:p>
          <a:endParaRPr lang="en-US"/>
        </a:p>
      </dgm:t>
    </dgm:pt>
    <dgm:pt modelId="{5D923361-1B95-424C-A768-50A7EBB54DE2}">
      <dgm:prSet/>
      <dgm:spPr/>
      <dgm:t>
        <a:bodyPr/>
        <a:lstStyle/>
        <a:p>
          <a:r>
            <a:rPr lang="es-CO" noProof="0" dirty="0"/>
            <a:t>Eliminarlas</a:t>
          </a:r>
        </a:p>
      </dgm:t>
    </dgm:pt>
    <dgm:pt modelId="{85994E3C-F6CA-4B1A-91C4-BB25CB901800}" type="parTrans" cxnId="{EE01715D-FF40-4E2A-8519-7F0036947BAD}">
      <dgm:prSet/>
      <dgm:spPr/>
      <dgm:t>
        <a:bodyPr/>
        <a:lstStyle/>
        <a:p>
          <a:endParaRPr lang="es-CO"/>
        </a:p>
      </dgm:t>
    </dgm:pt>
    <dgm:pt modelId="{ABFA713A-9A23-47C0-95C6-92A9861BF350}" type="sibTrans" cxnId="{EE01715D-FF40-4E2A-8519-7F0036947BAD}">
      <dgm:prSet/>
      <dgm:spPr/>
      <dgm:t>
        <a:bodyPr/>
        <a:lstStyle/>
        <a:p>
          <a:endParaRPr lang="es-CO"/>
        </a:p>
      </dgm:t>
    </dgm:pt>
    <dgm:pt modelId="{5210AE3C-C071-42D8-82EE-34BBAD496B85}">
      <dgm:prSet/>
      <dgm:spPr/>
      <dgm:t>
        <a:bodyPr/>
        <a:lstStyle/>
        <a:p>
          <a:r>
            <a:rPr lang="es-CO" noProof="0" dirty="0"/>
            <a:t>Para números. Escalas equivalentes</a:t>
          </a:r>
        </a:p>
      </dgm:t>
    </dgm:pt>
    <dgm:pt modelId="{F2AE0DB5-6C22-4EDE-B515-9F0D26AA5751}" type="parTrans" cxnId="{947BE646-21E0-439B-85C0-0081B85C7E7B}">
      <dgm:prSet/>
      <dgm:spPr/>
      <dgm:t>
        <a:bodyPr/>
        <a:lstStyle/>
        <a:p>
          <a:endParaRPr lang="es-CO"/>
        </a:p>
      </dgm:t>
    </dgm:pt>
    <dgm:pt modelId="{40AAA093-C606-4586-BF1D-6789FEDB615C}" type="sibTrans" cxnId="{947BE646-21E0-439B-85C0-0081B85C7E7B}">
      <dgm:prSet/>
      <dgm:spPr/>
      <dgm:t>
        <a:bodyPr/>
        <a:lstStyle/>
        <a:p>
          <a:endParaRPr lang="es-CO"/>
        </a:p>
      </dgm:t>
    </dgm:pt>
    <dgm:pt modelId="{20BC8A54-B6C2-4493-8564-A38BCDB5B0B3}">
      <dgm:prSet/>
      <dgm:spPr/>
      <dgm:t>
        <a:bodyPr/>
        <a:lstStyle/>
        <a:p>
          <a:r>
            <a:rPr lang="es-ES" noProof="0" dirty="0"/>
            <a:t>Obtenga nuevas a partir de las existentes. Fecha (duración)</a:t>
          </a:r>
          <a:endParaRPr lang="es-CO" noProof="0" dirty="0"/>
        </a:p>
      </dgm:t>
    </dgm:pt>
    <dgm:pt modelId="{2030BCB3-6B72-4997-8AA0-DCF909E2DF31}" type="parTrans" cxnId="{42D8ADF4-C938-410F-ABA6-EE0C82B78FC6}">
      <dgm:prSet/>
      <dgm:spPr/>
      <dgm:t>
        <a:bodyPr/>
        <a:lstStyle/>
        <a:p>
          <a:endParaRPr lang="es-CO"/>
        </a:p>
      </dgm:t>
    </dgm:pt>
    <dgm:pt modelId="{E96A3295-AF64-49B4-8B55-7930211216F7}" type="sibTrans" cxnId="{42D8ADF4-C938-410F-ABA6-EE0C82B78FC6}">
      <dgm:prSet/>
      <dgm:spPr/>
      <dgm:t>
        <a:bodyPr/>
        <a:lstStyle/>
        <a:p>
          <a:endParaRPr lang="es-CO"/>
        </a:p>
      </dgm:t>
    </dgm:pt>
    <dgm:pt modelId="{EC086B53-0114-433F-A05B-D5DC924ACBF3}" type="pres">
      <dgm:prSet presAssocID="{1B9BE567-4657-4BB7-B0E2-C8E5D87192F8}" presName="linear" presStyleCnt="0">
        <dgm:presLayoutVars>
          <dgm:dir/>
          <dgm:animLvl val="lvl"/>
          <dgm:resizeHandles val="exact"/>
        </dgm:presLayoutVars>
      </dgm:prSet>
      <dgm:spPr/>
    </dgm:pt>
    <dgm:pt modelId="{97504F23-296C-42A6-8D4B-053574905F65}" type="pres">
      <dgm:prSet presAssocID="{C8CD0447-A0A3-47B8-A369-2E80CD4B4895}" presName="parentLin" presStyleCnt="0"/>
      <dgm:spPr/>
    </dgm:pt>
    <dgm:pt modelId="{C491043D-2AC8-4E11-85FA-8D4676124535}" type="pres">
      <dgm:prSet presAssocID="{C8CD0447-A0A3-47B8-A369-2E80CD4B4895}" presName="parentLeftMargin" presStyleLbl="node1" presStyleIdx="0" presStyleCnt="5"/>
      <dgm:spPr/>
    </dgm:pt>
    <dgm:pt modelId="{915ACB12-EEBF-43C6-962D-FB387B97F02B}" type="pres">
      <dgm:prSet presAssocID="{C8CD0447-A0A3-47B8-A369-2E80CD4B489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26C6D45-1D45-46F9-BDCF-5831631F99EE}" type="pres">
      <dgm:prSet presAssocID="{C8CD0447-A0A3-47B8-A369-2E80CD4B4895}" presName="negativeSpace" presStyleCnt="0"/>
      <dgm:spPr/>
    </dgm:pt>
    <dgm:pt modelId="{F5FB902E-284A-408F-9E68-21307967D10A}" type="pres">
      <dgm:prSet presAssocID="{C8CD0447-A0A3-47B8-A369-2E80CD4B4895}" presName="childText" presStyleLbl="conFgAcc1" presStyleIdx="0" presStyleCnt="5">
        <dgm:presLayoutVars>
          <dgm:bulletEnabled val="1"/>
        </dgm:presLayoutVars>
      </dgm:prSet>
      <dgm:spPr/>
    </dgm:pt>
    <dgm:pt modelId="{F79162BA-6727-4A2E-8026-B97B446A6433}" type="pres">
      <dgm:prSet presAssocID="{1D6214C0-2496-4043-A2D7-680295E60268}" presName="spaceBetweenRectangles" presStyleCnt="0"/>
      <dgm:spPr/>
    </dgm:pt>
    <dgm:pt modelId="{4D88DAF0-335E-4F82-A3C4-6C54AA61975B}" type="pres">
      <dgm:prSet presAssocID="{8D99C062-A85D-4EAB-BD12-682D800C1F2B}" presName="parentLin" presStyleCnt="0"/>
      <dgm:spPr/>
    </dgm:pt>
    <dgm:pt modelId="{B7029885-8B78-4261-9942-A3B1EF53D771}" type="pres">
      <dgm:prSet presAssocID="{8D99C062-A85D-4EAB-BD12-682D800C1F2B}" presName="parentLeftMargin" presStyleLbl="node1" presStyleIdx="0" presStyleCnt="5"/>
      <dgm:spPr/>
    </dgm:pt>
    <dgm:pt modelId="{45C66ED1-236A-496D-8911-AB13057005E2}" type="pres">
      <dgm:prSet presAssocID="{8D99C062-A85D-4EAB-BD12-682D800C1F2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2E82218-214C-4906-9883-91ACFE6F44CF}" type="pres">
      <dgm:prSet presAssocID="{8D99C062-A85D-4EAB-BD12-682D800C1F2B}" presName="negativeSpace" presStyleCnt="0"/>
      <dgm:spPr/>
    </dgm:pt>
    <dgm:pt modelId="{C7319CE9-978D-47D5-AB1A-AD92C61A52A5}" type="pres">
      <dgm:prSet presAssocID="{8D99C062-A85D-4EAB-BD12-682D800C1F2B}" presName="childText" presStyleLbl="conFgAcc1" presStyleIdx="1" presStyleCnt="5">
        <dgm:presLayoutVars>
          <dgm:bulletEnabled val="1"/>
        </dgm:presLayoutVars>
      </dgm:prSet>
      <dgm:spPr/>
    </dgm:pt>
    <dgm:pt modelId="{97D09B91-F174-4A6D-BD4D-F8E3B0666FF4}" type="pres">
      <dgm:prSet presAssocID="{001A31E1-BAA5-4C85-82B0-C07FE1A5DA82}" presName="spaceBetweenRectangles" presStyleCnt="0"/>
      <dgm:spPr/>
    </dgm:pt>
    <dgm:pt modelId="{8631C0B9-9B2D-4BBF-A894-5442A6AFC72A}" type="pres">
      <dgm:prSet presAssocID="{36F61984-5A78-4854-AE03-BFE6890984CE}" presName="parentLin" presStyleCnt="0"/>
      <dgm:spPr/>
    </dgm:pt>
    <dgm:pt modelId="{6A95F463-C84F-4FE2-BD13-AC0F8D75355E}" type="pres">
      <dgm:prSet presAssocID="{36F61984-5A78-4854-AE03-BFE6890984CE}" presName="parentLeftMargin" presStyleLbl="node1" presStyleIdx="1" presStyleCnt="5"/>
      <dgm:spPr/>
    </dgm:pt>
    <dgm:pt modelId="{62C3281F-1D3D-448E-BC40-463D1E78DEF9}" type="pres">
      <dgm:prSet presAssocID="{36F61984-5A78-4854-AE03-BFE6890984C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8690CCE-6F7B-4D54-9EC9-4038FAE00E58}" type="pres">
      <dgm:prSet presAssocID="{36F61984-5A78-4854-AE03-BFE6890984CE}" presName="negativeSpace" presStyleCnt="0"/>
      <dgm:spPr/>
    </dgm:pt>
    <dgm:pt modelId="{A97F82FF-385F-47D7-94C6-1FF4A8BE74AE}" type="pres">
      <dgm:prSet presAssocID="{36F61984-5A78-4854-AE03-BFE6890984CE}" presName="childText" presStyleLbl="conFgAcc1" presStyleIdx="2" presStyleCnt="5">
        <dgm:presLayoutVars>
          <dgm:bulletEnabled val="1"/>
        </dgm:presLayoutVars>
      </dgm:prSet>
      <dgm:spPr/>
    </dgm:pt>
    <dgm:pt modelId="{71AD328F-C0E7-4A08-9C50-0919EC9913A0}" type="pres">
      <dgm:prSet presAssocID="{17A2BFBB-BFC9-4482-A1EE-E4B0344E027E}" presName="spaceBetweenRectangles" presStyleCnt="0"/>
      <dgm:spPr/>
    </dgm:pt>
    <dgm:pt modelId="{6E5854EE-9EFE-4BC4-9396-F4DA603943B4}" type="pres">
      <dgm:prSet presAssocID="{6B1B9B35-93FC-4846-8E45-D8CB97EB05ED}" presName="parentLin" presStyleCnt="0"/>
      <dgm:spPr/>
    </dgm:pt>
    <dgm:pt modelId="{93619F78-02BD-4AEF-BC24-1A7D983F8325}" type="pres">
      <dgm:prSet presAssocID="{6B1B9B35-93FC-4846-8E45-D8CB97EB05ED}" presName="parentLeftMargin" presStyleLbl="node1" presStyleIdx="2" presStyleCnt="5"/>
      <dgm:spPr/>
    </dgm:pt>
    <dgm:pt modelId="{280CBB13-FE0A-4E76-90B1-3D6502C10943}" type="pres">
      <dgm:prSet presAssocID="{6B1B9B35-93FC-4846-8E45-D8CB97EB05E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43A4887-14F4-4D7B-A449-D55B44DABDB1}" type="pres">
      <dgm:prSet presAssocID="{6B1B9B35-93FC-4846-8E45-D8CB97EB05ED}" presName="negativeSpace" presStyleCnt="0"/>
      <dgm:spPr/>
    </dgm:pt>
    <dgm:pt modelId="{334DC496-494B-4E29-89D2-2F114DD25615}" type="pres">
      <dgm:prSet presAssocID="{6B1B9B35-93FC-4846-8E45-D8CB97EB05ED}" presName="childText" presStyleLbl="conFgAcc1" presStyleIdx="3" presStyleCnt="5">
        <dgm:presLayoutVars>
          <dgm:bulletEnabled val="1"/>
        </dgm:presLayoutVars>
      </dgm:prSet>
      <dgm:spPr/>
    </dgm:pt>
    <dgm:pt modelId="{00D6F724-5CBE-446E-B320-3423E509D859}" type="pres">
      <dgm:prSet presAssocID="{49BB6283-6084-4F8D-A2AD-C8D1D2377E2B}" presName="spaceBetweenRectangles" presStyleCnt="0"/>
      <dgm:spPr/>
    </dgm:pt>
    <dgm:pt modelId="{909C861B-162B-4F1A-A11D-B1AAF3E26509}" type="pres">
      <dgm:prSet presAssocID="{5E8EA520-7C2F-49C2-9F8C-DDD77FFF3F2F}" presName="parentLin" presStyleCnt="0"/>
      <dgm:spPr/>
    </dgm:pt>
    <dgm:pt modelId="{452A318C-488B-432A-A16A-4FAC669B7B47}" type="pres">
      <dgm:prSet presAssocID="{5E8EA520-7C2F-49C2-9F8C-DDD77FFF3F2F}" presName="parentLeftMargin" presStyleLbl="node1" presStyleIdx="3" presStyleCnt="5"/>
      <dgm:spPr/>
    </dgm:pt>
    <dgm:pt modelId="{52FA208A-6D5F-4451-AF94-BE02AFFE83E3}" type="pres">
      <dgm:prSet presAssocID="{5E8EA520-7C2F-49C2-9F8C-DDD77FFF3F2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43CA526-EEB7-468E-86FA-35776E094C80}" type="pres">
      <dgm:prSet presAssocID="{5E8EA520-7C2F-49C2-9F8C-DDD77FFF3F2F}" presName="negativeSpace" presStyleCnt="0"/>
      <dgm:spPr/>
    </dgm:pt>
    <dgm:pt modelId="{4AA30457-94F8-4E05-96B6-CBC9B5C62AA0}" type="pres">
      <dgm:prSet presAssocID="{5E8EA520-7C2F-49C2-9F8C-DDD77FFF3F2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5A9A001-F04A-4A7E-B2EB-219465534049}" type="presOf" srcId="{4EAEA9C8-65F7-4170-970B-A09BF5C6F0BC}" destId="{F5FB902E-284A-408F-9E68-21307967D10A}" srcOrd="0" destOrd="2" presId="urn:microsoft.com/office/officeart/2005/8/layout/list1"/>
    <dgm:cxn modelId="{F5518F02-39DD-4C01-93FB-37A58319E7FE}" type="presOf" srcId="{73360589-0AC9-4DCC-9E47-E4E88C8E743F}" destId="{A97F82FF-385F-47D7-94C6-1FF4A8BE74AE}" srcOrd="0" destOrd="0" presId="urn:microsoft.com/office/officeart/2005/8/layout/list1"/>
    <dgm:cxn modelId="{3D8A8D09-A176-4650-A3C7-6DFF8E3CDA77}" type="presOf" srcId="{8D99C062-A85D-4EAB-BD12-682D800C1F2B}" destId="{B7029885-8B78-4261-9942-A3B1EF53D771}" srcOrd="0" destOrd="0" presId="urn:microsoft.com/office/officeart/2005/8/layout/list1"/>
    <dgm:cxn modelId="{37D7230F-4948-4F0E-BBC6-689B957F7CCA}" type="presOf" srcId="{2AA4BB32-6B3C-4E3F-A186-452650F91AC7}" destId="{C7319CE9-978D-47D5-AB1A-AD92C61A52A5}" srcOrd="0" destOrd="0" presId="urn:microsoft.com/office/officeart/2005/8/layout/list1"/>
    <dgm:cxn modelId="{4972F516-7285-42AC-9142-F32A24A9C4BC}" type="presOf" srcId="{8D99C062-A85D-4EAB-BD12-682D800C1F2B}" destId="{45C66ED1-236A-496D-8911-AB13057005E2}" srcOrd="1" destOrd="0" presId="urn:microsoft.com/office/officeart/2005/8/layout/list1"/>
    <dgm:cxn modelId="{2E06A71C-02C5-4342-A298-2BFFC75B198C}" srcId="{1B9BE567-4657-4BB7-B0E2-C8E5D87192F8}" destId="{5E8EA520-7C2F-49C2-9F8C-DDD77FFF3F2F}" srcOrd="4" destOrd="0" parTransId="{E893C7EF-9D3F-4EC0-8D2D-F2B1E8EBC89C}" sibTransId="{D87A37BE-6B00-4C1E-99E0-00C6089160EB}"/>
    <dgm:cxn modelId="{7A63841F-28FF-4185-BFF3-8A3C39CF1740}" type="presOf" srcId="{5210AE3C-C071-42D8-82EE-34BBAD496B85}" destId="{4AA30457-94F8-4E05-96B6-CBC9B5C62AA0}" srcOrd="0" destOrd="0" presId="urn:microsoft.com/office/officeart/2005/8/layout/list1"/>
    <dgm:cxn modelId="{D5598820-1650-41EB-A38B-F5DA91FC0147}" type="presOf" srcId="{8EE976A1-DF4B-4CB4-B85B-714C37FEAACF}" destId="{A97F82FF-385F-47D7-94C6-1FF4A8BE74AE}" srcOrd="0" destOrd="1" presId="urn:microsoft.com/office/officeart/2005/8/layout/list1"/>
    <dgm:cxn modelId="{F72F9037-30BF-4C21-BE7E-B77C7C5A6409}" srcId="{1B9BE567-4657-4BB7-B0E2-C8E5D87192F8}" destId="{6B1B9B35-93FC-4846-8E45-D8CB97EB05ED}" srcOrd="3" destOrd="0" parTransId="{79055B48-DACF-40BD-815F-21FB8B5A2E68}" sibTransId="{49BB6283-6084-4F8D-A2AD-C8D1D2377E2B}"/>
    <dgm:cxn modelId="{6AD9B13D-EA9E-4A10-ADC6-1E4EDEC0DAE8}" type="presOf" srcId="{1B9BE567-4657-4BB7-B0E2-C8E5D87192F8}" destId="{EC086B53-0114-433F-A05B-D5DC924ACBF3}" srcOrd="0" destOrd="0" presId="urn:microsoft.com/office/officeart/2005/8/layout/list1"/>
    <dgm:cxn modelId="{EE01715D-FF40-4E2A-8519-7F0036947BAD}" srcId="{6B1B9B35-93FC-4846-8E45-D8CB97EB05ED}" destId="{5D923361-1B95-424C-A768-50A7EBB54DE2}" srcOrd="0" destOrd="0" parTransId="{85994E3C-F6CA-4B1A-91C4-BB25CB901800}" sibTransId="{ABFA713A-9A23-47C0-95C6-92A9861BF350}"/>
    <dgm:cxn modelId="{B9ED1F64-F8AC-465B-B47A-60E1E003E11F}" type="presOf" srcId="{C8CD0447-A0A3-47B8-A369-2E80CD4B4895}" destId="{C491043D-2AC8-4E11-85FA-8D4676124535}" srcOrd="0" destOrd="0" presId="urn:microsoft.com/office/officeart/2005/8/layout/list1"/>
    <dgm:cxn modelId="{666FA865-0D5C-4DF0-AD21-E78C47C4CE66}" type="presOf" srcId="{C8CD0447-A0A3-47B8-A369-2E80CD4B4895}" destId="{915ACB12-EEBF-43C6-962D-FB387B97F02B}" srcOrd="1" destOrd="0" presId="urn:microsoft.com/office/officeart/2005/8/layout/list1"/>
    <dgm:cxn modelId="{947BE646-21E0-439B-85C0-0081B85C7E7B}" srcId="{5E8EA520-7C2F-49C2-9F8C-DDD77FFF3F2F}" destId="{5210AE3C-C071-42D8-82EE-34BBAD496B85}" srcOrd="0" destOrd="0" parTransId="{F2AE0DB5-6C22-4EDE-B515-9F0D26AA5751}" sibTransId="{40AAA093-C606-4586-BF1D-6789FEDB615C}"/>
    <dgm:cxn modelId="{30F33B53-8848-4640-9524-E25D72D7C9CD}" srcId="{C8CD0447-A0A3-47B8-A369-2E80CD4B4895}" destId="{55755908-98A1-40BC-80D8-C34B6FD57ED1}" srcOrd="0" destOrd="0" parTransId="{9B98B79F-0424-4012-AF89-82FFC2BA7F94}" sibTransId="{1476694B-3186-4DEA-9A87-26FEE246CF3B}"/>
    <dgm:cxn modelId="{00608957-7B25-4E5A-AE6D-48DA67AEB338}" srcId="{1B9BE567-4657-4BB7-B0E2-C8E5D87192F8}" destId="{36F61984-5A78-4854-AE03-BFE6890984CE}" srcOrd="2" destOrd="0" parTransId="{B8361F46-2EAB-4D6F-B611-92F16ACC4B8B}" sibTransId="{17A2BFBB-BFC9-4482-A1EE-E4B0344E027E}"/>
    <dgm:cxn modelId="{8C0C7A58-E95B-4807-A3E3-A53C344A9253}" srcId="{36F61984-5A78-4854-AE03-BFE6890984CE}" destId="{73360589-0AC9-4DCC-9E47-E4E88C8E743F}" srcOrd="0" destOrd="0" parTransId="{91B6A634-EDAF-4589-8356-2FE77D897D21}" sibTransId="{5B5242A8-61ED-48E5-A08E-FD2C858D5535}"/>
    <dgm:cxn modelId="{1C3B9D7A-C850-46F7-BDC6-83E9676B52BB}" srcId="{36F61984-5A78-4854-AE03-BFE6890984CE}" destId="{8EE976A1-DF4B-4CB4-B85B-714C37FEAACF}" srcOrd="1" destOrd="0" parTransId="{DF6980BC-7E56-4543-8B1B-CEE3EF12AB9D}" sibTransId="{4CD12219-E78A-46A0-AB99-9A762DAE5D0A}"/>
    <dgm:cxn modelId="{DF18F77A-FE48-428A-BBB6-24AE83F73EAC}" srcId="{C8CD0447-A0A3-47B8-A369-2E80CD4B4895}" destId="{C61064DD-2A6F-4ED0-BEE1-42F6905BC80F}" srcOrd="3" destOrd="0" parTransId="{F1E03981-C2B1-478F-9C41-ABF68D68C245}" sibTransId="{5ABD522A-EC4E-44E7-88FE-700F5AD0D4D1}"/>
    <dgm:cxn modelId="{B5D75E7F-B475-4821-A7BC-30FF34C6C6A6}" type="presOf" srcId="{36F61984-5A78-4854-AE03-BFE6890984CE}" destId="{6A95F463-C84F-4FE2-BD13-AC0F8D75355E}" srcOrd="0" destOrd="0" presId="urn:microsoft.com/office/officeart/2005/8/layout/list1"/>
    <dgm:cxn modelId="{81D1AC80-07E3-47F7-B99C-FA401B8642CD}" type="presOf" srcId="{C61064DD-2A6F-4ED0-BEE1-42F6905BC80F}" destId="{F5FB902E-284A-408F-9E68-21307967D10A}" srcOrd="0" destOrd="3" presId="urn:microsoft.com/office/officeart/2005/8/layout/list1"/>
    <dgm:cxn modelId="{F28C7082-7D40-45C1-AB7A-9FBDF9A075BE}" type="presOf" srcId="{C3E8F59D-07E1-4908-B1C6-4A643F050DD3}" destId="{F5FB902E-284A-408F-9E68-21307967D10A}" srcOrd="0" destOrd="1" presId="urn:microsoft.com/office/officeart/2005/8/layout/list1"/>
    <dgm:cxn modelId="{5B35C68D-0C3B-4BFE-8B5B-9C9C69D8BCFA}" srcId="{C8CD0447-A0A3-47B8-A369-2E80CD4B4895}" destId="{4EAEA9C8-65F7-4170-970B-A09BF5C6F0BC}" srcOrd="2" destOrd="0" parTransId="{16C05EB9-8579-4EAF-A0DC-E46EC04612FE}" sibTransId="{468DAD09-CEA0-4CEE-9F0F-D909990B9730}"/>
    <dgm:cxn modelId="{0456589C-5E8E-4894-97A4-C46E4BBB0C8B}" type="presOf" srcId="{5D923361-1B95-424C-A768-50A7EBB54DE2}" destId="{334DC496-494B-4E29-89D2-2F114DD25615}" srcOrd="0" destOrd="0" presId="urn:microsoft.com/office/officeart/2005/8/layout/list1"/>
    <dgm:cxn modelId="{AC219B9C-5E02-4AF3-B5DF-2DF12A98A9F5}" type="presOf" srcId="{55755908-98A1-40BC-80D8-C34B6FD57ED1}" destId="{F5FB902E-284A-408F-9E68-21307967D10A}" srcOrd="0" destOrd="0" presId="urn:microsoft.com/office/officeart/2005/8/layout/list1"/>
    <dgm:cxn modelId="{997BC1A8-ADA9-409C-8340-78072E29D46E}" type="presOf" srcId="{6B1B9B35-93FC-4846-8E45-D8CB97EB05ED}" destId="{280CBB13-FE0A-4E76-90B1-3D6502C10943}" srcOrd="1" destOrd="0" presId="urn:microsoft.com/office/officeart/2005/8/layout/list1"/>
    <dgm:cxn modelId="{BF9C9DA9-ACF2-4B6C-BC7D-6427C343F312}" type="presOf" srcId="{36F61984-5A78-4854-AE03-BFE6890984CE}" destId="{62C3281F-1D3D-448E-BC40-463D1E78DEF9}" srcOrd="1" destOrd="0" presId="urn:microsoft.com/office/officeart/2005/8/layout/list1"/>
    <dgm:cxn modelId="{2637AEAB-64FA-4DC8-8BC3-CD89FC6CA71C}" type="presOf" srcId="{5E8EA520-7C2F-49C2-9F8C-DDD77FFF3F2F}" destId="{52FA208A-6D5F-4451-AF94-BE02AFFE83E3}" srcOrd="1" destOrd="0" presId="urn:microsoft.com/office/officeart/2005/8/layout/list1"/>
    <dgm:cxn modelId="{5B7C80AC-FDD0-4118-8817-25BFA4F2FFA4}" srcId="{8D99C062-A85D-4EAB-BD12-682D800C1F2B}" destId="{2AA4BB32-6B3C-4E3F-A186-452650F91AC7}" srcOrd="0" destOrd="0" parTransId="{5E5981D5-FF31-4E36-B4B8-22E1D276078F}" sibTransId="{845E70C3-A196-4776-9857-2A2600DB747B}"/>
    <dgm:cxn modelId="{8E0654B2-CA87-4D8C-BE33-E87BF61EAF09}" srcId="{C8CD0447-A0A3-47B8-A369-2E80CD4B4895}" destId="{C3E8F59D-07E1-4908-B1C6-4A643F050DD3}" srcOrd="1" destOrd="0" parTransId="{D906A510-3F1B-419F-8C7D-3F7D8E24AB14}" sibTransId="{194F780E-4C7B-41EA-8C8C-C4FF45F46813}"/>
    <dgm:cxn modelId="{DBA13EBC-7113-44ED-B999-222FDF940C39}" type="presOf" srcId="{20BC8A54-B6C2-4493-8564-A38BCDB5B0B3}" destId="{334DC496-494B-4E29-89D2-2F114DD25615}" srcOrd="0" destOrd="1" presId="urn:microsoft.com/office/officeart/2005/8/layout/list1"/>
    <dgm:cxn modelId="{F3E3F1BF-23C9-4678-8245-E9CAE1AB453C}" type="presOf" srcId="{5E8EA520-7C2F-49C2-9F8C-DDD77FFF3F2F}" destId="{452A318C-488B-432A-A16A-4FAC669B7B47}" srcOrd="0" destOrd="0" presId="urn:microsoft.com/office/officeart/2005/8/layout/list1"/>
    <dgm:cxn modelId="{8B109DC8-EC52-4C9A-8676-C41DA66C2796}" srcId="{1B9BE567-4657-4BB7-B0E2-C8E5D87192F8}" destId="{C8CD0447-A0A3-47B8-A369-2E80CD4B4895}" srcOrd="0" destOrd="0" parTransId="{92CDD517-4545-4089-B403-CE2D9BC62623}" sibTransId="{1D6214C0-2496-4043-A2D7-680295E60268}"/>
    <dgm:cxn modelId="{42D8ADF4-C938-410F-ABA6-EE0C82B78FC6}" srcId="{6B1B9B35-93FC-4846-8E45-D8CB97EB05ED}" destId="{20BC8A54-B6C2-4493-8564-A38BCDB5B0B3}" srcOrd="1" destOrd="0" parTransId="{2030BCB3-6B72-4997-8AA0-DCF909E2DF31}" sibTransId="{E96A3295-AF64-49B4-8B55-7930211216F7}"/>
    <dgm:cxn modelId="{C50DDDF7-5912-4BC9-9C08-3F88A503B180}" type="presOf" srcId="{6B1B9B35-93FC-4846-8E45-D8CB97EB05ED}" destId="{93619F78-02BD-4AEF-BC24-1A7D983F8325}" srcOrd="0" destOrd="0" presId="urn:microsoft.com/office/officeart/2005/8/layout/list1"/>
    <dgm:cxn modelId="{D6E945FB-CF26-4A39-81DA-EA131BA93035}" srcId="{1B9BE567-4657-4BB7-B0E2-C8E5D87192F8}" destId="{8D99C062-A85D-4EAB-BD12-682D800C1F2B}" srcOrd="1" destOrd="0" parTransId="{4CF3EE99-3289-44ED-8767-4271CDE2790B}" sibTransId="{001A31E1-BAA5-4C85-82B0-C07FE1A5DA82}"/>
    <dgm:cxn modelId="{C96B401F-11C6-4120-8716-2CA570838792}" type="presParOf" srcId="{EC086B53-0114-433F-A05B-D5DC924ACBF3}" destId="{97504F23-296C-42A6-8D4B-053574905F65}" srcOrd="0" destOrd="0" presId="urn:microsoft.com/office/officeart/2005/8/layout/list1"/>
    <dgm:cxn modelId="{B291CB7A-2607-4A03-AB17-1D2B1CDD9224}" type="presParOf" srcId="{97504F23-296C-42A6-8D4B-053574905F65}" destId="{C491043D-2AC8-4E11-85FA-8D4676124535}" srcOrd="0" destOrd="0" presId="urn:microsoft.com/office/officeart/2005/8/layout/list1"/>
    <dgm:cxn modelId="{1EEDB08B-968B-4B5E-848F-2C89AA216EA7}" type="presParOf" srcId="{97504F23-296C-42A6-8D4B-053574905F65}" destId="{915ACB12-EEBF-43C6-962D-FB387B97F02B}" srcOrd="1" destOrd="0" presId="urn:microsoft.com/office/officeart/2005/8/layout/list1"/>
    <dgm:cxn modelId="{841EE8C4-1F6D-49E9-9F15-A7C3340B4ACF}" type="presParOf" srcId="{EC086B53-0114-433F-A05B-D5DC924ACBF3}" destId="{A26C6D45-1D45-46F9-BDCF-5831631F99EE}" srcOrd="1" destOrd="0" presId="urn:microsoft.com/office/officeart/2005/8/layout/list1"/>
    <dgm:cxn modelId="{E2551DC5-ADFD-4BE9-A52F-D1CBF154519E}" type="presParOf" srcId="{EC086B53-0114-433F-A05B-D5DC924ACBF3}" destId="{F5FB902E-284A-408F-9E68-21307967D10A}" srcOrd="2" destOrd="0" presId="urn:microsoft.com/office/officeart/2005/8/layout/list1"/>
    <dgm:cxn modelId="{0BDAA2DA-CC94-4FC8-A4D5-C42EA2A6855B}" type="presParOf" srcId="{EC086B53-0114-433F-A05B-D5DC924ACBF3}" destId="{F79162BA-6727-4A2E-8026-B97B446A6433}" srcOrd="3" destOrd="0" presId="urn:microsoft.com/office/officeart/2005/8/layout/list1"/>
    <dgm:cxn modelId="{D5AFD30F-E327-4012-9675-7765BB560544}" type="presParOf" srcId="{EC086B53-0114-433F-A05B-D5DC924ACBF3}" destId="{4D88DAF0-335E-4F82-A3C4-6C54AA61975B}" srcOrd="4" destOrd="0" presId="urn:microsoft.com/office/officeart/2005/8/layout/list1"/>
    <dgm:cxn modelId="{E2B349D9-9D1C-4BF0-AA74-CE8870FA5552}" type="presParOf" srcId="{4D88DAF0-335E-4F82-A3C4-6C54AA61975B}" destId="{B7029885-8B78-4261-9942-A3B1EF53D771}" srcOrd="0" destOrd="0" presId="urn:microsoft.com/office/officeart/2005/8/layout/list1"/>
    <dgm:cxn modelId="{C8BD4F94-C3ED-4A1F-957D-1642178DC9C2}" type="presParOf" srcId="{4D88DAF0-335E-4F82-A3C4-6C54AA61975B}" destId="{45C66ED1-236A-496D-8911-AB13057005E2}" srcOrd="1" destOrd="0" presId="urn:microsoft.com/office/officeart/2005/8/layout/list1"/>
    <dgm:cxn modelId="{4A80B22C-4CDA-4694-99AE-4DEC97677FEF}" type="presParOf" srcId="{EC086B53-0114-433F-A05B-D5DC924ACBF3}" destId="{72E82218-214C-4906-9883-91ACFE6F44CF}" srcOrd="5" destOrd="0" presId="urn:microsoft.com/office/officeart/2005/8/layout/list1"/>
    <dgm:cxn modelId="{17E02832-E113-470A-A819-27A30843E859}" type="presParOf" srcId="{EC086B53-0114-433F-A05B-D5DC924ACBF3}" destId="{C7319CE9-978D-47D5-AB1A-AD92C61A52A5}" srcOrd="6" destOrd="0" presId="urn:microsoft.com/office/officeart/2005/8/layout/list1"/>
    <dgm:cxn modelId="{752D170E-3A9A-4379-BEFE-4C6228ECA10F}" type="presParOf" srcId="{EC086B53-0114-433F-A05B-D5DC924ACBF3}" destId="{97D09B91-F174-4A6D-BD4D-F8E3B0666FF4}" srcOrd="7" destOrd="0" presId="urn:microsoft.com/office/officeart/2005/8/layout/list1"/>
    <dgm:cxn modelId="{982BDBC9-B56A-467D-B0FC-883D572750CA}" type="presParOf" srcId="{EC086B53-0114-433F-A05B-D5DC924ACBF3}" destId="{8631C0B9-9B2D-4BBF-A894-5442A6AFC72A}" srcOrd="8" destOrd="0" presId="urn:microsoft.com/office/officeart/2005/8/layout/list1"/>
    <dgm:cxn modelId="{29E7C6DB-ACC1-46A0-B52C-00000AD20F28}" type="presParOf" srcId="{8631C0B9-9B2D-4BBF-A894-5442A6AFC72A}" destId="{6A95F463-C84F-4FE2-BD13-AC0F8D75355E}" srcOrd="0" destOrd="0" presId="urn:microsoft.com/office/officeart/2005/8/layout/list1"/>
    <dgm:cxn modelId="{F9143663-7A71-45E1-8D12-7EC723F9647B}" type="presParOf" srcId="{8631C0B9-9B2D-4BBF-A894-5442A6AFC72A}" destId="{62C3281F-1D3D-448E-BC40-463D1E78DEF9}" srcOrd="1" destOrd="0" presId="urn:microsoft.com/office/officeart/2005/8/layout/list1"/>
    <dgm:cxn modelId="{39E9F170-F896-4BA1-97FD-638AEF5C51CC}" type="presParOf" srcId="{EC086B53-0114-433F-A05B-D5DC924ACBF3}" destId="{48690CCE-6F7B-4D54-9EC9-4038FAE00E58}" srcOrd="9" destOrd="0" presId="urn:microsoft.com/office/officeart/2005/8/layout/list1"/>
    <dgm:cxn modelId="{0BAFD99C-0EEE-4764-8C12-E6BFD61F141B}" type="presParOf" srcId="{EC086B53-0114-433F-A05B-D5DC924ACBF3}" destId="{A97F82FF-385F-47D7-94C6-1FF4A8BE74AE}" srcOrd="10" destOrd="0" presId="urn:microsoft.com/office/officeart/2005/8/layout/list1"/>
    <dgm:cxn modelId="{E6FBE2DE-F0D1-42FB-A1FE-51E9AFFCD2F6}" type="presParOf" srcId="{EC086B53-0114-433F-A05B-D5DC924ACBF3}" destId="{71AD328F-C0E7-4A08-9C50-0919EC9913A0}" srcOrd="11" destOrd="0" presId="urn:microsoft.com/office/officeart/2005/8/layout/list1"/>
    <dgm:cxn modelId="{54193273-1FE3-4D8C-B240-521EFC762595}" type="presParOf" srcId="{EC086B53-0114-433F-A05B-D5DC924ACBF3}" destId="{6E5854EE-9EFE-4BC4-9396-F4DA603943B4}" srcOrd="12" destOrd="0" presId="urn:microsoft.com/office/officeart/2005/8/layout/list1"/>
    <dgm:cxn modelId="{1F371F30-0D23-4FEA-BC3D-429AC4AE3C0B}" type="presParOf" srcId="{6E5854EE-9EFE-4BC4-9396-F4DA603943B4}" destId="{93619F78-02BD-4AEF-BC24-1A7D983F8325}" srcOrd="0" destOrd="0" presId="urn:microsoft.com/office/officeart/2005/8/layout/list1"/>
    <dgm:cxn modelId="{A2D75582-A9B1-4976-BE92-E0221AAC1A79}" type="presParOf" srcId="{6E5854EE-9EFE-4BC4-9396-F4DA603943B4}" destId="{280CBB13-FE0A-4E76-90B1-3D6502C10943}" srcOrd="1" destOrd="0" presId="urn:microsoft.com/office/officeart/2005/8/layout/list1"/>
    <dgm:cxn modelId="{FD919A86-CF37-4299-9C26-F304DB5652DA}" type="presParOf" srcId="{EC086B53-0114-433F-A05B-D5DC924ACBF3}" destId="{B43A4887-14F4-4D7B-A449-D55B44DABDB1}" srcOrd="13" destOrd="0" presId="urn:microsoft.com/office/officeart/2005/8/layout/list1"/>
    <dgm:cxn modelId="{79B000D6-7341-4F5D-9DB5-9BCD27D40811}" type="presParOf" srcId="{EC086B53-0114-433F-A05B-D5DC924ACBF3}" destId="{334DC496-494B-4E29-89D2-2F114DD25615}" srcOrd="14" destOrd="0" presId="urn:microsoft.com/office/officeart/2005/8/layout/list1"/>
    <dgm:cxn modelId="{919070F6-577A-45DB-9294-5BD9A05F2887}" type="presParOf" srcId="{EC086B53-0114-433F-A05B-D5DC924ACBF3}" destId="{00D6F724-5CBE-446E-B320-3423E509D859}" srcOrd="15" destOrd="0" presId="urn:microsoft.com/office/officeart/2005/8/layout/list1"/>
    <dgm:cxn modelId="{F1BCDDA8-D810-4ED7-8054-7B8AC1276558}" type="presParOf" srcId="{EC086B53-0114-433F-A05B-D5DC924ACBF3}" destId="{909C861B-162B-4F1A-A11D-B1AAF3E26509}" srcOrd="16" destOrd="0" presId="urn:microsoft.com/office/officeart/2005/8/layout/list1"/>
    <dgm:cxn modelId="{2E5D3263-B7A2-4877-8DC6-6127BBD1B68C}" type="presParOf" srcId="{909C861B-162B-4F1A-A11D-B1AAF3E26509}" destId="{452A318C-488B-432A-A16A-4FAC669B7B47}" srcOrd="0" destOrd="0" presId="urn:microsoft.com/office/officeart/2005/8/layout/list1"/>
    <dgm:cxn modelId="{3F339CEC-7A39-48AD-BA08-B6FADE8BCF2C}" type="presParOf" srcId="{909C861B-162B-4F1A-A11D-B1AAF3E26509}" destId="{52FA208A-6D5F-4451-AF94-BE02AFFE83E3}" srcOrd="1" destOrd="0" presId="urn:microsoft.com/office/officeart/2005/8/layout/list1"/>
    <dgm:cxn modelId="{E732F9CF-D638-4748-B609-30A1BAC5956A}" type="presParOf" srcId="{EC086B53-0114-433F-A05B-D5DC924ACBF3}" destId="{743CA526-EEB7-468E-86FA-35776E094C80}" srcOrd="17" destOrd="0" presId="urn:microsoft.com/office/officeart/2005/8/layout/list1"/>
    <dgm:cxn modelId="{FE78DBDD-AC18-4E24-8128-2A4917432790}" type="presParOf" srcId="{EC086B53-0114-433F-A05B-D5DC924ACBF3}" destId="{4AA30457-94F8-4E05-96B6-CBC9B5C62AA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DCE9F7C-04D6-4253-9675-00E7B818F9D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514A93F-F666-493D-BD7D-40E6B0D1556F}">
      <dgm:prSet/>
      <dgm:spPr/>
      <dgm:t>
        <a:bodyPr/>
        <a:lstStyle/>
        <a:p>
          <a:r>
            <a:rPr lang="es-ES"/>
            <a:t>Variables Numéricas</a:t>
          </a:r>
          <a:endParaRPr lang="en-US"/>
        </a:p>
      </dgm:t>
    </dgm:pt>
    <dgm:pt modelId="{488A3E06-0F03-43A9-80A5-86E30E23F1D7}" type="parTrans" cxnId="{8D9224CB-8821-48FB-A615-60248900001C}">
      <dgm:prSet/>
      <dgm:spPr/>
      <dgm:t>
        <a:bodyPr/>
        <a:lstStyle/>
        <a:p>
          <a:endParaRPr lang="en-US"/>
        </a:p>
      </dgm:t>
    </dgm:pt>
    <dgm:pt modelId="{AC1EFA56-27AC-4850-B16E-2089F4E24655}" type="sibTrans" cxnId="{8D9224CB-8821-48FB-A615-60248900001C}">
      <dgm:prSet/>
      <dgm:spPr/>
      <dgm:t>
        <a:bodyPr/>
        <a:lstStyle/>
        <a:p>
          <a:endParaRPr lang="en-US"/>
        </a:p>
      </dgm:t>
    </dgm:pt>
    <dgm:pt modelId="{3A08FA46-79B8-4009-AA53-7D449F7CB2A3}">
      <dgm:prSet/>
      <dgm:spPr/>
      <dgm:t>
        <a:bodyPr/>
        <a:lstStyle/>
        <a:p>
          <a:r>
            <a:rPr lang="es-ES"/>
            <a:t>De la mitad (Media o Promedio, Mediana y Moda)</a:t>
          </a:r>
          <a:endParaRPr lang="en-US"/>
        </a:p>
      </dgm:t>
    </dgm:pt>
    <dgm:pt modelId="{945E79D0-92DC-4A67-ADD1-921EC0107EA4}" type="parTrans" cxnId="{E9FD5F01-4D3D-4F5C-AE1E-5609960F527B}">
      <dgm:prSet/>
      <dgm:spPr/>
      <dgm:t>
        <a:bodyPr/>
        <a:lstStyle/>
        <a:p>
          <a:endParaRPr lang="en-US"/>
        </a:p>
      </dgm:t>
    </dgm:pt>
    <dgm:pt modelId="{08FEC6D5-1213-4646-808B-7B05DC42D929}" type="sibTrans" cxnId="{E9FD5F01-4D3D-4F5C-AE1E-5609960F527B}">
      <dgm:prSet/>
      <dgm:spPr/>
      <dgm:t>
        <a:bodyPr/>
        <a:lstStyle/>
        <a:p>
          <a:endParaRPr lang="en-US"/>
        </a:p>
      </dgm:t>
    </dgm:pt>
    <dgm:pt modelId="{E3837D28-DBE7-4FC2-ACC2-E3AFD19A6936}">
      <dgm:prSet/>
      <dgm:spPr/>
      <dgm:t>
        <a:bodyPr/>
        <a:lstStyle/>
        <a:p>
          <a:r>
            <a:rPr lang="es-ES"/>
            <a:t>Rangos: Máximo y Mínimo, Inter cuartiles, percentiles</a:t>
          </a:r>
          <a:endParaRPr lang="en-US"/>
        </a:p>
      </dgm:t>
    </dgm:pt>
    <dgm:pt modelId="{B68E5635-6FE3-4635-B16A-D767B42DC6BC}" type="parTrans" cxnId="{58909E82-FDB4-41FC-8B62-EF42B03A12B3}">
      <dgm:prSet/>
      <dgm:spPr/>
      <dgm:t>
        <a:bodyPr/>
        <a:lstStyle/>
        <a:p>
          <a:endParaRPr lang="en-US"/>
        </a:p>
      </dgm:t>
    </dgm:pt>
    <dgm:pt modelId="{E156545B-82FD-4ACE-B7E6-AB0FEF3965A1}" type="sibTrans" cxnId="{58909E82-FDB4-41FC-8B62-EF42B03A12B3}">
      <dgm:prSet/>
      <dgm:spPr/>
      <dgm:t>
        <a:bodyPr/>
        <a:lstStyle/>
        <a:p>
          <a:endParaRPr lang="en-US"/>
        </a:p>
      </dgm:t>
    </dgm:pt>
    <dgm:pt modelId="{D3C6ADBC-F39D-43F4-8D72-40E20B0CEE4F}">
      <dgm:prSet/>
      <dgm:spPr/>
      <dgm:t>
        <a:bodyPr/>
        <a:lstStyle/>
        <a:p>
          <a:r>
            <a:rPr lang="es-ES"/>
            <a:t>Desviaciones Estándar</a:t>
          </a:r>
          <a:endParaRPr lang="en-US"/>
        </a:p>
      </dgm:t>
    </dgm:pt>
    <dgm:pt modelId="{51360DDC-291D-4824-A52B-2A84C0E78E2E}" type="parTrans" cxnId="{7E6E6F93-B97E-4016-8BA9-5E592363CD8E}">
      <dgm:prSet/>
      <dgm:spPr/>
      <dgm:t>
        <a:bodyPr/>
        <a:lstStyle/>
        <a:p>
          <a:endParaRPr lang="en-US"/>
        </a:p>
      </dgm:t>
    </dgm:pt>
    <dgm:pt modelId="{52A07E38-BBB7-4DFD-B693-F72FA56654A8}" type="sibTrans" cxnId="{7E6E6F93-B97E-4016-8BA9-5E592363CD8E}">
      <dgm:prSet/>
      <dgm:spPr/>
      <dgm:t>
        <a:bodyPr/>
        <a:lstStyle/>
        <a:p>
          <a:endParaRPr lang="en-US"/>
        </a:p>
      </dgm:t>
    </dgm:pt>
    <dgm:pt modelId="{D9B8D600-35D3-4395-B8A6-077851F3DE5C}">
      <dgm:prSet/>
      <dgm:spPr/>
      <dgm:t>
        <a:bodyPr/>
        <a:lstStyle/>
        <a:p>
          <a:r>
            <a:rPr lang="es-ES"/>
            <a:t>Variables Categorías</a:t>
          </a:r>
          <a:endParaRPr lang="en-US"/>
        </a:p>
      </dgm:t>
    </dgm:pt>
    <dgm:pt modelId="{66254D7B-53CC-4101-A883-380C96F16756}" type="parTrans" cxnId="{4E4633A6-C4AB-424C-BEB8-9069AE890434}">
      <dgm:prSet/>
      <dgm:spPr/>
      <dgm:t>
        <a:bodyPr/>
        <a:lstStyle/>
        <a:p>
          <a:endParaRPr lang="en-US"/>
        </a:p>
      </dgm:t>
    </dgm:pt>
    <dgm:pt modelId="{CA08BF5F-6FF6-4ED3-B363-FF9CD3BAD5A1}" type="sibTrans" cxnId="{4E4633A6-C4AB-424C-BEB8-9069AE890434}">
      <dgm:prSet/>
      <dgm:spPr/>
      <dgm:t>
        <a:bodyPr/>
        <a:lstStyle/>
        <a:p>
          <a:endParaRPr lang="en-US"/>
        </a:p>
      </dgm:t>
    </dgm:pt>
    <dgm:pt modelId="{27FD30A8-48C7-4832-BE97-0EDE8619277F}">
      <dgm:prSet/>
      <dgm:spPr/>
      <dgm:t>
        <a:bodyPr/>
        <a:lstStyle/>
        <a:p>
          <a:r>
            <a:rPr lang="es-ES" dirty="0"/>
            <a:t>Frecuencias Relativas (Probabilidades frecuentistas)</a:t>
          </a:r>
          <a:endParaRPr lang="en-US" dirty="0"/>
        </a:p>
      </dgm:t>
    </dgm:pt>
    <dgm:pt modelId="{A979B090-6F32-46E9-B500-D1C7F60F8F86}" type="parTrans" cxnId="{A8CD57FE-30CB-4372-85F4-6592F249155D}">
      <dgm:prSet/>
      <dgm:spPr/>
      <dgm:t>
        <a:bodyPr/>
        <a:lstStyle/>
        <a:p>
          <a:endParaRPr lang="en-US"/>
        </a:p>
      </dgm:t>
    </dgm:pt>
    <dgm:pt modelId="{A56851AB-F907-4AA8-A8F8-573D5AB2FB90}" type="sibTrans" cxnId="{A8CD57FE-30CB-4372-85F4-6592F249155D}">
      <dgm:prSet/>
      <dgm:spPr/>
      <dgm:t>
        <a:bodyPr/>
        <a:lstStyle/>
        <a:p>
          <a:endParaRPr lang="en-US"/>
        </a:p>
      </dgm:t>
    </dgm:pt>
    <dgm:pt modelId="{1B929C92-3957-466B-8B30-3146F4033C2D}" type="pres">
      <dgm:prSet presAssocID="{CDCE9F7C-04D6-4253-9675-00E7B818F9D6}" presName="linear" presStyleCnt="0">
        <dgm:presLayoutVars>
          <dgm:animLvl val="lvl"/>
          <dgm:resizeHandles val="exact"/>
        </dgm:presLayoutVars>
      </dgm:prSet>
      <dgm:spPr/>
    </dgm:pt>
    <dgm:pt modelId="{779F6238-3C81-40DB-9553-8EDCD4B3DBB2}" type="pres">
      <dgm:prSet presAssocID="{E514A93F-F666-493D-BD7D-40E6B0D155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B151D0-8A09-4800-83CC-4810E02C54AB}" type="pres">
      <dgm:prSet presAssocID="{E514A93F-F666-493D-BD7D-40E6B0D1556F}" presName="childText" presStyleLbl="revTx" presStyleIdx="0" presStyleCnt="2">
        <dgm:presLayoutVars>
          <dgm:bulletEnabled val="1"/>
        </dgm:presLayoutVars>
      </dgm:prSet>
      <dgm:spPr/>
    </dgm:pt>
    <dgm:pt modelId="{2979AC8C-115F-4A96-BBBB-5779FC5DED5E}" type="pres">
      <dgm:prSet presAssocID="{D9B8D600-35D3-4395-B8A6-077851F3DE5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37AEF73-A36D-4E1F-A9FA-F86CC91E4E45}" type="pres">
      <dgm:prSet presAssocID="{D9B8D600-35D3-4395-B8A6-077851F3DE5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9FD5F01-4D3D-4F5C-AE1E-5609960F527B}" srcId="{E514A93F-F666-493D-BD7D-40E6B0D1556F}" destId="{3A08FA46-79B8-4009-AA53-7D449F7CB2A3}" srcOrd="0" destOrd="0" parTransId="{945E79D0-92DC-4A67-ADD1-921EC0107EA4}" sibTransId="{08FEC6D5-1213-4646-808B-7B05DC42D929}"/>
    <dgm:cxn modelId="{1F8F6538-C31F-49C1-903E-6D59D745146C}" type="presOf" srcId="{3A08FA46-79B8-4009-AA53-7D449F7CB2A3}" destId="{D4B151D0-8A09-4800-83CC-4810E02C54AB}" srcOrd="0" destOrd="0" presId="urn:microsoft.com/office/officeart/2005/8/layout/vList2"/>
    <dgm:cxn modelId="{149A5442-E463-47D1-8256-6C7DC7ACDBC0}" type="presOf" srcId="{CDCE9F7C-04D6-4253-9675-00E7B818F9D6}" destId="{1B929C92-3957-466B-8B30-3146F4033C2D}" srcOrd="0" destOrd="0" presId="urn:microsoft.com/office/officeart/2005/8/layout/vList2"/>
    <dgm:cxn modelId="{FDB19F57-00F9-4FE4-BC45-C46DFE698418}" type="presOf" srcId="{D3C6ADBC-F39D-43F4-8D72-40E20B0CEE4F}" destId="{D4B151D0-8A09-4800-83CC-4810E02C54AB}" srcOrd="0" destOrd="2" presId="urn:microsoft.com/office/officeart/2005/8/layout/vList2"/>
    <dgm:cxn modelId="{5D003E5A-4EDA-42C7-A34A-03508622AAE6}" type="presOf" srcId="{E3837D28-DBE7-4FC2-ACC2-E3AFD19A6936}" destId="{D4B151D0-8A09-4800-83CC-4810E02C54AB}" srcOrd="0" destOrd="1" presId="urn:microsoft.com/office/officeart/2005/8/layout/vList2"/>
    <dgm:cxn modelId="{58909E82-FDB4-41FC-8B62-EF42B03A12B3}" srcId="{E514A93F-F666-493D-BD7D-40E6B0D1556F}" destId="{E3837D28-DBE7-4FC2-ACC2-E3AFD19A6936}" srcOrd="1" destOrd="0" parTransId="{B68E5635-6FE3-4635-B16A-D767B42DC6BC}" sibTransId="{E156545B-82FD-4ACE-B7E6-AB0FEF3965A1}"/>
    <dgm:cxn modelId="{7E6E6F93-B97E-4016-8BA9-5E592363CD8E}" srcId="{E514A93F-F666-493D-BD7D-40E6B0D1556F}" destId="{D3C6ADBC-F39D-43F4-8D72-40E20B0CEE4F}" srcOrd="2" destOrd="0" parTransId="{51360DDC-291D-4824-A52B-2A84C0E78E2E}" sibTransId="{52A07E38-BBB7-4DFD-B693-F72FA56654A8}"/>
    <dgm:cxn modelId="{54985CA1-5828-461C-A997-ED50CD7D1A5E}" type="presOf" srcId="{D9B8D600-35D3-4395-B8A6-077851F3DE5C}" destId="{2979AC8C-115F-4A96-BBBB-5779FC5DED5E}" srcOrd="0" destOrd="0" presId="urn:microsoft.com/office/officeart/2005/8/layout/vList2"/>
    <dgm:cxn modelId="{4E4633A6-C4AB-424C-BEB8-9069AE890434}" srcId="{CDCE9F7C-04D6-4253-9675-00E7B818F9D6}" destId="{D9B8D600-35D3-4395-B8A6-077851F3DE5C}" srcOrd="1" destOrd="0" parTransId="{66254D7B-53CC-4101-A883-380C96F16756}" sibTransId="{CA08BF5F-6FF6-4ED3-B363-FF9CD3BAD5A1}"/>
    <dgm:cxn modelId="{F7E372AA-D667-41DD-A752-0A636CA577D7}" type="presOf" srcId="{E514A93F-F666-493D-BD7D-40E6B0D1556F}" destId="{779F6238-3C81-40DB-9553-8EDCD4B3DBB2}" srcOrd="0" destOrd="0" presId="urn:microsoft.com/office/officeart/2005/8/layout/vList2"/>
    <dgm:cxn modelId="{7F8D8DB2-75E3-4A2D-9E33-B35C059648A1}" type="presOf" srcId="{27FD30A8-48C7-4832-BE97-0EDE8619277F}" destId="{537AEF73-A36D-4E1F-A9FA-F86CC91E4E45}" srcOrd="0" destOrd="0" presId="urn:microsoft.com/office/officeart/2005/8/layout/vList2"/>
    <dgm:cxn modelId="{8D9224CB-8821-48FB-A615-60248900001C}" srcId="{CDCE9F7C-04D6-4253-9675-00E7B818F9D6}" destId="{E514A93F-F666-493D-BD7D-40E6B0D1556F}" srcOrd="0" destOrd="0" parTransId="{488A3E06-0F03-43A9-80A5-86E30E23F1D7}" sibTransId="{AC1EFA56-27AC-4850-B16E-2089F4E24655}"/>
    <dgm:cxn modelId="{A8CD57FE-30CB-4372-85F4-6592F249155D}" srcId="{D9B8D600-35D3-4395-B8A6-077851F3DE5C}" destId="{27FD30A8-48C7-4832-BE97-0EDE8619277F}" srcOrd="0" destOrd="0" parTransId="{A979B090-6F32-46E9-B500-D1C7F60F8F86}" sibTransId="{A56851AB-F907-4AA8-A8F8-573D5AB2FB90}"/>
    <dgm:cxn modelId="{768DB56F-8FE6-43E6-9752-84A1943BEBC6}" type="presParOf" srcId="{1B929C92-3957-466B-8B30-3146F4033C2D}" destId="{779F6238-3C81-40DB-9553-8EDCD4B3DBB2}" srcOrd="0" destOrd="0" presId="urn:microsoft.com/office/officeart/2005/8/layout/vList2"/>
    <dgm:cxn modelId="{FAEB320D-DD7D-4CB1-BDC8-B695A055750D}" type="presParOf" srcId="{1B929C92-3957-466B-8B30-3146F4033C2D}" destId="{D4B151D0-8A09-4800-83CC-4810E02C54AB}" srcOrd="1" destOrd="0" presId="urn:microsoft.com/office/officeart/2005/8/layout/vList2"/>
    <dgm:cxn modelId="{DD4B05BD-45F6-4BFC-8C8A-BBBBCFFE0481}" type="presParOf" srcId="{1B929C92-3957-466B-8B30-3146F4033C2D}" destId="{2979AC8C-115F-4A96-BBBB-5779FC5DED5E}" srcOrd="2" destOrd="0" presId="urn:microsoft.com/office/officeart/2005/8/layout/vList2"/>
    <dgm:cxn modelId="{60D561A6-929A-45CD-9BBE-F08F61EE0F92}" type="presParOf" srcId="{1B929C92-3957-466B-8B30-3146F4033C2D}" destId="{537AEF73-A36D-4E1F-A9FA-F86CC91E4E4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DCE9F7C-04D6-4253-9675-00E7B818F9D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514A93F-F666-493D-BD7D-40E6B0D1556F}">
      <dgm:prSet/>
      <dgm:spPr/>
      <dgm:t>
        <a:bodyPr/>
        <a:lstStyle/>
        <a:p>
          <a:r>
            <a:rPr lang="es-ES"/>
            <a:t>Variables Numéricas</a:t>
          </a:r>
          <a:endParaRPr lang="en-US"/>
        </a:p>
      </dgm:t>
    </dgm:pt>
    <dgm:pt modelId="{488A3E06-0F03-43A9-80A5-86E30E23F1D7}" type="parTrans" cxnId="{8D9224CB-8821-48FB-A615-60248900001C}">
      <dgm:prSet/>
      <dgm:spPr/>
      <dgm:t>
        <a:bodyPr/>
        <a:lstStyle/>
        <a:p>
          <a:endParaRPr lang="en-US"/>
        </a:p>
      </dgm:t>
    </dgm:pt>
    <dgm:pt modelId="{AC1EFA56-27AC-4850-B16E-2089F4E24655}" type="sibTrans" cxnId="{8D9224CB-8821-48FB-A615-60248900001C}">
      <dgm:prSet/>
      <dgm:spPr/>
      <dgm:t>
        <a:bodyPr/>
        <a:lstStyle/>
        <a:p>
          <a:endParaRPr lang="en-US"/>
        </a:p>
      </dgm:t>
    </dgm:pt>
    <dgm:pt modelId="{3A08FA46-79B8-4009-AA53-7D449F7CB2A3}">
      <dgm:prSet/>
      <dgm:spPr/>
      <dgm:t>
        <a:bodyPr/>
        <a:lstStyle/>
        <a:p>
          <a:r>
            <a:rPr lang="es-ES" dirty="0"/>
            <a:t>Correlación (-1, 0, 1)</a:t>
          </a:r>
          <a:endParaRPr lang="en-US" dirty="0"/>
        </a:p>
      </dgm:t>
    </dgm:pt>
    <dgm:pt modelId="{945E79D0-92DC-4A67-ADD1-921EC0107EA4}" type="parTrans" cxnId="{E9FD5F01-4D3D-4F5C-AE1E-5609960F527B}">
      <dgm:prSet/>
      <dgm:spPr/>
      <dgm:t>
        <a:bodyPr/>
        <a:lstStyle/>
        <a:p>
          <a:endParaRPr lang="en-US"/>
        </a:p>
      </dgm:t>
    </dgm:pt>
    <dgm:pt modelId="{08FEC6D5-1213-4646-808B-7B05DC42D929}" type="sibTrans" cxnId="{E9FD5F01-4D3D-4F5C-AE1E-5609960F527B}">
      <dgm:prSet/>
      <dgm:spPr/>
      <dgm:t>
        <a:bodyPr/>
        <a:lstStyle/>
        <a:p>
          <a:endParaRPr lang="en-US"/>
        </a:p>
      </dgm:t>
    </dgm:pt>
    <dgm:pt modelId="{D9B8D600-35D3-4395-B8A6-077851F3DE5C}">
      <dgm:prSet/>
      <dgm:spPr/>
      <dgm:t>
        <a:bodyPr/>
        <a:lstStyle/>
        <a:p>
          <a:r>
            <a:rPr lang="es-ES"/>
            <a:t>Variables Categorías</a:t>
          </a:r>
          <a:endParaRPr lang="en-US"/>
        </a:p>
      </dgm:t>
    </dgm:pt>
    <dgm:pt modelId="{66254D7B-53CC-4101-A883-380C96F16756}" type="parTrans" cxnId="{4E4633A6-C4AB-424C-BEB8-9069AE890434}">
      <dgm:prSet/>
      <dgm:spPr/>
      <dgm:t>
        <a:bodyPr/>
        <a:lstStyle/>
        <a:p>
          <a:endParaRPr lang="en-US"/>
        </a:p>
      </dgm:t>
    </dgm:pt>
    <dgm:pt modelId="{CA08BF5F-6FF6-4ED3-B363-FF9CD3BAD5A1}" type="sibTrans" cxnId="{4E4633A6-C4AB-424C-BEB8-9069AE890434}">
      <dgm:prSet/>
      <dgm:spPr/>
      <dgm:t>
        <a:bodyPr/>
        <a:lstStyle/>
        <a:p>
          <a:endParaRPr lang="en-US"/>
        </a:p>
      </dgm:t>
    </dgm:pt>
    <dgm:pt modelId="{27FD30A8-48C7-4832-BE97-0EDE8619277F}">
      <dgm:prSet/>
      <dgm:spPr/>
      <dgm:t>
        <a:bodyPr/>
        <a:lstStyle/>
        <a:p>
          <a:r>
            <a:rPr lang="es-ES" dirty="0"/>
            <a:t>Tabla de distribución de frecuencias. </a:t>
          </a:r>
          <a:endParaRPr lang="en-US" dirty="0"/>
        </a:p>
      </dgm:t>
    </dgm:pt>
    <dgm:pt modelId="{A979B090-6F32-46E9-B500-D1C7F60F8F86}" type="parTrans" cxnId="{A8CD57FE-30CB-4372-85F4-6592F249155D}">
      <dgm:prSet/>
      <dgm:spPr/>
      <dgm:t>
        <a:bodyPr/>
        <a:lstStyle/>
        <a:p>
          <a:endParaRPr lang="en-US"/>
        </a:p>
      </dgm:t>
    </dgm:pt>
    <dgm:pt modelId="{A56851AB-F907-4AA8-A8F8-573D5AB2FB90}" type="sibTrans" cxnId="{A8CD57FE-30CB-4372-85F4-6592F249155D}">
      <dgm:prSet/>
      <dgm:spPr/>
      <dgm:t>
        <a:bodyPr/>
        <a:lstStyle/>
        <a:p>
          <a:endParaRPr lang="en-US"/>
        </a:p>
      </dgm:t>
    </dgm:pt>
    <dgm:pt modelId="{32E2EF28-3EE3-4836-B445-D81816F59A1B}">
      <dgm:prSet/>
      <dgm:spPr/>
      <dgm:t>
        <a:bodyPr/>
        <a:lstStyle/>
        <a:p>
          <a:r>
            <a:rPr lang="es-CO" noProof="0" dirty="0"/>
            <a:t>Correlación no significa causalidad</a:t>
          </a:r>
        </a:p>
      </dgm:t>
    </dgm:pt>
    <dgm:pt modelId="{0569FF7D-A5BF-4FD9-B5C9-1A2DFAF20D37}" type="parTrans" cxnId="{33606F43-47DB-46A9-9BFA-407A571B9BB9}">
      <dgm:prSet/>
      <dgm:spPr/>
      <dgm:t>
        <a:bodyPr/>
        <a:lstStyle/>
        <a:p>
          <a:endParaRPr lang="es-CO"/>
        </a:p>
      </dgm:t>
    </dgm:pt>
    <dgm:pt modelId="{5A4FF7D1-681B-4DD6-964D-C51210765902}" type="sibTrans" cxnId="{33606F43-47DB-46A9-9BFA-407A571B9BB9}">
      <dgm:prSet/>
      <dgm:spPr/>
      <dgm:t>
        <a:bodyPr/>
        <a:lstStyle/>
        <a:p>
          <a:endParaRPr lang="es-CO"/>
        </a:p>
      </dgm:t>
    </dgm:pt>
    <dgm:pt modelId="{A76E37B5-A2F4-4AAD-8DBC-4BA0F152628D}">
      <dgm:prSet/>
      <dgm:spPr/>
      <dgm:t>
        <a:bodyPr/>
        <a:lstStyle/>
        <a:p>
          <a:r>
            <a:rPr lang="en-US" noProof="0" dirty="0"/>
            <a:t>Spurious correlation</a:t>
          </a:r>
        </a:p>
      </dgm:t>
    </dgm:pt>
    <dgm:pt modelId="{DADD0916-3D29-43BA-80A6-FBFBD473C791}" type="parTrans" cxnId="{A039D3AE-5540-4F78-A361-7A122D80F192}">
      <dgm:prSet/>
      <dgm:spPr/>
      <dgm:t>
        <a:bodyPr/>
        <a:lstStyle/>
        <a:p>
          <a:endParaRPr lang="es-CO"/>
        </a:p>
      </dgm:t>
    </dgm:pt>
    <dgm:pt modelId="{0307740E-A3BE-4F41-A640-D2B33D200AAE}" type="sibTrans" cxnId="{A039D3AE-5540-4F78-A361-7A122D80F192}">
      <dgm:prSet/>
      <dgm:spPr/>
      <dgm:t>
        <a:bodyPr/>
        <a:lstStyle/>
        <a:p>
          <a:endParaRPr lang="es-CO"/>
        </a:p>
      </dgm:t>
    </dgm:pt>
    <dgm:pt modelId="{2E056FF9-C4DC-42CF-ADE5-3E7EC6BA1567}">
      <dgm:prSet/>
      <dgm:spPr/>
      <dgm:t>
        <a:bodyPr/>
        <a:lstStyle/>
        <a:p>
          <a:r>
            <a:rPr lang="es-CO" noProof="0" dirty="0"/>
            <a:t>Ejemplo:</a:t>
          </a:r>
        </a:p>
      </dgm:t>
    </dgm:pt>
    <dgm:pt modelId="{011C581A-E680-417F-8719-437FB59D95DF}" type="parTrans" cxnId="{D1A679BF-5576-448E-8D80-543FC25E4066}">
      <dgm:prSet/>
      <dgm:spPr/>
      <dgm:t>
        <a:bodyPr/>
        <a:lstStyle/>
        <a:p>
          <a:endParaRPr lang="es-CO"/>
        </a:p>
      </dgm:t>
    </dgm:pt>
    <dgm:pt modelId="{1BE11542-3E8A-40CF-906B-B1CA438CC954}" type="sibTrans" cxnId="{D1A679BF-5576-448E-8D80-543FC25E4066}">
      <dgm:prSet/>
      <dgm:spPr/>
      <dgm:t>
        <a:bodyPr/>
        <a:lstStyle/>
        <a:p>
          <a:endParaRPr lang="es-CO"/>
        </a:p>
      </dgm:t>
    </dgm:pt>
    <dgm:pt modelId="{52CA3577-DEA6-41DC-93F0-BB41FC4A274A}">
      <dgm:prSet/>
      <dgm:spPr/>
      <dgm:t>
        <a:bodyPr/>
        <a:lstStyle/>
        <a:p>
          <a:r>
            <a:rPr lang="en-US" noProof="0" dirty="0"/>
            <a:t>(</a:t>
          </a:r>
          <a:r>
            <a:rPr lang="es-CO" noProof="0" dirty="0"/>
            <a:t>Precio de venta</a:t>
          </a:r>
          <a:r>
            <a:rPr lang="en-US" noProof="0" dirty="0"/>
            <a:t>, </a:t>
          </a:r>
          <a:r>
            <a:rPr lang="es-CO" noProof="0" dirty="0"/>
            <a:t>área construida</a:t>
          </a:r>
          <a:r>
            <a:rPr lang="en-US" noProof="0" dirty="0"/>
            <a:t>)</a:t>
          </a:r>
        </a:p>
      </dgm:t>
    </dgm:pt>
    <dgm:pt modelId="{F15F2AC6-64B8-46BB-9BEF-7A7D18EA76B9}" type="parTrans" cxnId="{5D58DDA8-3269-40E2-8D1F-D3DAC58A9C9B}">
      <dgm:prSet/>
      <dgm:spPr/>
      <dgm:t>
        <a:bodyPr/>
        <a:lstStyle/>
        <a:p>
          <a:endParaRPr lang="es-CO"/>
        </a:p>
      </dgm:t>
    </dgm:pt>
    <dgm:pt modelId="{5D9951C5-D66E-4D25-9032-F32438946D06}" type="sibTrans" cxnId="{5D58DDA8-3269-40E2-8D1F-D3DAC58A9C9B}">
      <dgm:prSet/>
      <dgm:spPr/>
      <dgm:t>
        <a:bodyPr/>
        <a:lstStyle/>
        <a:p>
          <a:endParaRPr lang="es-CO"/>
        </a:p>
      </dgm:t>
    </dgm:pt>
    <dgm:pt modelId="{EDE92924-2955-4F2A-B277-75E618868573}" type="pres">
      <dgm:prSet presAssocID="{CDCE9F7C-04D6-4253-9675-00E7B818F9D6}" presName="linear" presStyleCnt="0">
        <dgm:presLayoutVars>
          <dgm:dir/>
          <dgm:animLvl val="lvl"/>
          <dgm:resizeHandles val="exact"/>
        </dgm:presLayoutVars>
      </dgm:prSet>
      <dgm:spPr/>
    </dgm:pt>
    <dgm:pt modelId="{F46E0DC5-7003-42AB-9880-78928C9EFF1B}" type="pres">
      <dgm:prSet presAssocID="{E514A93F-F666-493D-BD7D-40E6B0D1556F}" presName="parentLin" presStyleCnt="0"/>
      <dgm:spPr/>
    </dgm:pt>
    <dgm:pt modelId="{E8154650-53FA-4D8D-A691-C1D5CAA0B704}" type="pres">
      <dgm:prSet presAssocID="{E514A93F-F666-493D-BD7D-40E6B0D1556F}" presName="parentLeftMargin" presStyleLbl="node1" presStyleIdx="0" presStyleCnt="2"/>
      <dgm:spPr/>
    </dgm:pt>
    <dgm:pt modelId="{0EE0EF70-2102-4632-97FF-B36288B829ED}" type="pres">
      <dgm:prSet presAssocID="{E514A93F-F666-493D-BD7D-40E6B0D155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17F9D99-089A-450C-BA66-830B05C1B800}" type="pres">
      <dgm:prSet presAssocID="{E514A93F-F666-493D-BD7D-40E6B0D1556F}" presName="negativeSpace" presStyleCnt="0"/>
      <dgm:spPr/>
    </dgm:pt>
    <dgm:pt modelId="{BFD233BF-A653-49EF-AD8A-0F8FC95625A9}" type="pres">
      <dgm:prSet presAssocID="{E514A93F-F666-493D-BD7D-40E6B0D1556F}" presName="childText" presStyleLbl="conFgAcc1" presStyleIdx="0" presStyleCnt="2">
        <dgm:presLayoutVars>
          <dgm:bulletEnabled val="1"/>
        </dgm:presLayoutVars>
      </dgm:prSet>
      <dgm:spPr/>
    </dgm:pt>
    <dgm:pt modelId="{B9AD2574-7416-4176-86E1-5A0EBD9B4CF3}" type="pres">
      <dgm:prSet presAssocID="{AC1EFA56-27AC-4850-B16E-2089F4E24655}" presName="spaceBetweenRectangles" presStyleCnt="0"/>
      <dgm:spPr/>
    </dgm:pt>
    <dgm:pt modelId="{A3B48044-1E10-439D-8C6E-281E6952EC5D}" type="pres">
      <dgm:prSet presAssocID="{D9B8D600-35D3-4395-B8A6-077851F3DE5C}" presName="parentLin" presStyleCnt="0"/>
      <dgm:spPr/>
    </dgm:pt>
    <dgm:pt modelId="{EA71C629-52DB-4BF0-8DC6-B23F736296E3}" type="pres">
      <dgm:prSet presAssocID="{D9B8D600-35D3-4395-B8A6-077851F3DE5C}" presName="parentLeftMargin" presStyleLbl="node1" presStyleIdx="0" presStyleCnt="2"/>
      <dgm:spPr/>
    </dgm:pt>
    <dgm:pt modelId="{0551D5C4-95C4-47E5-91B4-81D1078E2392}" type="pres">
      <dgm:prSet presAssocID="{D9B8D600-35D3-4395-B8A6-077851F3DE5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D6782C-E923-47C3-A671-4C7724D6211E}" type="pres">
      <dgm:prSet presAssocID="{D9B8D600-35D3-4395-B8A6-077851F3DE5C}" presName="negativeSpace" presStyleCnt="0"/>
      <dgm:spPr/>
    </dgm:pt>
    <dgm:pt modelId="{890CBB62-61D2-4695-9BC2-0E98CFF4FFB5}" type="pres">
      <dgm:prSet presAssocID="{D9B8D600-35D3-4395-B8A6-077851F3DE5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9FD5F01-4D3D-4F5C-AE1E-5609960F527B}" srcId="{E514A93F-F666-493D-BD7D-40E6B0D1556F}" destId="{3A08FA46-79B8-4009-AA53-7D449F7CB2A3}" srcOrd="0" destOrd="0" parTransId="{945E79D0-92DC-4A67-ADD1-921EC0107EA4}" sibTransId="{08FEC6D5-1213-4646-808B-7B05DC42D929}"/>
    <dgm:cxn modelId="{2C694528-96BE-46F5-8339-2B3BFA6EF2E1}" type="presOf" srcId="{E514A93F-F666-493D-BD7D-40E6B0D1556F}" destId="{E8154650-53FA-4D8D-A691-C1D5CAA0B704}" srcOrd="0" destOrd="0" presId="urn:microsoft.com/office/officeart/2005/8/layout/list1"/>
    <dgm:cxn modelId="{9209C73E-57D0-47C4-9FE9-7CFBF21876AD}" type="presOf" srcId="{D9B8D600-35D3-4395-B8A6-077851F3DE5C}" destId="{0551D5C4-95C4-47E5-91B4-81D1078E2392}" srcOrd="1" destOrd="0" presId="urn:microsoft.com/office/officeart/2005/8/layout/list1"/>
    <dgm:cxn modelId="{D72EC440-1083-46FD-88D8-451082C32A34}" type="presOf" srcId="{3A08FA46-79B8-4009-AA53-7D449F7CB2A3}" destId="{BFD233BF-A653-49EF-AD8A-0F8FC95625A9}" srcOrd="0" destOrd="0" presId="urn:microsoft.com/office/officeart/2005/8/layout/list1"/>
    <dgm:cxn modelId="{33606F43-47DB-46A9-9BFA-407A571B9BB9}" srcId="{3A08FA46-79B8-4009-AA53-7D449F7CB2A3}" destId="{32E2EF28-3EE3-4836-B445-D81816F59A1B}" srcOrd="0" destOrd="0" parTransId="{0569FF7D-A5BF-4FD9-B5C9-1A2DFAF20D37}" sibTransId="{5A4FF7D1-681B-4DD6-964D-C51210765902}"/>
    <dgm:cxn modelId="{4E25B647-C625-45B8-93A7-EC44DFF0DF4C}" type="presOf" srcId="{A76E37B5-A2F4-4AAD-8DBC-4BA0F152628D}" destId="{BFD233BF-A653-49EF-AD8A-0F8FC95625A9}" srcOrd="0" destOrd="2" presId="urn:microsoft.com/office/officeart/2005/8/layout/list1"/>
    <dgm:cxn modelId="{26B9DA53-1903-473B-AFC0-4BDE410283C5}" type="presOf" srcId="{27FD30A8-48C7-4832-BE97-0EDE8619277F}" destId="{890CBB62-61D2-4695-9BC2-0E98CFF4FFB5}" srcOrd="0" destOrd="0" presId="urn:microsoft.com/office/officeart/2005/8/layout/list1"/>
    <dgm:cxn modelId="{2DD8F480-6E10-4469-8B37-06E41D2D8C85}" type="presOf" srcId="{52CA3577-DEA6-41DC-93F0-BB41FC4A274A}" destId="{BFD233BF-A653-49EF-AD8A-0F8FC95625A9}" srcOrd="0" destOrd="4" presId="urn:microsoft.com/office/officeart/2005/8/layout/list1"/>
    <dgm:cxn modelId="{312B7185-2012-4015-AAD9-EA301DD42409}" type="presOf" srcId="{32E2EF28-3EE3-4836-B445-D81816F59A1B}" destId="{BFD233BF-A653-49EF-AD8A-0F8FC95625A9}" srcOrd="0" destOrd="1" presId="urn:microsoft.com/office/officeart/2005/8/layout/list1"/>
    <dgm:cxn modelId="{15441F9F-084B-484A-87D3-1ABA5E722DE7}" type="presOf" srcId="{CDCE9F7C-04D6-4253-9675-00E7B818F9D6}" destId="{EDE92924-2955-4F2A-B277-75E618868573}" srcOrd="0" destOrd="0" presId="urn:microsoft.com/office/officeart/2005/8/layout/list1"/>
    <dgm:cxn modelId="{FD09F7A3-49C9-456A-99B6-1AF344F8D9B5}" type="presOf" srcId="{E514A93F-F666-493D-BD7D-40E6B0D1556F}" destId="{0EE0EF70-2102-4632-97FF-B36288B829ED}" srcOrd="1" destOrd="0" presId="urn:microsoft.com/office/officeart/2005/8/layout/list1"/>
    <dgm:cxn modelId="{4E4633A6-C4AB-424C-BEB8-9069AE890434}" srcId="{CDCE9F7C-04D6-4253-9675-00E7B818F9D6}" destId="{D9B8D600-35D3-4395-B8A6-077851F3DE5C}" srcOrd="1" destOrd="0" parTransId="{66254D7B-53CC-4101-A883-380C96F16756}" sibTransId="{CA08BF5F-6FF6-4ED3-B363-FF9CD3BAD5A1}"/>
    <dgm:cxn modelId="{DDAAC1A6-1E4D-40CB-A287-4DD86462C903}" type="presOf" srcId="{2E056FF9-C4DC-42CF-ADE5-3E7EC6BA1567}" destId="{BFD233BF-A653-49EF-AD8A-0F8FC95625A9}" srcOrd="0" destOrd="3" presId="urn:microsoft.com/office/officeart/2005/8/layout/list1"/>
    <dgm:cxn modelId="{5D58DDA8-3269-40E2-8D1F-D3DAC58A9C9B}" srcId="{2E056FF9-C4DC-42CF-ADE5-3E7EC6BA1567}" destId="{52CA3577-DEA6-41DC-93F0-BB41FC4A274A}" srcOrd="0" destOrd="0" parTransId="{F15F2AC6-64B8-46BB-9BEF-7A7D18EA76B9}" sibTransId="{5D9951C5-D66E-4D25-9032-F32438946D06}"/>
    <dgm:cxn modelId="{A039D3AE-5540-4F78-A361-7A122D80F192}" srcId="{32E2EF28-3EE3-4836-B445-D81816F59A1B}" destId="{A76E37B5-A2F4-4AAD-8DBC-4BA0F152628D}" srcOrd="0" destOrd="0" parTransId="{DADD0916-3D29-43BA-80A6-FBFBD473C791}" sibTransId="{0307740E-A3BE-4F41-A640-D2B33D200AAE}"/>
    <dgm:cxn modelId="{D1A679BF-5576-448E-8D80-543FC25E4066}" srcId="{32E2EF28-3EE3-4836-B445-D81816F59A1B}" destId="{2E056FF9-C4DC-42CF-ADE5-3E7EC6BA1567}" srcOrd="1" destOrd="0" parTransId="{011C581A-E680-417F-8719-437FB59D95DF}" sibTransId="{1BE11542-3E8A-40CF-906B-B1CA438CC954}"/>
    <dgm:cxn modelId="{8D9224CB-8821-48FB-A615-60248900001C}" srcId="{CDCE9F7C-04D6-4253-9675-00E7B818F9D6}" destId="{E514A93F-F666-493D-BD7D-40E6B0D1556F}" srcOrd="0" destOrd="0" parTransId="{488A3E06-0F03-43A9-80A5-86E30E23F1D7}" sibTransId="{AC1EFA56-27AC-4850-B16E-2089F4E24655}"/>
    <dgm:cxn modelId="{53C462EE-C109-434B-9A55-37803E365C2D}" type="presOf" srcId="{D9B8D600-35D3-4395-B8A6-077851F3DE5C}" destId="{EA71C629-52DB-4BF0-8DC6-B23F736296E3}" srcOrd="0" destOrd="0" presId="urn:microsoft.com/office/officeart/2005/8/layout/list1"/>
    <dgm:cxn modelId="{A8CD57FE-30CB-4372-85F4-6592F249155D}" srcId="{D9B8D600-35D3-4395-B8A6-077851F3DE5C}" destId="{27FD30A8-48C7-4832-BE97-0EDE8619277F}" srcOrd="0" destOrd="0" parTransId="{A979B090-6F32-46E9-B500-D1C7F60F8F86}" sibTransId="{A56851AB-F907-4AA8-A8F8-573D5AB2FB90}"/>
    <dgm:cxn modelId="{07800561-9D70-4B17-A917-474DA1A2FF47}" type="presParOf" srcId="{EDE92924-2955-4F2A-B277-75E618868573}" destId="{F46E0DC5-7003-42AB-9880-78928C9EFF1B}" srcOrd="0" destOrd="0" presId="urn:microsoft.com/office/officeart/2005/8/layout/list1"/>
    <dgm:cxn modelId="{355A579B-BF23-456B-B3A6-D4F461B7B275}" type="presParOf" srcId="{F46E0DC5-7003-42AB-9880-78928C9EFF1B}" destId="{E8154650-53FA-4D8D-A691-C1D5CAA0B704}" srcOrd="0" destOrd="0" presId="urn:microsoft.com/office/officeart/2005/8/layout/list1"/>
    <dgm:cxn modelId="{06FDD87F-69E7-4933-8199-B49D82E35FFB}" type="presParOf" srcId="{F46E0DC5-7003-42AB-9880-78928C9EFF1B}" destId="{0EE0EF70-2102-4632-97FF-B36288B829ED}" srcOrd="1" destOrd="0" presId="urn:microsoft.com/office/officeart/2005/8/layout/list1"/>
    <dgm:cxn modelId="{61BAB525-9275-48DF-BA0F-7D44FD3623D3}" type="presParOf" srcId="{EDE92924-2955-4F2A-B277-75E618868573}" destId="{917F9D99-089A-450C-BA66-830B05C1B800}" srcOrd="1" destOrd="0" presId="urn:microsoft.com/office/officeart/2005/8/layout/list1"/>
    <dgm:cxn modelId="{44C72003-9061-4F67-AA0E-A333FBDDC3B8}" type="presParOf" srcId="{EDE92924-2955-4F2A-B277-75E618868573}" destId="{BFD233BF-A653-49EF-AD8A-0F8FC95625A9}" srcOrd="2" destOrd="0" presId="urn:microsoft.com/office/officeart/2005/8/layout/list1"/>
    <dgm:cxn modelId="{F7A0BEF1-5B1E-4D4C-A170-345DFA2F8971}" type="presParOf" srcId="{EDE92924-2955-4F2A-B277-75E618868573}" destId="{B9AD2574-7416-4176-86E1-5A0EBD9B4CF3}" srcOrd="3" destOrd="0" presId="urn:microsoft.com/office/officeart/2005/8/layout/list1"/>
    <dgm:cxn modelId="{AA79DB35-3CFF-4C86-AA49-98ABF218DF70}" type="presParOf" srcId="{EDE92924-2955-4F2A-B277-75E618868573}" destId="{A3B48044-1E10-439D-8C6E-281E6952EC5D}" srcOrd="4" destOrd="0" presId="urn:microsoft.com/office/officeart/2005/8/layout/list1"/>
    <dgm:cxn modelId="{A5C14CCF-4435-4736-9625-A5C4F201E310}" type="presParOf" srcId="{A3B48044-1E10-439D-8C6E-281E6952EC5D}" destId="{EA71C629-52DB-4BF0-8DC6-B23F736296E3}" srcOrd="0" destOrd="0" presId="urn:microsoft.com/office/officeart/2005/8/layout/list1"/>
    <dgm:cxn modelId="{99BB926A-F9D3-4997-A71C-98C9D249F912}" type="presParOf" srcId="{A3B48044-1E10-439D-8C6E-281E6952EC5D}" destId="{0551D5C4-95C4-47E5-91B4-81D1078E2392}" srcOrd="1" destOrd="0" presId="urn:microsoft.com/office/officeart/2005/8/layout/list1"/>
    <dgm:cxn modelId="{E211257F-D369-4ABD-B645-2E14FE5A1B28}" type="presParOf" srcId="{EDE92924-2955-4F2A-B277-75E618868573}" destId="{06D6782C-E923-47C3-A671-4C7724D6211E}" srcOrd="5" destOrd="0" presId="urn:microsoft.com/office/officeart/2005/8/layout/list1"/>
    <dgm:cxn modelId="{8A960309-CDCB-459B-BC87-EF77B1F42F72}" type="presParOf" srcId="{EDE92924-2955-4F2A-B277-75E618868573}" destId="{890CBB62-61D2-4695-9BC2-0E98CFF4FFB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8623CD4-84A5-46A6-A465-83D07608A47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C6840D0-03B4-443C-AA01-39ECFF766BA7}">
      <dgm:prSet/>
      <dgm:spPr/>
      <dgm:t>
        <a:bodyPr/>
        <a:lstStyle/>
        <a:p>
          <a:r>
            <a:rPr lang="es-CO"/>
            <a:t>Identificar relación entre variables de un dataset</a:t>
          </a:r>
          <a:endParaRPr lang="en-US"/>
        </a:p>
      </dgm:t>
    </dgm:pt>
    <dgm:pt modelId="{F55E0ED1-64F6-4257-926B-6C5174CFFE52}" type="parTrans" cxnId="{33226C2E-B9D5-4880-A03C-B84F9167FB3E}">
      <dgm:prSet/>
      <dgm:spPr/>
      <dgm:t>
        <a:bodyPr/>
        <a:lstStyle/>
        <a:p>
          <a:endParaRPr lang="en-US"/>
        </a:p>
      </dgm:t>
    </dgm:pt>
    <dgm:pt modelId="{BD12A8C9-8167-447F-86FD-2C1466D8509E}" type="sibTrans" cxnId="{33226C2E-B9D5-4880-A03C-B84F9167FB3E}">
      <dgm:prSet/>
      <dgm:spPr/>
      <dgm:t>
        <a:bodyPr/>
        <a:lstStyle/>
        <a:p>
          <a:endParaRPr lang="en-US"/>
        </a:p>
      </dgm:t>
    </dgm:pt>
    <dgm:pt modelId="{06A8AED3-603D-4863-A2E8-00FE40F0FBB7}">
      <dgm:prSet/>
      <dgm:spPr/>
      <dgm:t>
        <a:bodyPr/>
        <a:lstStyle/>
        <a:p>
          <a:r>
            <a:rPr lang="es-CO"/>
            <a:t>Dependientes (relación estadística)</a:t>
          </a:r>
          <a:endParaRPr lang="en-US"/>
        </a:p>
      </dgm:t>
    </dgm:pt>
    <dgm:pt modelId="{F652F3B5-33F6-44D8-85AB-665959E5520F}" type="parTrans" cxnId="{94546E72-EE6F-4054-9739-262C7A6582A9}">
      <dgm:prSet/>
      <dgm:spPr/>
      <dgm:t>
        <a:bodyPr/>
        <a:lstStyle/>
        <a:p>
          <a:endParaRPr lang="en-US"/>
        </a:p>
      </dgm:t>
    </dgm:pt>
    <dgm:pt modelId="{69E747F0-00DF-4215-BED5-F64F390FE1DB}" type="sibTrans" cxnId="{94546E72-EE6F-4054-9739-262C7A6582A9}">
      <dgm:prSet/>
      <dgm:spPr/>
      <dgm:t>
        <a:bodyPr/>
        <a:lstStyle/>
        <a:p>
          <a:endParaRPr lang="en-US"/>
        </a:p>
      </dgm:t>
    </dgm:pt>
    <dgm:pt modelId="{6977AC90-1973-47DA-ADB2-3AB50AF5CBE6}">
      <dgm:prSet/>
      <dgm:spPr/>
      <dgm:t>
        <a:bodyPr/>
        <a:lstStyle/>
        <a:p>
          <a:r>
            <a:rPr lang="es-CO"/>
            <a:t>Relación estadística no necesariamente implica causalidad</a:t>
          </a:r>
          <a:endParaRPr lang="en-US"/>
        </a:p>
      </dgm:t>
    </dgm:pt>
    <dgm:pt modelId="{332C3690-E11F-4587-AB2F-4C47297BB671}" type="parTrans" cxnId="{5C7637CF-98AF-408F-AE0B-AB18B25C3450}">
      <dgm:prSet/>
      <dgm:spPr/>
      <dgm:t>
        <a:bodyPr/>
        <a:lstStyle/>
        <a:p>
          <a:endParaRPr lang="en-US"/>
        </a:p>
      </dgm:t>
    </dgm:pt>
    <dgm:pt modelId="{80CC2741-CFC7-44D6-BB65-602FC82551AA}" type="sibTrans" cxnId="{5C7637CF-98AF-408F-AE0B-AB18B25C3450}">
      <dgm:prSet/>
      <dgm:spPr/>
      <dgm:t>
        <a:bodyPr/>
        <a:lstStyle/>
        <a:p>
          <a:endParaRPr lang="en-US"/>
        </a:p>
      </dgm:t>
    </dgm:pt>
    <dgm:pt modelId="{010F827C-D56D-4238-B1F4-CA608746C27F}">
      <dgm:prSet/>
      <dgm:spPr/>
      <dgm:t>
        <a:bodyPr/>
        <a:lstStyle/>
        <a:p>
          <a:r>
            <a:rPr lang="es-CO"/>
            <a:t>Independientes</a:t>
          </a:r>
          <a:endParaRPr lang="en-US"/>
        </a:p>
      </dgm:t>
    </dgm:pt>
    <dgm:pt modelId="{21C8F385-EB3F-44A8-9762-FE5EAB0DB09C}" type="parTrans" cxnId="{2A2D70BE-2946-40C5-BD1A-5F5D36E4F178}">
      <dgm:prSet/>
      <dgm:spPr/>
      <dgm:t>
        <a:bodyPr/>
        <a:lstStyle/>
        <a:p>
          <a:endParaRPr lang="en-US"/>
        </a:p>
      </dgm:t>
    </dgm:pt>
    <dgm:pt modelId="{41916133-37BB-4292-9B92-EF35EECCFDC9}" type="sibTrans" cxnId="{2A2D70BE-2946-40C5-BD1A-5F5D36E4F178}">
      <dgm:prSet/>
      <dgm:spPr/>
      <dgm:t>
        <a:bodyPr/>
        <a:lstStyle/>
        <a:p>
          <a:endParaRPr lang="en-US"/>
        </a:p>
      </dgm:t>
    </dgm:pt>
    <dgm:pt modelId="{67D4F859-7802-4A83-957E-9B180E233AFF}">
      <dgm:prSet/>
      <dgm:spPr/>
      <dgm:t>
        <a:bodyPr/>
        <a:lstStyle/>
        <a:p>
          <a:r>
            <a:rPr lang="es-CO"/>
            <a:t>Relación entre dos grupos</a:t>
          </a:r>
          <a:endParaRPr lang="en-US"/>
        </a:p>
      </dgm:t>
    </dgm:pt>
    <dgm:pt modelId="{73169D1E-CBDB-40FB-976E-9ED5B61624B7}" type="parTrans" cxnId="{F229D850-DDDF-4FAF-A109-E95AE50B0D85}">
      <dgm:prSet/>
      <dgm:spPr/>
      <dgm:t>
        <a:bodyPr/>
        <a:lstStyle/>
        <a:p>
          <a:endParaRPr lang="en-US"/>
        </a:p>
      </dgm:t>
    </dgm:pt>
    <dgm:pt modelId="{7508852C-6986-4491-9C3E-09BFB0E12720}" type="sibTrans" cxnId="{F229D850-DDDF-4FAF-A109-E95AE50B0D85}">
      <dgm:prSet/>
      <dgm:spPr/>
      <dgm:t>
        <a:bodyPr/>
        <a:lstStyle/>
        <a:p>
          <a:endParaRPr lang="en-US"/>
        </a:p>
      </dgm:t>
    </dgm:pt>
    <dgm:pt modelId="{B075F9A2-3569-414F-818F-AA73A718A68F}">
      <dgm:prSet/>
      <dgm:spPr/>
      <dgm:t>
        <a:bodyPr/>
        <a:lstStyle/>
        <a:p>
          <a:r>
            <a:rPr lang="es-CO"/>
            <a:t>2 muestras</a:t>
          </a:r>
          <a:endParaRPr lang="en-US"/>
        </a:p>
      </dgm:t>
    </dgm:pt>
    <dgm:pt modelId="{CD9B5A57-137E-4FE3-9188-7EC1DECCC3B6}" type="parTrans" cxnId="{02FD9685-CA5F-4A1C-B3DC-8AE0C04C6018}">
      <dgm:prSet/>
      <dgm:spPr/>
      <dgm:t>
        <a:bodyPr/>
        <a:lstStyle/>
        <a:p>
          <a:endParaRPr lang="en-US"/>
        </a:p>
      </dgm:t>
    </dgm:pt>
    <dgm:pt modelId="{AC23737E-0AB0-419D-8AAC-10A971326BBC}" type="sibTrans" cxnId="{02FD9685-CA5F-4A1C-B3DC-8AE0C04C6018}">
      <dgm:prSet/>
      <dgm:spPr/>
      <dgm:t>
        <a:bodyPr/>
        <a:lstStyle/>
        <a:p>
          <a:endParaRPr lang="en-US"/>
        </a:p>
      </dgm:t>
    </dgm:pt>
    <dgm:pt modelId="{CC5D56E6-B3ED-47AA-B596-6650AA4054B1}">
      <dgm:prSet/>
      <dgm:spPr/>
      <dgm:t>
        <a:bodyPr/>
        <a:lstStyle/>
        <a:p>
          <a:r>
            <a:rPr lang="es-CO"/>
            <a:t>1 muestra y el universo</a:t>
          </a:r>
          <a:endParaRPr lang="en-US"/>
        </a:p>
      </dgm:t>
    </dgm:pt>
    <dgm:pt modelId="{39F48285-EAA7-4758-8073-B934BD3719E3}" type="parTrans" cxnId="{68C933C8-98E4-4010-9D92-A7B8C78C3367}">
      <dgm:prSet/>
      <dgm:spPr/>
      <dgm:t>
        <a:bodyPr/>
        <a:lstStyle/>
        <a:p>
          <a:endParaRPr lang="en-US"/>
        </a:p>
      </dgm:t>
    </dgm:pt>
    <dgm:pt modelId="{DF186067-B920-401B-A8C2-C2572F3AC8D8}" type="sibTrans" cxnId="{68C933C8-98E4-4010-9D92-A7B8C78C3367}">
      <dgm:prSet/>
      <dgm:spPr/>
      <dgm:t>
        <a:bodyPr/>
        <a:lstStyle/>
        <a:p>
          <a:endParaRPr lang="en-US"/>
        </a:p>
      </dgm:t>
    </dgm:pt>
    <dgm:pt modelId="{F8DA29C3-158B-43C0-8B45-57FA616C2DF6}" type="pres">
      <dgm:prSet presAssocID="{C8623CD4-84A5-46A6-A465-83D07608A475}" presName="Name0" presStyleCnt="0">
        <dgm:presLayoutVars>
          <dgm:dir/>
          <dgm:animLvl val="lvl"/>
          <dgm:resizeHandles val="exact"/>
        </dgm:presLayoutVars>
      </dgm:prSet>
      <dgm:spPr/>
    </dgm:pt>
    <dgm:pt modelId="{C2537048-A032-448F-B8A2-22B9BFF0CE9C}" type="pres">
      <dgm:prSet presAssocID="{2C6840D0-03B4-443C-AA01-39ECFF766BA7}" presName="composite" presStyleCnt="0"/>
      <dgm:spPr/>
    </dgm:pt>
    <dgm:pt modelId="{C9378B59-38B1-40C4-8A30-5444DDA87493}" type="pres">
      <dgm:prSet presAssocID="{2C6840D0-03B4-443C-AA01-39ECFF766BA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CA5CDE8-CEBF-4FDF-9E37-64EFA685640D}" type="pres">
      <dgm:prSet presAssocID="{2C6840D0-03B4-443C-AA01-39ECFF766BA7}" presName="desTx" presStyleLbl="alignAccFollowNode1" presStyleIdx="0" presStyleCnt="2">
        <dgm:presLayoutVars>
          <dgm:bulletEnabled val="1"/>
        </dgm:presLayoutVars>
      </dgm:prSet>
      <dgm:spPr/>
    </dgm:pt>
    <dgm:pt modelId="{5A26827E-0B9F-47A3-82F4-F85D9752DCE3}" type="pres">
      <dgm:prSet presAssocID="{BD12A8C9-8167-447F-86FD-2C1466D8509E}" presName="space" presStyleCnt="0"/>
      <dgm:spPr/>
    </dgm:pt>
    <dgm:pt modelId="{0E193C8E-7200-48EA-AB6C-93BE8CDBBAA2}" type="pres">
      <dgm:prSet presAssocID="{67D4F859-7802-4A83-957E-9B180E233AFF}" presName="composite" presStyleCnt="0"/>
      <dgm:spPr/>
    </dgm:pt>
    <dgm:pt modelId="{EA6800B5-73D9-4600-8A60-A17D83099366}" type="pres">
      <dgm:prSet presAssocID="{67D4F859-7802-4A83-957E-9B180E233AF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2AFC6A4-F7FA-4D21-B3AB-122685DDD917}" type="pres">
      <dgm:prSet presAssocID="{67D4F859-7802-4A83-957E-9B180E233AF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D94B429-D6DA-498C-80EE-B63E212E2360}" type="presOf" srcId="{6977AC90-1973-47DA-ADB2-3AB50AF5CBE6}" destId="{DCA5CDE8-CEBF-4FDF-9E37-64EFA685640D}" srcOrd="0" destOrd="1" presId="urn:microsoft.com/office/officeart/2005/8/layout/hList1"/>
    <dgm:cxn modelId="{33226C2E-B9D5-4880-A03C-B84F9167FB3E}" srcId="{C8623CD4-84A5-46A6-A465-83D07608A475}" destId="{2C6840D0-03B4-443C-AA01-39ECFF766BA7}" srcOrd="0" destOrd="0" parTransId="{F55E0ED1-64F6-4257-926B-6C5174CFFE52}" sibTransId="{BD12A8C9-8167-447F-86FD-2C1466D8509E}"/>
    <dgm:cxn modelId="{819E9B62-B20A-40E9-A87D-7165C07543D0}" type="presOf" srcId="{B075F9A2-3569-414F-818F-AA73A718A68F}" destId="{72AFC6A4-F7FA-4D21-B3AB-122685DDD917}" srcOrd="0" destOrd="0" presId="urn:microsoft.com/office/officeart/2005/8/layout/hList1"/>
    <dgm:cxn modelId="{F229D850-DDDF-4FAF-A109-E95AE50B0D85}" srcId="{C8623CD4-84A5-46A6-A465-83D07608A475}" destId="{67D4F859-7802-4A83-957E-9B180E233AFF}" srcOrd="1" destOrd="0" parTransId="{73169D1E-CBDB-40FB-976E-9ED5B61624B7}" sibTransId="{7508852C-6986-4491-9C3E-09BFB0E12720}"/>
    <dgm:cxn modelId="{94546E72-EE6F-4054-9739-262C7A6582A9}" srcId="{2C6840D0-03B4-443C-AA01-39ECFF766BA7}" destId="{06A8AED3-603D-4863-A2E8-00FE40F0FBB7}" srcOrd="0" destOrd="0" parTransId="{F652F3B5-33F6-44D8-85AB-665959E5520F}" sibTransId="{69E747F0-00DF-4215-BED5-F64F390FE1DB}"/>
    <dgm:cxn modelId="{02FD9685-CA5F-4A1C-B3DC-8AE0C04C6018}" srcId="{67D4F859-7802-4A83-957E-9B180E233AFF}" destId="{B075F9A2-3569-414F-818F-AA73A718A68F}" srcOrd="0" destOrd="0" parTransId="{CD9B5A57-137E-4FE3-9188-7EC1DECCC3B6}" sibTransId="{AC23737E-0AB0-419D-8AAC-10A971326BBC}"/>
    <dgm:cxn modelId="{08C07690-C386-46A5-9990-DA4D90987260}" type="presOf" srcId="{010F827C-D56D-4238-B1F4-CA608746C27F}" destId="{DCA5CDE8-CEBF-4FDF-9E37-64EFA685640D}" srcOrd="0" destOrd="2" presId="urn:microsoft.com/office/officeart/2005/8/layout/hList1"/>
    <dgm:cxn modelId="{B739899F-8179-4671-8536-7674CE895B4D}" type="presOf" srcId="{67D4F859-7802-4A83-957E-9B180E233AFF}" destId="{EA6800B5-73D9-4600-8A60-A17D83099366}" srcOrd="0" destOrd="0" presId="urn:microsoft.com/office/officeart/2005/8/layout/hList1"/>
    <dgm:cxn modelId="{2A2D70BE-2946-40C5-BD1A-5F5D36E4F178}" srcId="{2C6840D0-03B4-443C-AA01-39ECFF766BA7}" destId="{010F827C-D56D-4238-B1F4-CA608746C27F}" srcOrd="1" destOrd="0" parTransId="{21C8F385-EB3F-44A8-9762-FE5EAB0DB09C}" sibTransId="{41916133-37BB-4292-9B92-EF35EECCFDC9}"/>
    <dgm:cxn modelId="{F571CBC4-DB59-422D-A6C4-66223F8FB3B8}" type="presOf" srcId="{CC5D56E6-B3ED-47AA-B596-6650AA4054B1}" destId="{72AFC6A4-F7FA-4D21-B3AB-122685DDD917}" srcOrd="0" destOrd="1" presId="urn:microsoft.com/office/officeart/2005/8/layout/hList1"/>
    <dgm:cxn modelId="{68C933C8-98E4-4010-9D92-A7B8C78C3367}" srcId="{67D4F859-7802-4A83-957E-9B180E233AFF}" destId="{CC5D56E6-B3ED-47AA-B596-6650AA4054B1}" srcOrd="1" destOrd="0" parTransId="{39F48285-EAA7-4758-8073-B934BD3719E3}" sibTransId="{DF186067-B920-401B-A8C2-C2572F3AC8D8}"/>
    <dgm:cxn modelId="{853956C8-5A59-4AFC-B895-BC1679EF3B5E}" type="presOf" srcId="{2C6840D0-03B4-443C-AA01-39ECFF766BA7}" destId="{C9378B59-38B1-40C4-8A30-5444DDA87493}" srcOrd="0" destOrd="0" presId="urn:microsoft.com/office/officeart/2005/8/layout/hList1"/>
    <dgm:cxn modelId="{5C7637CF-98AF-408F-AE0B-AB18B25C3450}" srcId="{06A8AED3-603D-4863-A2E8-00FE40F0FBB7}" destId="{6977AC90-1973-47DA-ADB2-3AB50AF5CBE6}" srcOrd="0" destOrd="0" parTransId="{332C3690-E11F-4587-AB2F-4C47297BB671}" sibTransId="{80CC2741-CFC7-44D6-BB65-602FC82551AA}"/>
    <dgm:cxn modelId="{AF663CCF-E6B4-4FD3-A93D-52EB47CFDEA1}" type="presOf" srcId="{C8623CD4-84A5-46A6-A465-83D07608A475}" destId="{F8DA29C3-158B-43C0-8B45-57FA616C2DF6}" srcOrd="0" destOrd="0" presId="urn:microsoft.com/office/officeart/2005/8/layout/hList1"/>
    <dgm:cxn modelId="{B5BC89D6-E808-4771-916D-62268781BE99}" type="presOf" srcId="{06A8AED3-603D-4863-A2E8-00FE40F0FBB7}" destId="{DCA5CDE8-CEBF-4FDF-9E37-64EFA685640D}" srcOrd="0" destOrd="0" presId="urn:microsoft.com/office/officeart/2005/8/layout/hList1"/>
    <dgm:cxn modelId="{46D3C9A4-8EB0-45A8-A79E-E2665FDC9FF5}" type="presParOf" srcId="{F8DA29C3-158B-43C0-8B45-57FA616C2DF6}" destId="{C2537048-A032-448F-B8A2-22B9BFF0CE9C}" srcOrd="0" destOrd="0" presId="urn:microsoft.com/office/officeart/2005/8/layout/hList1"/>
    <dgm:cxn modelId="{CB05004E-477B-4DC1-9D66-B877B802EF34}" type="presParOf" srcId="{C2537048-A032-448F-B8A2-22B9BFF0CE9C}" destId="{C9378B59-38B1-40C4-8A30-5444DDA87493}" srcOrd="0" destOrd="0" presId="urn:microsoft.com/office/officeart/2005/8/layout/hList1"/>
    <dgm:cxn modelId="{CA76928D-6F82-48FA-8BFC-DA69AF2FAA91}" type="presParOf" srcId="{C2537048-A032-448F-B8A2-22B9BFF0CE9C}" destId="{DCA5CDE8-CEBF-4FDF-9E37-64EFA685640D}" srcOrd="1" destOrd="0" presId="urn:microsoft.com/office/officeart/2005/8/layout/hList1"/>
    <dgm:cxn modelId="{B639A0EC-4848-4053-9DE1-D7203FC93118}" type="presParOf" srcId="{F8DA29C3-158B-43C0-8B45-57FA616C2DF6}" destId="{5A26827E-0B9F-47A3-82F4-F85D9752DCE3}" srcOrd="1" destOrd="0" presId="urn:microsoft.com/office/officeart/2005/8/layout/hList1"/>
    <dgm:cxn modelId="{E8C56721-EAC7-4D65-A12F-349788869557}" type="presParOf" srcId="{F8DA29C3-158B-43C0-8B45-57FA616C2DF6}" destId="{0E193C8E-7200-48EA-AB6C-93BE8CDBBAA2}" srcOrd="2" destOrd="0" presId="urn:microsoft.com/office/officeart/2005/8/layout/hList1"/>
    <dgm:cxn modelId="{9C6DE790-7F3D-43E2-91A8-051A22E858C5}" type="presParOf" srcId="{0E193C8E-7200-48EA-AB6C-93BE8CDBBAA2}" destId="{EA6800B5-73D9-4600-8A60-A17D83099366}" srcOrd="0" destOrd="0" presId="urn:microsoft.com/office/officeart/2005/8/layout/hList1"/>
    <dgm:cxn modelId="{E10FE406-45DF-4365-84CF-EA3A496B01E1}" type="presParOf" srcId="{0E193C8E-7200-48EA-AB6C-93BE8CDBBAA2}" destId="{72AFC6A4-F7FA-4D21-B3AB-122685DDD91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3640EF7-D61B-4FBD-A3D1-97F443B336E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1705589-4013-4C70-8134-8B3D825C61AD}">
      <dgm:prSet/>
      <dgm:spPr/>
      <dgm:t>
        <a:bodyPr/>
        <a:lstStyle/>
        <a:p>
          <a:r>
            <a:rPr lang="es-CO"/>
            <a:t>Correlation. 2 variables numéricas</a:t>
          </a:r>
          <a:endParaRPr lang="en-US"/>
        </a:p>
      </dgm:t>
    </dgm:pt>
    <dgm:pt modelId="{985A96D2-EF99-4C2D-BE42-22C7C170C8B4}" type="parTrans" cxnId="{0409B929-CBC4-40D7-8A3F-26AD9196ADD7}">
      <dgm:prSet/>
      <dgm:spPr/>
      <dgm:t>
        <a:bodyPr/>
        <a:lstStyle/>
        <a:p>
          <a:endParaRPr lang="en-US"/>
        </a:p>
      </dgm:t>
    </dgm:pt>
    <dgm:pt modelId="{E83BD46F-9B38-4B4A-A336-349FB239A580}" type="sibTrans" cxnId="{0409B929-CBC4-40D7-8A3F-26AD9196ADD7}">
      <dgm:prSet/>
      <dgm:spPr/>
      <dgm:t>
        <a:bodyPr/>
        <a:lstStyle/>
        <a:p>
          <a:endParaRPr lang="en-US"/>
        </a:p>
      </dgm:t>
    </dgm:pt>
    <dgm:pt modelId="{67FF20AC-76B0-4FD2-8647-D690AB186BD4}">
      <dgm:prSet/>
      <dgm:spPr/>
      <dgm:t>
        <a:bodyPr/>
        <a:lstStyle/>
        <a:p>
          <a:r>
            <a:rPr lang="es-CO"/>
            <a:t>Pearson’s r</a:t>
          </a:r>
          <a:endParaRPr lang="en-US"/>
        </a:p>
      </dgm:t>
    </dgm:pt>
    <dgm:pt modelId="{AB5FAD55-8551-49CF-913A-9F0F7D8198D2}" type="parTrans" cxnId="{45DBE12E-C08F-48A3-BB72-3BA17026899A}">
      <dgm:prSet/>
      <dgm:spPr/>
      <dgm:t>
        <a:bodyPr/>
        <a:lstStyle/>
        <a:p>
          <a:endParaRPr lang="en-US"/>
        </a:p>
      </dgm:t>
    </dgm:pt>
    <dgm:pt modelId="{9141B4A3-6CB5-4A30-B19F-65010F3682D4}" type="sibTrans" cxnId="{45DBE12E-C08F-48A3-BB72-3BA17026899A}">
      <dgm:prSet/>
      <dgm:spPr/>
      <dgm:t>
        <a:bodyPr/>
        <a:lstStyle/>
        <a:p>
          <a:endParaRPr lang="en-US"/>
        </a:p>
      </dgm:t>
    </dgm:pt>
    <dgm:pt modelId="{A491FAEB-6A3C-4FA3-BC86-3D19D24BB712}">
      <dgm:prSet/>
      <dgm:spPr/>
      <dgm:t>
        <a:bodyPr/>
        <a:lstStyle/>
        <a:p>
          <a:r>
            <a:rPr lang="es-CO"/>
            <a:t>Spearman’s rho</a:t>
          </a:r>
          <a:endParaRPr lang="en-US"/>
        </a:p>
      </dgm:t>
    </dgm:pt>
    <dgm:pt modelId="{A68D7579-ECE1-4C4E-85E4-6E299A1E3F56}" type="parTrans" cxnId="{4B38D6BF-2400-41E1-87C5-77FF8EAD9725}">
      <dgm:prSet/>
      <dgm:spPr/>
      <dgm:t>
        <a:bodyPr/>
        <a:lstStyle/>
        <a:p>
          <a:endParaRPr lang="en-US"/>
        </a:p>
      </dgm:t>
    </dgm:pt>
    <dgm:pt modelId="{8333E064-7755-4C3C-A229-CAB7E3C47355}" type="sibTrans" cxnId="{4B38D6BF-2400-41E1-87C5-77FF8EAD9725}">
      <dgm:prSet/>
      <dgm:spPr/>
      <dgm:t>
        <a:bodyPr/>
        <a:lstStyle/>
        <a:p>
          <a:endParaRPr lang="en-US"/>
        </a:p>
      </dgm:t>
    </dgm:pt>
    <dgm:pt modelId="{8E413A01-DFE8-45AC-87B3-500E09EB6DF9}">
      <dgm:prSet/>
      <dgm:spPr/>
      <dgm:t>
        <a:bodyPr/>
        <a:lstStyle/>
        <a:p>
          <a:r>
            <a:rPr lang="es-CO"/>
            <a:t>Kendall’s tau</a:t>
          </a:r>
          <a:endParaRPr lang="en-US"/>
        </a:p>
      </dgm:t>
    </dgm:pt>
    <dgm:pt modelId="{323D1A62-A6FD-436A-A6EB-C89836A82F5F}" type="parTrans" cxnId="{EB3F1FC8-1D84-48D9-9243-37B8A4B0AE0E}">
      <dgm:prSet/>
      <dgm:spPr/>
      <dgm:t>
        <a:bodyPr/>
        <a:lstStyle/>
        <a:p>
          <a:endParaRPr lang="en-US"/>
        </a:p>
      </dgm:t>
    </dgm:pt>
    <dgm:pt modelId="{448F57E7-D8D8-4048-B3F5-7280045DE013}" type="sibTrans" cxnId="{EB3F1FC8-1D84-48D9-9243-37B8A4B0AE0E}">
      <dgm:prSet/>
      <dgm:spPr/>
      <dgm:t>
        <a:bodyPr/>
        <a:lstStyle/>
        <a:p>
          <a:endParaRPr lang="en-US"/>
        </a:p>
      </dgm:t>
    </dgm:pt>
    <dgm:pt modelId="{966685C0-4819-43CE-8336-0598EBB76630}">
      <dgm:prSet/>
      <dgm:spPr/>
      <dgm:t>
        <a:bodyPr/>
        <a:lstStyle/>
        <a:p>
          <a:r>
            <a:rPr lang="es-CO"/>
            <a:t>Chi-squared Distribution</a:t>
          </a:r>
          <a:endParaRPr lang="en-US"/>
        </a:p>
      </dgm:t>
    </dgm:pt>
    <dgm:pt modelId="{124555FD-8103-4DDE-8ED9-9C776C2549BB}" type="parTrans" cxnId="{8E6DA01E-86DE-40C1-BC25-8E3CD11987E1}">
      <dgm:prSet/>
      <dgm:spPr/>
      <dgm:t>
        <a:bodyPr/>
        <a:lstStyle/>
        <a:p>
          <a:endParaRPr lang="en-US"/>
        </a:p>
      </dgm:t>
    </dgm:pt>
    <dgm:pt modelId="{3E6F45D7-7E2B-43AF-8775-0E7451880609}" type="sibTrans" cxnId="{8E6DA01E-86DE-40C1-BC25-8E3CD11987E1}">
      <dgm:prSet/>
      <dgm:spPr/>
      <dgm:t>
        <a:bodyPr/>
        <a:lstStyle/>
        <a:p>
          <a:endParaRPr lang="en-US"/>
        </a:p>
      </dgm:t>
    </dgm:pt>
    <dgm:pt modelId="{81856A2C-268D-4F0A-AB46-5DC80B5F50F0}">
      <dgm:prSet/>
      <dgm:spPr/>
      <dgm:t>
        <a:bodyPr/>
        <a:lstStyle/>
        <a:p>
          <a:r>
            <a:rPr lang="es-CO"/>
            <a:t>2 variables categóricas</a:t>
          </a:r>
          <a:endParaRPr lang="en-US"/>
        </a:p>
      </dgm:t>
    </dgm:pt>
    <dgm:pt modelId="{3A37404E-FDF4-4B2D-825E-BEE0C63B8F16}" type="parTrans" cxnId="{EC620A8D-922A-43C6-948C-57B81523022F}">
      <dgm:prSet/>
      <dgm:spPr/>
      <dgm:t>
        <a:bodyPr/>
        <a:lstStyle/>
        <a:p>
          <a:endParaRPr lang="en-US"/>
        </a:p>
      </dgm:t>
    </dgm:pt>
    <dgm:pt modelId="{46166E88-3115-4540-9DB0-AB8E0A4A20A0}" type="sibTrans" cxnId="{EC620A8D-922A-43C6-948C-57B81523022F}">
      <dgm:prSet/>
      <dgm:spPr/>
      <dgm:t>
        <a:bodyPr/>
        <a:lstStyle/>
        <a:p>
          <a:endParaRPr lang="en-US"/>
        </a:p>
      </dgm:t>
    </dgm:pt>
    <dgm:pt modelId="{41F66027-3E69-4857-8D60-CC1FE5B54ABA}">
      <dgm:prSet/>
      <dgm:spPr/>
      <dgm:t>
        <a:bodyPr/>
        <a:lstStyle/>
        <a:p>
          <a:r>
            <a:rPr lang="es-CO"/>
            <a:t>Student T Distribution</a:t>
          </a:r>
          <a:endParaRPr lang="en-US"/>
        </a:p>
      </dgm:t>
    </dgm:pt>
    <dgm:pt modelId="{0480A861-9C4F-4A96-A0EB-84E863C07221}" type="parTrans" cxnId="{13899FE8-048B-4D91-BFA6-293E2AB5FDCA}">
      <dgm:prSet/>
      <dgm:spPr/>
      <dgm:t>
        <a:bodyPr/>
        <a:lstStyle/>
        <a:p>
          <a:endParaRPr lang="en-US"/>
        </a:p>
      </dgm:t>
    </dgm:pt>
    <dgm:pt modelId="{D2DDFC89-8915-42E2-9666-CAFC65B84C6B}" type="sibTrans" cxnId="{13899FE8-048B-4D91-BFA6-293E2AB5FDCA}">
      <dgm:prSet/>
      <dgm:spPr/>
      <dgm:t>
        <a:bodyPr/>
        <a:lstStyle/>
        <a:p>
          <a:endParaRPr lang="en-US"/>
        </a:p>
      </dgm:t>
    </dgm:pt>
    <dgm:pt modelId="{009ED996-49E9-4456-8447-679E705D741F}">
      <dgm:prSet/>
      <dgm:spPr/>
      <dgm:t>
        <a:bodyPr/>
        <a:lstStyle/>
        <a:p>
          <a:r>
            <a:rPr lang="es-CO"/>
            <a:t>F Distribution</a:t>
          </a:r>
          <a:endParaRPr lang="en-US"/>
        </a:p>
      </dgm:t>
    </dgm:pt>
    <dgm:pt modelId="{0AD061EB-1420-4501-A287-30218DE3B5B1}" type="parTrans" cxnId="{26CA6F61-A7E5-4212-9B84-366E39263BC1}">
      <dgm:prSet/>
      <dgm:spPr/>
      <dgm:t>
        <a:bodyPr/>
        <a:lstStyle/>
        <a:p>
          <a:endParaRPr lang="en-US"/>
        </a:p>
      </dgm:t>
    </dgm:pt>
    <dgm:pt modelId="{8382ED31-E278-4119-ACA5-9E0DD9DF9683}" type="sibTrans" cxnId="{26CA6F61-A7E5-4212-9B84-366E39263BC1}">
      <dgm:prSet/>
      <dgm:spPr/>
      <dgm:t>
        <a:bodyPr/>
        <a:lstStyle/>
        <a:p>
          <a:endParaRPr lang="en-US"/>
        </a:p>
      </dgm:t>
    </dgm:pt>
    <dgm:pt modelId="{726FD29D-EF6B-485F-B61E-C20601E27689}">
      <dgm:prSet/>
      <dgm:spPr/>
      <dgm:t>
        <a:bodyPr/>
        <a:lstStyle/>
        <a:p>
          <a:r>
            <a:rPr lang="es-CO"/>
            <a:t>ANOVA</a:t>
          </a:r>
          <a:endParaRPr lang="en-US"/>
        </a:p>
      </dgm:t>
    </dgm:pt>
    <dgm:pt modelId="{91DC538D-5E94-4F2D-B97F-73B740520BF8}" type="parTrans" cxnId="{D2897C0F-6C38-4B28-9AEB-31C7D7AE61A8}">
      <dgm:prSet/>
      <dgm:spPr/>
      <dgm:t>
        <a:bodyPr/>
        <a:lstStyle/>
        <a:p>
          <a:endParaRPr lang="en-US"/>
        </a:p>
      </dgm:t>
    </dgm:pt>
    <dgm:pt modelId="{CA7B5C34-026C-4EF4-AB5F-891FC616A679}" type="sibTrans" cxnId="{D2897C0F-6C38-4B28-9AEB-31C7D7AE61A8}">
      <dgm:prSet/>
      <dgm:spPr/>
      <dgm:t>
        <a:bodyPr/>
        <a:lstStyle/>
        <a:p>
          <a:endParaRPr lang="en-US"/>
        </a:p>
      </dgm:t>
    </dgm:pt>
    <dgm:pt modelId="{194C2676-DE21-4E68-9880-352B2BED1A0F}" type="pres">
      <dgm:prSet presAssocID="{43640EF7-D61B-4FBD-A3D1-97F443B336ED}" presName="linear" presStyleCnt="0">
        <dgm:presLayoutVars>
          <dgm:animLvl val="lvl"/>
          <dgm:resizeHandles val="exact"/>
        </dgm:presLayoutVars>
      </dgm:prSet>
      <dgm:spPr/>
    </dgm:pt>
    <dgm:pt modelId="{3C6BF040-3C91-459C-8BB6-11A6D970CE16}" type="pres">
      <dgm:prSet presAssocID="{61705589-4013-4C70-8134-8B3D825C61A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829CEF6-6066-4776-83F8-7AED798EF585}" type="pres">
      <dgm:prSet presAssocID="{61705589-4013-4C70-8134-8B3D825C61AD}" presName="childText" presStyleLbl="revTx" presStyleIdx="0" presStyleCnt="2">
        <dgm:presLayoutVars>
          <dgm:bulletEnabled val="1"/>
        </dgm:presLayoutVars>
      </dgm:prSet>
      <dgm:spPr/>
    </dgm:pt>
    <dgm:pt modelId="{81D7BAE3-792E-4A82-9D7E-F366D1A18565}" type="pres">
      <dgm:prSet presAssocID="{966685C0-4819-43CE-8336-0598EBB7663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606B4AB-F5E0-4183-8800-E32DEF10E6E2}" type="pres">
      <dgm:prSet presAssocID="{966685C0-4819-43CE-8336-0598EBB76630}" presName="childText" presStyleLbl="revTx" presStyleIdx="1" presStyleCnt="2">
        <dgm:presLayoutVars>
          <dgm:bulletEnabled val="1"/>
        </dgm:presLayoutVars>
      </dgm:prSet>
      <dgm:spPr/>
    </dgm:pt>
    <dgm:pt modelId="{07BDD3A5-5677-4C5D-94B8-8D561F801199}" type="pres">
      <dgm:prSet presAssocID="{41F66027-3E69-4857-8D60-CC1FE5B54AB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835EE4F-5941-4FD1-B964-5A6CD83CF1F1}" type="pres">
      <dgm:prSet presAssocID="{D2DDFC89-8915-42E2-9666-CAFC65B84C6B}" presName="spacer" presStyleCnt="0"/>
      <dgm:spPr/>
    </dgm:pt>
    <dgm:pt modelId="{0B6F42D0-E87C-4675-8280-AB45E0021E58}" type="pres">
      <dgm:prSet presAssocID="{009ED996-49E9-4456-8447-679E705D741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7101032-2F11-45CE-B196-19C0F1B1ED6A}" type="pres">
      <dgm:prSet presAssocID="{8382ED31-E278-4119-ACA5-9E0DD9DF9683}" presName="spacer" presStyleCnt="0"/>
      <dgm:spPr/>
    </dgm:pt>
    <dgm:pt modelId="{4859E3D7-E88A-47FD-89A9-C7DA03172933}" type="pres">
      <dgm:prSet presAssocID="{726FD29D-EF6B-485F-B61E-C20601E2768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90D570C-CD4F-4DFA-A520-31E73B7E29E8}" type="presOf" srcId="{726FD29D-EF6B-485F-B61E-C20601E27689}" destId="{4859E3D7-E88A-47FD-89A9-C7DA03172933}" srcOrd="0" destOrd="0" presId="urn:microsoft.com/office/officeart/2005/8/layout/vList2"/>
    <dgm:cxn modelId="{D2897C0F-6C38-4B28-9AEB-31C7D7AE61A8}" srcId="{43640EF7-D61B-4FBD-A3D1-97F443B336ED}" destId="{726FD29D-EF6B-485F-B61E-C20601E27689}" srcOrd="4" destOrd="0" parTransId="{91DC538D-5E94-4F2D-B97F-73B740520BF8}" sibTransId="{CA7B5C34-026C-4EF4-AB5F-891FC616A679}"/>
    <dgm:cxn modelId="{8E6DA01E-86DE-40C1-BC25-8E3CD11987E1}" srcId="{43640EF7-D61B-4FBD-A3D1-97F443B336ED}" destId="{966685C0-4819-43CE-8336-0598EBB76630}" srcOrd="1" destOrd="0" parTransId="{124555FD-8103-4DDE-8ED9-9C776C2549BB}" sibTransId="{3E6F45D7-7E2B-43AF-8775-0E7451880609}"/>
    <dgm:cxn modelId="{0409B929-CBC4-40D7-8A3F-26AD9196ADD7}" srcId="{43640EF7-D61B-4FBD-A3D1-97F443B336ED}" destId="{61705589-4013-4C70-8134-8B3D825C61AD}" srcOrd="0" destOrd="0" parTransId="{985A96D2-EF99-4C2D-BE42-22C7C170C8B4}" sibTransId="{E83BD46F-9B38-4B4A-A336-349FB239A580}"/>
    <dgm:cxn modelId="{45DBE12E-C08F-48A3-BB72-3BA17026899A}" srcId="{61705589-4013-4C70-8134-8B3D825C61AD}" destId="{67FF20AC-76B0-4FD2-8647-D690AB186BD4}" srcOrd="0" destOrd="0" parTransId="{AB5FAD55-8551-49CF-913A-9F0F7D8198D2}" sibTransId="{9141B4A3-6CB5-4A30-B19F-65010F3682D4}"/>
    <dgm:cxn modelId="{26CA6F61-A7E5-4212-9B84-366E39263BC1}" srcId="{43640EF7-D61B-4FBD-A3D1-97F443B336ED}" destId="{009ED996-49E9-4456-8447-679E705D741F}" srcOrd="3" destOrd="0" parTransId="{0AD061EB-1420-4501-A287-30218DE3B5B1}" sibTransId="{8382ED31-E278-4119-ACA5-9E0DD9DF9683}"/>
    <dgm:cxn modelId="{74B0F34F-CA9E-485C-BAC2-5D865B82C43C}" type="presOf" srcId="{41F66027-3E69-4857-8D60-CC1FE5B54ABA}" destId="{07BDD3A5-5677-4C5D-94B8-8D561F801199}" srcOrd="0" destOrd="0" presId="urn:microsoft.com/office/officeart/2005/8/layout/vList2"/>
    <dgm:cxn modelId="{7E767E53-ADE5-425E-975C-79EF2C5AFFE5}" type="presOf" srcId="{009ED996-49E9-4456-8447-679E705D741F}" destId="{0B6F42D0-E87C-4675-8280-AB45E0021E58}" srcOrd="0" destOrd="0" presId="urn:microsoft.com/office/officeart/2005/8/layout/vList2"/>
    <dgm:cxn modelId="{218B9477-2121-4740-9523-2D91F2FACC21}" type="presOf" srcId="{43640EF7-D61B-4FBD-A3D1-97F443B336ED}" destId="{194C2676-DE21-4E68-9880-352B2BED1A0F}" srcOrd="0" destOrd="0" presId="urn:microsoft.com/office/officeart/2005/8/layout/vList2"/>
    <dgm:cxn modelId="{EC620A8D-922A-43C6-948C-57B81523022F}" srcId="{966685C0-4819-43CE-8336-0598EBB76630}" destId="{81856A2C-268D-4F0A-AB46-5DC80B5F50F0}" srcOrd="0" destOrd="0" parTransId="{3A37404E-FDF4-4B2D-825E-BEE0C63B8F16}" sibTransId="{46166E88-3115-4540-9DB0-AB8E0A4A20A0}"/>
    <dgm:cxn modelId="{3EEA4796-B7F4-4CD3-A770-1FB0F362088B}" type="presOf" srcId="{8E413A01-DFE8-45AC-87B3-500E09EB6DF9}" destId="{A829CEF6-6066-4776-83F8-7AED798EF585}" srcOrd="0" destOrd="2" presId="urn:microsoft.com/office/officeart/2005/8/layout/vList2"/>
    <dgm:cxn modelId="{31DBF5AA-FAD0-4284-8FE0-34D5679E0CB9}" type="presOf" srcId="{61705589-4013-4C70-8134-8B3D825C61AD}" destId="{3C6BF040-3C91-459C-8BB6-11A6D970CE16}" srcOrd="0" destOrd="0" presId="urn:microsoft.com/office/officeart/2005/8/layout/vList2"/>
    <dgm:cxn modelId="{1B4567BD-7A62-4A18-B12B-3821E6C56CE4}" type="presOf" srcId="{966685C0-4819-43CE-8336-0598EBB76630}" destId="{81D7BAE3-792E-4A82-9D7E-F366D1A18565}" srcOrd="0" destOrd="0" presId="urn:microsoft.com/office/officeart/2005/8/layout/vList2"/>
    <dgm:cxn modelId="{4B38D6BF-2400-41E1-87C5-77FF8EAD9725}" srcId="{61705589-4013-4C70-8134-8B3D825C61AD}" destId="{A491FAEB-6A3C-4FA3-BC86-3D19D24BB712}" srcOrd="1" destOrd="0" parTransId="{A68D7579-ECE1-4C4E-85E4-6E299A1E3F56}" sibTransId="{8333E064-7755-4C3C-A229-CAB7E3C47355}"/>
    <dgm:cxn modelId="{EB3F1FC8-1D84-48D9-9243-37B8A4B0AE0E}" srcId="{61705589-4013-4C70-8134-8B3D825C61AD}" destId="{8E413A01-DFE8-45AC-87B3-500E09EB6DF9}" srcOrd="2" destOrd="0" parTransId="{323D1A62-A6FD-436A-A6EB-C89836A82F5F}" sibTransId="{448F57E7-D8D8-4048-B3F5-7280045DE013}"/>
    <dgm:cxn modelId="{7526CFD1-8373-45A9-A4B8-D206344FEC7B}" type="presOf" srcId="{67FF20AC-76B0-4FD2-8647-D690AB186BD4}" destId="{A829CEF6-6066-4776-83F8-7AED798EF585}" srcOrd="0" destOrd="0" presId="urn:microsoft.com/office/officeart/2005/8/layout/vList2"/>
    <dgm:cxn modelId="{BD89B2D6-F59B-489C-8C82-14C0C0EA6E75}" type="presOf" srcId="{81856A2C-268D-4F0A-AB46-5DC80B5F50F0}" destId="{C606B4AB-F5E0-4183-8800-E32DEF10E6E2}" srcOrd="0" destOrd="0" presId="urn:microsoft.com/office/officeart/2005/8/layout/vList2"/>
    <dgm:cxn modelId="{13899FE8-048B-4D91-BFA6-293E2AB5FDCA}" srcId="{43640EF7-D61B-4FBD-A3D1-97F443B336ED}" destId="{41F66027-3E69-4857-8D60-CC1FE5B54ABA}" srcOrd="2" destOrd="0" parTransId="{0480A861-9C4F-4A96-A0EB-84E863C07221}" sibTransId="{D2DDFC89-8915-42E2-9666-CAFC65B84C6B}"/>
    <dgm:cxn modelId="{E44D21FE-256E-46AF-A73C-C8EDEA0E9366}" type="presOf" srcId="{A491FAEB-6A3C-4FA3-BC86-3D19D24BB712}" destId="{A829CEF6-6066-4776-83F8-7AED798EF585}" srcOrd="0" destOrd="1" presId="urn:microsoft.com/office/officeart/2005/8/layout/vList2"/>
    <dgm:cxn modelId="{08EDC56A-7412-4D3E-BA9E-37D850A6FAE2}" type="presParOf" srcId="{194C2676-DE21-4E68-9880-352B2BED1A0F}" destId="{3C6BF040-3C91-459C-8BB6-11A6D970CE16}" srcOrd="0" destOrd="0" presId="urn:microsoft.com/office/officeart/2005/8/layout/vList2"/>
    <dgm:cxn modelId="{AC9786DD-BCE2-46BD-BD13-1BF46139FBE2}" type="presParOf" srcId="{194C2676-DE21-4E68-9880-352B2BED1A0F}" destId="{A829CEF6-6066-4776-83F8-7AED798EF585}" srcOrd="1" destOrd="0" presId="urn:microsoft.com/office/officeart/2005/8/layout/vList2"/>
    <dgm:cxn modelId="{EEC3D928-56A7-4B4F-AA67-2E3107920C3E}" type="presParOf" srcId="{194C2676-DE21-4E68-9880-352B2BED1A0F}" destId="{81D7BAE3-792E-4A82-9D7E-F366D1A18565}" srcOrd="2" destOrd="0" presId="urn:microsoft.com/office/officeart/2005/8/layout/vList2"/>
    <dgm:cxn modelId="{A3371079-F63E-4BDC-8C0F-6E7258EBC092}" type="presParOf" srcId="{194C2676-DE21-4E68-9880-352B2BED1A0F}" destId="{C606B4AB-F5E0-4183-8800-E32DEF10E6E2}" srcOrd="3" destOrd="0" presId="urn:microsoft.com/office/officeart/2005/8/layout/vList2"/>
    <dgm:cxn modelId="{2E5FFB38-B54D-4939-8089-DFA889430781}" type="presParOf" srcId="{194C2676-DE21-4E68-9880-352B2BED1A0F}" destId="{07BDD3A5-5677-4C5D-94B8-8D561F801199}" srcOrd="4" destOrd="0" presId="urn:microsoft.com/office/officeart/2005/8/layout/vList2"/>
    <dgm:cxn modelId="{4627CCDC-6A11-4A37-A47E-E03F31E52C0A}" type="presParOf" srcId="{194C2676-DE21-4E68-9880-352B2BED1A0F}" destId="{B835EE4F-5941-4FD1-B964-5A6CD83CF1F1}" srcOrd="5" destOrd="0" presId="urn:microsoft.com/office/officeart/2005/8/layout/vList2"/>
    <dgm:cxn modelId="{6CCE316A-6379-4A06-9F98-0C28473FCA01}" type="presParOf" srcId="{194C2676-DE21-4E68-9880-352B2BED1A0F}" destId="{0B6F42D0-E87C-4675-8280-AB45E0021E58}" srcOrd="6" destOrd="0" presId="urn:microsoft.com/office/officeart/2005/8/layout/vList2"/>
    <dgm:cxn modelId="{377BDEFD-D752-4C2F-A029-49F56B47CB85}" type="presParOf" srcId="{194C2676-DE21-4E68-9880-352B2BED1A0F}" destId="{B7101032-2F11-45CE-B196-19C0F1B1ED6A}" srcOrd="7" destOrd="0" presId="urn:microsoft.com/office/officeart/2005/8/layout/vList2"/>
    <dgm:cxn modelId="{0624192E-D6C7-48B0-AA7F-2336DA7FAD39}" type="presParOf" srcId="{194C2676-DE21-4E68-9880-352B2BED1A0F}" destId="{4859E3D7-E88A-47FD-89A9-C7DA0317293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F80B9B-77F6-44BA-AC75-8CC957771572}">
      <dsp:nvSpPr>
        <dsp:cNvPr id="0" name=""/>
        <dsp:cNvSpPr/>
      </dsp:nvSpPr>
      <dsp:spPr>
        <a:xfrm>
          <a:off x="0" y="0"/>
          <a:ext cx="812800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A8821-EAEF-478D-8E15-93B300E4C257}">
      <dsp:nvSpPr>
        <dsp:cNvPr id="0" name=""/>
        <dsp:cNvSpPr/>
      </dsp:nvSpPr>
      <dsp:spPr>
        <a:xfrm>
          <a:off x="0" y="0"/>
          <a:ext cx="8128000" cy="541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 dirty="0"/>
            <a:t>Para 2025, los flujos de trabajo inteligentes y las interacciones fluidas entre humanos y máquinas probablemente serán tan estándar como el balance general corporativo, y la mayoría de los empleados usarán datos para optimizar casi todos los aspectos de su trabajo.</a:t>
          </a:r>
        </a:p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900" kern="1200" dirty="0"/>
            <a:t>McKinsey.</a:t>
          </a:r>
          <a:endParaRPr lang="es-CO" sz="3900" kern="1200" dirty="0"/>
        </a:p>
      </dsp:txBody>
      <dsp:txXfrm>
        <a:off x="0" y="0"/>
        <a:ext cx="8128000" cy="5418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69FA0-E787-4117-8F39-F996BD55EFFA}">
      <dsp:nvSpPr>
        <dsp:cNvPr id="0" name=""/>
        <dsp:cNvSpPr/>
      </dsp:nvSpPr>
      <dsp:spPr>
        <a:xfrm>
          <a:off x="0" y="270933"/>
          <a:ext cx="8128000" cy="4876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 dirty="0"/>
            <a:t>La información es una fuente de aprendizaje</a:t>
          </a:r>
          <a:r>
            <a:rPr lang="es-ES" sz="3700" kern="1200"/>
            <a:t>. </a:t>
          </a:r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Pero </a:t>
          </a:r>
          <a:r>
            <a:rPr lang="es-ES" sz="3700" kern="1200" dirty="0"/>
            <a:t>a menos que esté organizado, procesado y disponible para las personas adecuadas en un formato para la toma de decisiones, es una carga, no un beneficio.</a:t>
          </a:r>
        </a:p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 dirty="0"/>
            <a:t>Guillermo </a:t>
          </a:r>
          <a:r>
            <a:rPr lang="es-ES" sz="3700" kern="1200" dirty="0" err="1"/>
            <a:t>Pollard</a:t>
          </a:r>
          <a:endParaRPr lang="es-CO" sz="3700" kern="1200" dirty="0"/>
        </a:p>
      </dsp:txBody>
      <dsp:txXfrm>
        <a:off x="0" y="270933"/>
        <a:ext cx="8128000" cy="4876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F2269-7C75-449A-8F0A-996722377C31}">
      <dsp:nvSpPr>
        <dsp:cNvPr id="0" name=""/>
        <dsp:cNvSpPr/>
      </dsp:nvSpPr>
      <dsp:spPr>
        <a:xfrm>
          <a:off x="2354324" y="93583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03B2A-150D-4BB4-A758-314F0EE4ED42}">
      <dsp:nvSpPr>
        <dsp:cNvPr id="0" name=""/>
        <dsp:cNvSpPr/>
      </dsp:nvSpPr>
      <dsp:spPr>
        <a:xfrm>
          <a:off x="950324" y="257992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3500" kern="1200"/>
            <a:t>Psicológica</a:t>
          </a:r>
          <a:endParaRPr lang="en-US" sz="3500" kern="1200"/>
        </a:p>
      </dsp:txBody>
      <dsp:txXfrm>
        <a:off x="950324" y="2579920"/>
        <a:ext cx="4320000" cy="648000"/>
      </dsp:txXfrm>
    </dsp:sp>
    <dsp:sp modelId="{9A060DA7-D19E-4968-8A4C-1E11243D0AAD}">
      <dsp:nvSpPr>
        <dsp:cNvPr id="0" name=""/>
        <dsp:cNvSpPr/>
      </dsp:nvSpPr>
      <dsp:spPr>
        <a:xfrm>
          <a:off x="950324" y="3289356"/>
          <a:ext cx="4320000" cy="718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/>
            <a:t>Es un proceso cognitivo que tiene como resultado un curso de acción, entre diferentes alternativas</a:t>
          </a:r>
          <a:endParaRPr lang="en-US" sz="1700" kern="1200"/>
        </a:p>
      </dsp:txBody>
      <dsp:txXfrm>
        <a:off x="950324" y="3289356"/>
        <a:ext cx="4320000" cy="718285"/>
      </dsp:txXfrm>
    </dsp:sp>
    <dsp:sp modelId="{246EC256-3640-40CF-A37E-319514E3181D}">
      <dsp:nvSpPr>
        <dsp:cNvPr id="0" name=""/>
        <dsp:cNvSpPr/>
      </dsp:nvSpPr>
      <dsp:spPr>
        <a:xfrm>
          <a:off x="7430324" y="93583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18D8B-A37C-4953-8977-6C8F59BE83CC}">
      <dsp:nvSpPr>
        <dsp:cNvPr id="0" name=""/>
        <dsp:cNvSpPr/>
      </dsp:nvSpPr>
      <dsp:spPr>
        <a:xfrm>
          <a:off x="6026324" y="257992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3500" kern="1200"/>
            <a:t>En datos e información</a:t>
          </a:r>
          <a:endParaRPr lang="en-US" sz="3500" kern="1200"/>
        </a:p>
      </dsp:txBody>
      <dsp:txXfrm>
        <a:off x="6026324" y="2579920"/>
        <a:ext cx="4320000" cy="648000"/>
      </dsp:txXfrm>
    </dsp:sp>
    <dsp:sp modelId="{99AFB80F-B89E-40A2-9246-CA0639364AE7}">
      <dsp:nvSpPr>
        <dsp:cNvPr id="0" name=""/>
        <dsp:cNvSpPr/>
      </dsp:nvSpPr>
      <dsp:spPr>
        <a:xfrm>
          <a:off x="6026324" y="3289356"/>
          <a:ext cx="4320000" cy="718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/>
            <a:t>Es el procesamiento de unas entradas de datos (Xs) para producir un resultado de datos (Y)</a:t>
          </a:r>
          <a:endParaRPr lang="en-US" sz="1700" kern="1200"/>
        </a:p>
      </dsp:txBody>
      <dsp:txXfrm>
        <a:off x="6026324" y="3289356"/>
        <a:ext cx="4320000" cy="7182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661DF-F289-4B46-98BD-EDB70A325382}">
      <dsp:nvSpPr>
        <dsp:cNvPr id="0" name=""/>
        <dsp:cNvSpPr/>
      </dsp:nvSpPr>
      <dsp:spPr>
        <a:xfrm>
          <a:off x="0" y="29750"/>
          <a:ext cx="6513603" cy="287264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800" kern="1200" dirty="0"/>
            <a:t>La toma de decisiones implica la selección de un curso de acción entre dos o más alternativas posibles para llegar a una solución para un problema dado. </a:t>
          </a:r>
          <a:endParaRPr lang="en-US" sz="2800" kern="1200" dirty="0"/>
        </a:p>
      </dsp:txBody>
      <dsp:txXfrm>
        <a:off x="140231" y="169981"/>
        <a:ext cx="6233141" cy="2592180"/>
      </dsp:txXfrm>
    </dsp:sp>
    <dsp:sp modelId="{656AD264-EE21-41F5-87D5-D3FF501BFEE4}">
      <dsp:nvSpPr>
        <dsp:cNvPr id="0" name=""/>
        <dsp:cNvSpPr/>
      </dsp:nvSpPr>
      <dsp:spPr>
        <a:xfrm>
          <a:off x="0" y="2983033"/>
          <a:ext cx="6513603" cy="2872642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800" kern="1200" dirty="0"/>
            <a:t>Producir buenas decisiones operativas basadas en análisis de datos, incorporando volúmenes de datos en constante crecimiento, puede marcar la diferencia  entre el éxito o fracaso de una organización.</a:t>
          </a:r>
          <a:endParaRPr lang="en-US" sz="2800" kern="1200" dirty="0"/>
        </a:p>
      </dsp:txBody>
      <dsp:txXfrm>
        <a:off x="140231" y="3123264"/>
        <a:ext cx="6233141" cy="25921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8208F-26AE-4179-9761-46FF77BE30D2}">
      <dsp:nvSpPr>
        <dsp:cNvPr id="0" name=""/>
        <dsp:cNvSpPr/>
      </dsp:nvSpPr>
      <dsp:spPr>
        <a:xfrm>
          <a:off x="0" y="959022"/>
          <a:ext cx="6513603" cy="488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528" tIns="1291336" rIns="505528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¿Cuánto tiempo tomara responder esta PQRS?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¿Quién debe responder esta PQRS?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¿Es correcta la respuesta de esta PQRS?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¿Qué área es mas productiva?</a:t>
          </a:r>
          <a:endParaRPr lang="en-US" sz="3200" kern="1200" dirty="0"/>
        </a:p>
      </dsp:txBody>
      <dsp:txXfrm>
        <a:off x="0" y="959022"/>
        <a:ext cx="6513603" cy="4882500"/>
      </dsp:txXfrm>
    </dsp:sp>
    <dsp:sp modelId="{12D96038-6705-45BB-875A-F8857DAB0363}">
      <dsp:nvSpPr>
        <dsp:cNvPr id="0" name=""/>
        <dsp:cNvSpPr/>
      </dsp:nvSpPr>
      <dsp:spPr>
        <a:xfrm>
          <a:off x="325680" y="43902"/>
          <a:ext cx="4559522" cy="18302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2339" tIns="0" rIns="172339" bIns="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6200" b="1" kern="1200" dirty="0"/>
            <a:t>PQRS</a:t>
          </a:r>
          <a:endParaRPr lang="en-US" sz="6200" kern="1200" dirty="0"/>
        </a:p>
      </dsp:txBody>
      <dsp:txXfrm>
        <a:off x="415025" y="133247"/>
        <a:ext cx="4380832" cy="16515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8208F-26AE-4179-9761-46FF77BE30D2}">
      <dsp:nvSpPr>
        <dsp:cNvPr id="0" name=""/>
        <dsp:cNvSpPr/>
      </dsp:nvSpPr>
      <dsp:spPr>
        <a:xfrm>
          <a:off x="0" y="1243467"/>
          <a:ext cx="6513603" cy="4003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528" tIns="853948" rIns="505528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¿A quién debo contratar?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¿Qué empleado es probable que nos deje?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¿Cuánto debo compensar a las personas?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¿En qué lo debo preparar?</a:t>
          </a:r>
          <a:endParaRPr lang="en-US" sz="3200" kern="1200" dirty="0"/>
        </a:p>
      </dsp:txBody>
      <dsp:txXfrm>
        <a:off x="0" y="1243467"/>
        <a:ext cx="6513603" cy="4003650"/>
      </dsp:txXfrm>
    </dsp:sp>
    <dsp:sp modelId="{12D96038-6705-45BB-875A-F8857DAB0363}">
      <dsp:nvSpPr>
        <dsp:cNvPr id="0" name=""/>
        <dsp:cNvSpPr/>
      </dsp:nvSpPr>
      <dsp:spPr>
        <a:xfrm>
          <a:off x="325680" y="638307"/>
          <a:ext cx="4559522" cy="12103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2339" tIns="0" rIns="172339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100" b="1" kern="1200"/>
            <a:t>Recursos Humanos</a:t>
          </a:r>
          <a:endParaRPr lang="en-US" sz="4100" kern="1200"/>
        </a:p>
      </dsp:txBody>
      <dsp:txXfrm>
        <a:off x="384763" y="697390"/>
        <a:ext cx="4441356" cy="10921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8208F-26AE-4179-9761-46FF77BE30D2}">
      <dsp:nvSpPr>
        <dsp:cNvPr id="0" name=""/>
        <dsp:cNvSpPr/>
      </dsp:nvSpPr>
      <dsp:spPr>
        <a:xfrm>
          <a:off x="0" y="757557"/>
          <a:ext cx="6513603" cy="509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528" tIns="1020572" rIns="505528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¿Este contrato este bien redactado?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¿Este contrato tiene clausula de confidencialidad?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¿Este contrato cuanto costará?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¿A que abogado le debo encargar la elaboración de este contrato?</a:t>
          </a:r>
          <a:endParaRPr lang="en-US" sz="3200" kern="1200" dirty="0"/>
        </a:p>
      </dsp:txBody>
      <dsp:txXfrm>
        <a:off x="0" y="757557"/>
        <a:ext cx="6513603" cy="5093550"/>
      </dsp:txXfrm>
    </dsp:sp>
    <dsp:sp modelId="{12D96038-6705-45BB-875A-F8857DAB0363}">
      <dsp:nvSpPr>
        <dsp:cNvPr id="0" name=""/>
        <dsp:cNvSpPr/>
      </dsp:nvSpPr>
      <dsp:spPr>
        <a:xfrm>
          <a:off x="325680" y="34317"/>
          <a:ext cx="4559522" cy="14464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2339" tIns="0" rIns="172339" bIns="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900" b="1" kern="1200" dirty="0"/>
            <a:t>Jurídica</a:t>
          </a:r>
          <a:endParaRPr lang="en-US" sz="4900" kern="1200" dirty="0"/>
        </a:p>
      </dsp:txBody>
      <dsp:txXfrm>
        <a:off x="396291" y="104928"/>
        <a:ext cx="4418300" cy="13052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7B64B-BD6C-46D1-90C7-CCB4567D939D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9AECE-F792-4DEF-9E22-82E34FCE49B8}">
      <dsp:nvSpPr>
        <dsp:cNvPr id="0" name=""/>
        <dsp:cNvSpPr/>
      </dsp:nvSpPr>
      <dsp:spPr>
        <a:xfrm>
          <a:off x="0" y="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Es la ciencia y el arte de elaborar y responder preguntas, que permitan tomar decisiones con menos incertidumbre, utilizando datos.</a:t>
          </a:r>
          <a:endParaRPr lang="en-US" sz="3600" kern="1200" dirty="0"/>
        </a:p>
      </dsp:txBody>
      <dsp:txXfrm>
        <a:off x="0" y="0"/>
        <a:ext cx="6900512" cy="2768070"/>
      </dsp:txXfrm>
    </dsp:sp>
    <dsp:sp modelId="{13401688-9271-4262-93F2-2D063FE7262F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3D064-0210-4ABD-89F9-41BC8D1E4FC6}">
      <dsp:nvSpPr>
        <dsp:cNvPr id="0" name=""/>
        <dsp:cNvSpPr/>
      </dsp:nvSpPr>
      <dsp:spPr>
        <a:xfrm>
          <a:off x="0" y="276807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Y esta definición aplica también para la Inteligencia Artificial con la adición de que el que toma la decisión es la maquina</a:t>
          </a:r>
          <a:endParaRPr lang="en-US" sz="3600" kern="1200"/>
        </a:p>
      </dsp:txBody>
      <dsp:txXfrm>
        <a:off x="0" y="2768070"/>
        <a:ext cx="6900512" cy="27680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2352C-C173-4326-B7A3-1ADB7BF1B346}">
      <dsp:nvSpPr>
        <dsp:cNvPr id="0" name=""/>
        <dsp:cNvSpPr/>
      </dsp:nvSpPr>
      <dsp:spPr>
        <a:xfrm>
          <a:off x="0" y="718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BF6B2-C49B-4EDE-9A90-BA827ABDA5A2}">
      <dsp:nvSpPr>
        <dsp:cNvPr id="0" name=""/>
        <dsp:cNvSpPr/>
      </dsp:nvSpPr>
      <dsp:spPr>
        <a:xfrm>
          <a:off x="508544" y="378974"/>
          <a:ext cx="924626" cy="924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518B3-9FF4-4A3B-9A0C-458B909498E8}">
      <dsp:nvSpPr>
        <dsp:cNvPr id="0" name=""/>
        <dsp:cNvSpPr/>
      </dsp:nvSpPr>
      <dsp:spPr>
        <a:xfrm>
          <a:off x="1941716" y="718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/>
            <a:t># 1: Terminología específica </a:t>
          </a:r>
          <a:r>
            <a:rPr lang="es-CO" sz="2500" kern="1200"/>
            <a:t>y simple</a:t>
          </a:r>
          <a:endParaRPr lang="en-US" sz="2500" kern="1200"/>
        </a:p>
      </dsp:txBody>
      <dsp:txXfrm>
        <a:off x="1941716" y="718"/>
        <a:ext cx="4571887" cy="1681139"/>
      </dsp:txXfrm>
    </dsp:sp>
    <dsp:sp modelId="{57025E17-A0A7-41B2-BEF1-49515CF03157}">
      <dsp:nvSpPr>
        <dsp:cNvPr id="0" name=""/>
        <dsp:cNvSpPr/>
      </dsp:nvSpPr>
      <dsp:spPr>
        <a:xfrm>
          <a:off x="0" y="2102143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D94EB-A61C-4799-A4BB-25F95DCC87C5}">
      <dsp:nvSpPr>
        <dsp:cNvPr id="0" name=""/>
        <dsp:cNvSpPr/>
      </dsp:nvSpPr>
      <dsp:spPr>
        <a:xfrm>
          <a:off x="508544" y="2480399"/>
          <a:ext cx="924626" cy="924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DDC6E-8070-4882-A9E4-9D6E2DEBF089}">
      <dsp:nvSpPr>
        <dsp:cNvPr id="0" name=""/>
        <dsp:cNvSpPr/>
      </dsp:nvSpPr>
      <dsp:spPr>
        <a:xfrm>
          <a:off x="1941716" y="2102143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/>
            <a:t># 2: Alcance Específico</a:t>
          </a:r>
          <a:endParaRPr lang="en-US" sz="2500" kern="1200"/>
        </a:p>
      </dsp:txBody>
      <dsp:txXfrm>
        <a:off x="1941716" y="2102143"/>
        <a:ext cx="4571887" cy="1681139"/>
      </dsp:txXfrm>
    </dsp:sp>
    <dsp:sp modelId="{054ADFF3-C7FE-4256-9B4D-595084EC95D7}">
      <dsp:nvSpPr>
        <dsp:cNvPr id="0" name=""/>
        <dsp:cNvSpPr/>
      </dsp:nvSpPr>
      <dsp:spPr>
        <a:xfrm>
          <a:off x="0" y="4203567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D32ED-DF1E-4A80-AD23-197F792FB477}">
      <dsp:nvSpPr>
        <dsp:cNvPr id="0" name=""/>
        <dsp:cNvSpPr/>
      </dsp:nvSpPr>
      <dsp:spPr>
        <a:xfrm>
          <a:off x="508544" y="4581824"/>
          <a:ext cx="924626" cy="924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506A9-00C5-4D05-B454-8A175FB1C7DC}">
      <dsp:nvSpPr>
        <dsp:cNvPr id="0" name=""/>
        <dsp:cNvSpPr/>
      </dsp:nvSpPr>
      <dsp:spPr>
        <a:xfrm>
          <a:off x="1941716" y="4203567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/>
            <a:t># 3: Contexto específico</a:t>
          </a:r>
          <a:endParaRPr lang="en-US" sz="2500" kern="1200" dirty="0"/>
        </a:p>
      </dsp:txBody>
      <dsp:txXfrm>
        <a:off x="1941716" y="4203567"/>
        <a:ext cx="4571887" cy="16811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E3C4F-7F88-4A17-A05F-C65E81C7DD60}">
      <dsp:nvSpPr>
        <dsp:cNvPr id="0" name=""/>
        <dsp:cNvSpPr/>
      </dsp:nvSpPr>
      <dsp:spPr>
        <a:xfrm>
          <a:off x="0" y="336968"/>
          <a:ext cx="6263640" cy="2214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395732" rIns="486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 dirty="0"/>
            <a:t>Son los datos que se encuentran en las bases de datos transaccionales y operativas del negocio. 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/>
            <a:t>Su organización principal es en filas y columnas con estructuras definidas previamente.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/>
            <a:t>Son datos que pueden ser ordenados y procesados en las herramientas de análisis de datos.</a:t>
          </a:r>
          <a:endParaRPr lang="en-US" sz="1900" kern="1200"/>
        </a:p>
      </dsp:txBody>
      <dsp:txXfrm>
        <a:off x="0" y="336968"/>
        <a:ext cx="6263640" cy="2214450"/>
      </dsp:txXfrm>
    </dsp:sp>
    <dsp:sp modelId="{C7A8AD1F-0528-4581-BCA8-AFA87CF5D2B9}">
      <dsp:nvSpPr>
        <dsp:cNvPr id="0" name=""/>
        <dsp:cNvSpPr/>
      </dsp:nvSpPr>
      <dsp:spPr>
        <a:xfrm>
          <a:off x="313182" y="56528"/>
          <a:ext cx="438454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Dato Estructurado</a:t>
          </a:r>
          <a:endParaRPr lang="en-US" sz="1900" kern="1200" dirty="0"/>
        </a:p>
      </dsp:txBody>
      <dsp:txXfrm>
        <a:off x="340562" y="83908"/>
        <a:ext cx="4329788" cy="506120"/>
      </dsp:txXfrm>
    </dsp:sp>
    <dsp:sp modelId="{F92B3DD2-8B7B-4E0C-A08A-DC5041D056FC}">
      <dsp:nvSpPr>
        <dsp:cNvPr id="0" name=""/>
        <dsp:cNvSpPr/>
      </dsp:nvSpPr>
      <dsp:spPr>
        <a:xfrm>
          <a:off x="0" y="2934458"/>
          <a:ext cx="6263640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395732" rIns="486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/>
            <a:t>Los datos no estructurados no tienen estructura interna identificable.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 dirty="0"/>
            <a:t>Son masivos y desorganizados que no tienen valor hasta que se procesan y se sacan datos estructurados de ellos a través de técnicas como: </a:t>
          </a:r>
          <a:r>
            <a:rPr lang="en-US" sz="1900" kern="1200" dirty="0"/>
            <a:t>Image Processing, NLP, Voice Recognition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/>
            <a:t>Conocida como el contenido</a:t>
          </a:r>
          <a:endParaRPr lang="en-US" sz="1900" kern="1200"/>
        </a:p>
      </dsp:txBody>
      <dsp:txXfrm>
        <a:off x="0" y="2934458"/>
        <a:ext cx="6263640" cy="2513700"/>
      </dsp:txXfrm>
    </dsp:sp>
    <dsp:sp modelId="{2C8DB236-B0CC-4D4D-9CEB-92F71492C64D}">
      <dsp:nvSpPr>
        <dsp:cNvPr id="0" name=""/>
        <dsp:cNvSpPr/>
      </dsp:nvSpPr>
      <dsp:spPr>
        <a:xfrm>
          <a:off x="313182" y="2654018"/>
          <a:ext cx="4384548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Dato No Estructurado</a:t>
          </a:r>
          <a:endParaRPr lang="en-US" sz="1900" kern="1200" dirty="0"/>
        </a:p>
      </dsp:txBody>
      <dsp:txXfrm>
        <a:off x="340562" y="2681398"/>
        <a:ext cx="4329788" cy="5061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17A51-037C-412A-ADD8-57689D964CCF}">
      <dsp:nvSpPr>
        <dsp:cNvPr id="0" name=""/>
        <dsp:cNvSpPr/>
      </dsp:nvSpPr>
      <dsp:spPr>
        <a:xfrm>
          <a:off x="837437" y="0"/>
          <a:ext cx="9490964" cy="4094480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E9C42-DB2F-4637-8852-C318AB27E018}">
      <dsp:nvSpPr>
        <dsp:cNvPr id="0" name=""/>
        <dsp:cNvSpPr/>
      </dsp:nvSpPr>
      <dsp:spPr>
        <a:xfrm>
          <a:off x="8450" y="1228344"/>
          <a:ext cx="5418540" cy="163779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600" kern="1200" dirty="0"/>
            <a:t>Análisis exploratorio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600" kern="1200" dirty="0"/>
            <a:t>EDA. Modelos Descriptivos</a:t>
          </a:r>
          <a:endParaRPr lang="en-US" sz="3600" kern="1200" dirty="0"/>
        </a:p>
      </dsp:txBody>
      <dsp:txXfrm>
        <a:off x="88400" y="1308294"/>
        <a:ext cx="5258640" cy="1477892"/>
      </dsp:txXfrm>
    </dsp:sp>
    <dsp:sp modelId="{2D10D812-3829-455F-BCFD-E3A50E32F42B}">
      <dsp:nvSpPr>
        <dsp:cNvPr id="0" name=""/>
        <dsp:cNvSpPr/>
      </dsp:nvSpPr>
      <dsp:spPr>
        <a:xfrm>
          <a:off x="5738849" y="1228344"/>
          <a:ext cx="5418540" cy="163779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600" kern="1200" dirty="0"/>
            <a:t>Construcción de modelos diagnósticos y predictivos</a:t>
          </a:r>
          <a:endParaRPr lang="en-US" sz="3600" kern="1200" dirty="0"/>
        </a:p>
      </dsp:txBody>
      <dsp:txXfrm>
        <a:off x="5818799" y="1308294"/>
        <a:ext cx="5258640" cy="147789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B902E-284A-408F-9E68-21307967D10A}">
      <dsp:nvSpPr>
        <dsp:cNvPr id="0" name=""/>
        <dsp:cNvSpPr/>
      </dsp:nvSpPr>
      <dsp:spPr>
        <a:xfrm>
          <a:off x="0" y="241119"/>
          <a:ext cx="7545355" cy="1461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603" tIns="333248" rIns="58560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Compruebe si hay NAN	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Eliminar datos faltantes	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Reemplace los datos faltantes	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Descarte una característica</a:t>
          </a:r>
          <a:endParaRPr lang="en-US" sz="1600" kern="1200"/>
        </a:p>
      </dsp:txBody>
      <dsp:txXfrm>
        <a:off x="0" y="241119"/>
        <a:ext cx="7545355" cy="1461600"/>
      </dsp:txXfrm>
    </dsp:sp>
    <dsp:sp modelId="{915ACB12-EEBF-43C6-962D-FB387B97F02B}">
      <dsp:nvSpPr>
        <dsp:cNvPr id="0" name=""/>
        <dsp:cNvSpPr/>
      </dsp:nvSpPr>
      <dsp:spPr>
        <a:xfrm>
          <a:off x="377267" y="4959"/>
          <a:ext cx="528174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38" tIns="0" rIns="19963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/>
            <a:t>Datos perdidos (Los </a:t>
          </a:r>
          <a:r>
            <a:rPr lang="es-CO" sz="1600" kern="1200" dirty="0" err="1"/>
            <a:t>NaN</a:t>
          </a:r>
          <a:r>
            <a:rPr lang="es-CO" sz="1600" kern="1200" dirty="0"/>
            <a:t> o NA)</a:t>
          </a:r>
          <a:endParaRPr lang="en-US" sz="1600" kern="1200" dirty="0"/>
        </a:p>
      </dsp:txBody>
      <dsp:txXfrm>
        <a:off x="400324" y="28016"/>
        <a:ext cx="5235634" cy="426206"/>
      </dsp:txXfrm>
    </dsp:sp>
    <dsp:sp modelId="{C7319CE9-978D-47D5-AB1A-AD92C61A52A5}">
      <dsp:nvSpPr>
        <dsp:cNvPr id="0" name=""/>
        <dsp:cNvSpPr/>
      </dsp:nvSpPr>
      <dsp:spPr>
        <a:xfrm>
          <a:off x="0" y="2025279"/>
          <a:ext cx="7545355" cy="680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603" tIns="333248" rIns="58560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Use gráficos para identificarlos: Boxplot, Histograma, etc.</a:t>
          </a:r>
          <a:endParaRPr lang="en-US" sz="1600" kern="1200"/>
        </a:p>
      </dsp:txBody>
      <dsp:txXfrm>
        <a:off x="0" y="2025279"/>
        <a:ext cx="7545355" cy="680400"/>
      </dsp:txXfrm>
    </dsp:sp>
    <dsp:sp modelId="{45C66ED1-236A-496D-8911-AB13057005E2}">
      <dsp:nvSpPr>
        <dsp:cNvPr id="0" name=""/>
        <dsp:cNvSpPr/>
      </dsp:nvSpPr>
      <dsp:spPr>
        <a:xfrm>
          <a:off x="377267" y="1789119"/>
          <a:ext cx="528174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38" tIns="0" rIns="19963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Outliers</a:t>
          </a:r>
          <a:r>
            <a:rPr lang="es-CO" sz="1600" kern="1200"/>
            <a:t> o valores atípicos</a:t>
          </a:r>
          <a:endParaRPr lang="en-US" sz="1600" kern="1200"/>
        </a:p>
      </dsp:txBody>
      <dsp:txXfrm>
        <a:off x="400324" y="1812176"/>
        <a:ext cx="5235634" cy="426206"/>
      </dsp:txXfrm>
    </dsp:sp>
    <dsp:sp modelId="{A97F82FF-385F-47D7-94C6-1FF4A8BE74AE}">
      <dsp:nvSpPr>
        <dsp:cNvPr id="0" name=""/>
        <dsp:cNvSpPr/>
      </dsp:nvSpPr>
      <dsp:spPr>
        <a:xfrm>
          <a:off x="0" y="3028239"/>
          <a:ext cx="7545355" cy="93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603" tIns="333248" rIns="58560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Elimínelos los duplicados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Malos busque reemplazarlos </a:t>
          </a:r>
          <a:endParaRPr lang="en-US" sz="1600" kern="1200"/>
        </a:p>
      </dsp:txBody>
      <dsp:txXfrm>
        <a:off x="0" y="3028239"/>
        <a:ext cx="7545355" cy="932400"/>
      </dsp:txXfrm>
    </dsp:sp>
    <dsp:sp modelId="{62C3281F-1D3D-448E-BC40-463D1E78DEF9}">
      <dsp:nvSpPr>
        <dsp:cNvPr id="0" name=""/>
        <dsp:cNvSpPr/>
      </dsp:nvSpPr>
      <dsp:spPr>
        <a:xfrm>
          <a:off x="377267" y="2792079"/>
          <a:ext cx="528174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38" tIns="0" rIns="19963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/>
            <a:t>Malos datos y duplicados</a:t>
          </a:r>
          <a:endParaRPr lang="en-US" sz="1600" kern="1200"/>
        </a:p>
      </dsp:txBody>
      <dsp:txXfrm>
        <a:off x="400324" y="2815136"/>
        <a:ext cx="5235634" cy="426206"/>
      </dsp:txXfrm>
    </dsp:sp>
    <dsp:sp modelId="{334DC496-494B-4E29-89D2-2F114DD25615}">
      <dsp:nvSpPr>
        <dsp:cNvPr id="0" name=""/>
        <dsp:cNvSpPr/>
      </dsp:nvSpPr>
      <dsp:spPr>
        <a:xfrm>
          <a:off x="0" y="4283199"/>
          <a:ext cx="7545355" cy="93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603" tIns="333248" rIns="58560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noProof="0" dirty="0"/>
            <a:t>Eliminarlas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noProof="0" dirty="0"/>
            <a:t>Obtenga nuevas a partir de las existentes. Fecha (duración)</a:t>
          </a:r>
          <a:endParaRPr lang="es-CO" sz="1600" kern="1200" noProof="0" dirty="0"/>
        </a:p>
      </dsp:txBody>
      <dsp:txXfrm>
        <a:off x="0" y="4283199"/>
        <a:ext cx="7545355" cy="932400"/>
      </dsp:txXfrm>
    </dsp:sp>
    <dsp:sp modelId="{280CBB13-FE0A-4E76-90B1-3D6502C10943}">
      <dsp:nvSpPr>
        <dsp:cNvPr id="0" name=""/>
        <dsp:cNvSpPr/>
      </dsp:nvSpPr>
      <dsp:spPr>
        <a:xfrm>
          <a:off x="377267" y="4047039"/>
          <a:ext cx="528174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38" tIns="0" rIns="19963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/>
            <a:t>Características irrelevantes y derivadas</a:t>
          </a:r>
          <a:endParaRPr lang="en-US" sz="1600" kern="1200" dirty="0"/>
        </a:p>
      </dsp:txBody>
      <dsp:txXfrm>
        <a:off x="400324" y="4070096"/>
        <a:ext cx="5235634" cy="426206"/>
      </dsp:txXfrm>
    </dsp:sp>
    <dsp:sp modelId="{4AA30457-94F8-4E05-96B6-CBC9B5C62AA0}">
      <dsp:nvSpPr>
        <dsp:cNvPr id="0" name=""/>
        <dsp:cNvSpPr/>
      </dsp:nvSpPr>
      <dsp:spPr>
        <a:xfrm>
          <a:off x="0" y="5538159"/>
          <a:ext cx="7545355" cy="680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603" tIns="333248" rIns="58560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noProof="0" dirty="0"/>
            <a:t>Para números. Escalas equivalentes</a:t>
          </a:r>
        </a:p>
      </dsp:txBody>
      <dsp:txXfrm>
        <a:off x="0" y="5538159"/>
        <a:ext cx="7545355" cy="680400"/>
      </dsp:txXfrm>
    </dsp:sp>
    <dsp:sp modelId="{52FA208A-6D5F-4451-AF94-BE02AFFE83E3}">
      <dsp:nvSpPr>
        <dsp:cNvPr id="0" name=""/>
        <dsp:cNvSpPr/>
      </dsp:nvSpPr>
      <dsp:spPr>
        <a:xfrm>
          <a:off x="377267" y="5301999"/>
          <a:ext cx="5281748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638" tIns="0" rIns="19963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/>
            <a:t>Normalización</a:t>
          </a:r>
          <a:endParaRPr lang="en-US" sz="1600" kern="1200" dirty="0"/>
        </a:p>
      </dsp:txBody>
      <dsp:txXfrm>
        <a:off x="400324" y="5325056"/>
        <a:ext cx="5235634" cy="42620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F6238-3C81-40DB-9553-8EDCD4B3DBB2}">
      <dsp:nvSpPr>
        <dsp:cNvPr id="0" name=""/>
        <dsp:cNvSpPr/>
      </dsp:nvSpPr>
      <dsp:spPr>
        <a:xfrm>
          <a:off x="0" y="64493"/>
          <a:ext cx="6263640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/>
            <a:t>Variables Numéricas</a:t>
          </a:r>
          <a:endParaRPr lang="en-US" sz="4000" kern="1200"/>
        </a:p>
      </dsp:txBody>
      <dsp:txXfrm>
        <a:off x="46834" y="111327"/>
        <a:ext cx="6169972" cy="865732"/>
      </dsp:txXfrm>
    </dsp:sp>
    <dsp:sp modelId="{D4B151D0-8A09-4800-83CC-4810E02C54AB}">
      <dsp:nvSpPr>
        <dsp:cNvPr id="0" name=""/>
        <dsp:cNvSpPr/>
      </dsp:nvSpPr>
      <dsp:spPr>
        <a:xfrm>
          <a:off x="0" y="1023893"/>
          <a:ext cx="6263640" cy="248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100" kern="1200"/>
            <a:t>De la mitad (Media o Promedio, Mediana y Moda)</a:t>
          </a:r>
          <a:endParaRPr lang="en-US" sz="31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100" kern="1200"/>
            <a:t>Rangos: Máximo y Mínimo, Inter cuartiles, percentiles</a:t>
          </a:r>
          <a:endParaRPr lang="en-US" sz="3100" kern="120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100" kern="1200"/>
            <a:t>Desviaciones Estándar</a:t>
          </a:r>
          <a:endParaRPr lang="en-US" sz="3100" kern="1200"/>
        </a:p>
      </dsp:txBody>
      <dsp:txXfrm>
        <a:off x="0" y="1023893"/>
        <a:ext cx="6263640" cy="2484000"/>
      </dsp:txXfrm>
    </dsp:sp>
    <dsp:sp modelId="{2979AC8C-115F-4A96-BBBB-5779FC5DED5E}">
      <dsp:nvSpPr>
        <dsp:cNvPr id="0" name=""/>
        <dsp:cNvSpPr/>
      </dsp:nvSpPr>
      <dsp:spPr>
        <a:xfrm>
          <a:off x="0" y="3507894"/>
          <a:ext cx="6263640" cy="95940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/>
            <a:t>Variables Categorías</a:t>
          </a:r>
          <a:endParaRPr lang="en-US" sz="4000" kern="1200"/>
        </a:p>
      </dsp:txBody>
      <dsp:txXfrm>
        <a:off x="46834" y="3554728"/>
        <a:ext cx="6169972" cy="865732"/>
      </dsp:txXfrm>
    </dsp:sp>
    <dsp:sp modelId="{537AEF73-A36D-4E1F-A9FA-F86CC91E4E45}">
      <dsp:nvSpPr>
        <dsp:cNvPr id="0" name=""/>
        <dsp:cNvSpPr/>
      </dsp:nvSpPr>
      <dsp:spPr>
        <a:xfrm>
          <a:off x="0" y="4467294"/>
          <a:ext cx="6263640" cy="97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3100" kern="1200" dirty="0"/>
            <a:t>Frecuencias Relativas (Probabilidades frecuentistas)</a:t>
          </a:r>
          <a:endParaRPr lang="en-US" sz="3100" kern="1200" dirty="0"/>
        </a:p>
      </dsp:txBody>
      <dsp:txXfrm>
        <a:off x="0" y="4467294"/>
        <a:ext cx="6263640" cy="9729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233BF-A653-49EF-AD8A-0F8FC95625A9}">
      <dsp:nvSpPr>
        <dsp:cNvPr id="0" name=""/>
        <dsp:cNvSpPr/>
      </dsp:nvSpPr>
      <dsp:spPr>
        <a:xfrm>
          <a:off x="0" y="665475"/>
          <a:ext cx="6200775" cy="33169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249" tIns="562356" rIns="481249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 dirty="0"/>
            <a:t>Correlación (-1, 0, 1)</a:t>
          </a:r>
          <a:endParaRPr lang="en-US" sz="2700" kern="1200" dirty="0"/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700" kern="1200" noProof="0" dirty="0"/>
            <a:t>Correlación no significa causalidad</a:t>
          </a:r>
        </a:p>
        <a:p>
          <a:pPr marL="685800" lvl="3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noProof="0" dirty="0"/>
            <a:t>Spurious correlation</a:t>
          </a:r>
        </a:p>
        <a:p>
          <a:pPr marL="685800" lvl="3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700" kern="1200" noProof="0" dirty="0"/>
            <a:t>Ejemplo:</a:t>
          </a:r>
        </a:p>
        <a:p>
          <a:pPr marL="914400" lvl="4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noProof="0" dirty="0"/>
            <a:t>(</a:t>
          </a:r>
          <a:r>
            <a:rPr lang="es-CO" sz="2700" kern="1200" noProof="0" dirty="0"/>
            <a:t>Precio de venta</a:t>
          </a:r>
          <a:r>
            <a:rPr lang="en-US" sz="2700" kern="1200" noProof="0" dirty="0"/>
            <a:t>, </a:t>
          </a:r>
          <a:r>
            <a:rPr lang="es-CO" sz="2700" kern="1200" noProof="0" dirty="0"/>
            <a:t>área construida</a:t>
          </a:r>
          <a:r>
            <a:rPr lang="en-US" sz="2700" kern="1200" noProof="0" dirty="0"/>
            <a:t>)</a:t>
          </a:r>
        </a:p>
      </dsp:txBody>
      <dsp:txXfrm>
        <a:off x="0" y="665475"/>
        <a:ext cx="6200775" cy="3316949"/>
      </dsp:txXfrm>
    </dsp:sp>
    <dsp:sp modelId="{0EE0EF70-2102-4632-97FF-B36288B829ED}">
      <dsp:nvSpPr>
        <dsp:cNvPr id="0" name=""/>
        <dsp:cNvSpPr/>
      </dsp:nvSpPr>
      <dsp:spPr>
        <a:xfrm>
          <a:off x="310038" y="266955"/>
          <a:ext cx="4340542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062" tIns="0" rIns="16406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Variables Numéricas</a:t>
          </a:r>
          <a:endParaRPr lang="en-US" sz="2700" kern="1200"/>
        </a:p>
      </dsp:txBody>
      <dsp:txXfrm>
        <a:off x="348946" y="305863"/>
        <a:ext cx="4262726" cy="719224"/>
      </dsp:txXfrm>
    </dsp:sp>
    <dsp:sp modelId="{890CBB62-61D2-4695-9BC2-0E98CFF4FFB5}">
      <dsp:nvSpPr>
        <dsp:cNvPr id="0" name=""/>
        <dsp:cNvSpPr/>
      </dsp:nvSpPr>
      <dsp:spPr>
        <a:xfrm>
          <a:off x="0" y="4526745"/>
          <a:ext cx="6200775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1249" tIns="562356" rIns="481249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 dirty="0"/>
            <a:t>Tabla de distribución de frecuencias. </a:t>
          </a:r>
          <a:endParaRPr lang="en-US" sz="2700" kern="1200" dirty="0"/>
        </a:p>
      </dsp:txBody>
      <dsp:txXfrm>
        <a:off x="0" y="4526745"/>
        <a:ext cx="6200775" cy="1530900"/>
      </dsp:txXfrm>
    </dsp:sp>
    <dsp:sp modelId="{0551D5C4-95C4-47E5-91B4-81D1078E2392}">
      <dsp:nvSpPr>
        <dsp:cNvPr id="0" name=""/>
        <dsp:cNvSpPr/>
      </dsp:nvSpPr>
      <dsp:spPr>
        <a:xfrm>
          <a:off x="310038" y="4128224"/>
          <a:ext cx="4340542" cy="7970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4062" tIns="0" rIns="164062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Variables Categorías</a:t>
          </a:r>
          <a:endParaRPr lang="en-US" sz="2700" kern="1200"/>
        </a:p>
      </dsp:txBody>
      <dsp:txXfrm>
        <a:off x="348946" y="4167132"/>
        <a:ext cx="4262726" cy="71922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78B59-38B1-40C4-8A30-5444DDA87493}">
      <dsp:nvSpPr>
        <dsp:cNvPr id="0" name=""/>
        <dsp:cNvSpPr/>
      </dsp:nvSpPr>
      <dsp:spPr>
        <a:xfrm>
          <a:off x="53" y="53117"/>
          <a:ext cx="5106412" cy="10615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kern="1200"/>
            <a:t>Identificar relación entre variables de un dataset</a:t>
          </a:r>
          <a:endParaRPr lang="en-US" sz="2900" kern="1200"/>
        </a:p>
      </dsp:txBody>
      <dsp:txXfrm>
        <a:off x="53" y="53117"/>
        <a:ext cx="5106412" cy="1061580"/>
      </dsp:txXfrm>
    </dsp:sp>
    <dsp:sp modelId="{DCA5CDE8-CEBF-4FDF-9E37-64EFA685640D}">
      <dsp:nvSpPr>
        <dsp:cNvPr id="0" name=""/>
        <dsp:cNvSpPr/>
      </dsp:nvSpPr>
      <dsp:spPr>
        <a:xfrm>
          <a:off x="53" y="1114697"/>
          <a:ext cx="5106412" cy="30249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900" kern="1200"/>
            <a:t>Dependientes (relación estadística)</a:t>
          </a:r>
          <a:endParaRPr lang="en-US" sz="2900" kern="1200"/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900" kern="1200"/>
            <a:t>Relación estadística no necesariamente implica causalidad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900" kern="1200"/>
            <a:t>Independientes</a:t>
          </a:r>
          <a:endParaRPr lang="en-US" sz="2900" kern="1200"/>
        </a:p>
      </dsp:txBody>
      <dsp:txXfrm>
        <a:off x="53" y="1114697"/>
        <a:ext cx="5106412" cy="3024990"/>
      </dsp:txXfrm>
    </dsp:sp>
    <dsp:sp modelId="{EA6800B5-73D9-4600-8A60-A17D83099366}">
      <dsp:nvSpPr>
        <dsp:cNvPr id="0" name=""/>
        <dsp:cNvSpPr/>
      </dsp:nvSpPr>
      <dsp:spPr>
        <a:xfrm>
          <a:off x="5821363" y="53117"/>
          <a:ext cx="5106412" cy="106158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kern="1200"/>
            <a:t>Relación entre dos grupos</a:t>
          </a:r>
          <a:endParaRPr lang="en-US" sz="2900" kern="1200"/>
        </a:p>
      </dsp:txBody>
      <dsp:txXfrm>
        <a:off x="5821363" y="53117"/>
        <a:ext cx="5106412" cy="1061580"/>
      </dsp:txXfrm>
    </dsp:sp>
    <dsp:sp modelId="{72AFC6A4-F7FA-4D21-B3AB-122685DDD917}">
      <dsp:nvSpPr>
        <dsp:cNvPr id="0" name=""/>
        <dsp:cNvSpPr/>
      </dsp:nvSpPr>
      <dsp:spPr>
        <a:xfrm>
          <a:off x="5821363" y="1114697"/>
          <a:ext cx="5106412" cy="302499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900" kern="1200"/>
            <a:t>2 muestras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900" kern="1200"/>
            <a:t>1 muestra y el universo</a:t>
          </a:r>
          <a:endParaRPr lang="en-US" sz="2900" kern="1200"/>
        </a:p>
      </dsp:txBody>
      <dsp:txXfrm>
        <a:off x="5821363" y="1114697"/>
        <a:ext cx="5106412" cy="302499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6BF040-3C91-459C-8BB6-11A6D970CE16}">
      <dsp:nvSpPr>
        <dsp:cNvPr id="0" name=""/>
        <dsp:cNvSpPr/>
      </dsp:nvSpPr>
      <dsp:spPr>
        <a:xfrm>
          <a:off x="0" y="13193"/>
          <a:ext cx="6263640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/>
            <a:t>Correlation. 2 variables numéricas</a:t>
          </a:r>
          <a:endParaRPr lang="en-US" sz="3000" kern="1200"/>
        </a:p>
      </dsp:txBody>
      <dsp:txXfrm>
        <a:off x="35125" y="48318"/>
        <a:ext cx="6193390" cy="649299"/>
      </dsp:txXfrm>
    </dsp:sp>
    <dsp:sp modelId="{A829CEF6-6066-4776-83F8-7AED798EF585}">
      <dsp:nvSpPr>
        <dsp:cNvPr id="0" name=""/>
        <dsp:cNvSpPr/>
      </dsp:nvSpPr>
      <dsp:spPr>
        <a:xfrm>
          <a:off x="0" y="732743"/>
          <a:ext cx="6263640" cy="1210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300" kern="1200"/>
            <a:t>Pearson’s r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300" kern="1200"/>
            <a:t>Spearman’s rho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300" kern="1200"/>
            <a:t>Kendall’s tau</a:t>
          </a:r>
          <a:endParaRPr lang="en-US" sz="2300" kern="1200"/>
        </a:p>
      </dsp:txBody>
      <dsp:txXfrm>
        <a:off x="0" y="732743"/>
        <a:ext cx="6263640" cy="1210950"/>
      </dsp:txXfrm>
    </dsp:sp>
    <dsp:sp modelId="{81D7BAE3-792E-4A82-9D7E-F366D1A18565}">
      <dsp:nvSpPr>
        <dsp:cNvPr id="0" name=""/>
        <dsp:cNvSpPr/>
      </dsp:nvSpPr>
      <dsp:spPr>
        <a:xfrm>
          <a:off x="0" y="1943693"/>
          <a:ext cx="6263640" cy="71954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/>
            <a:t>Chi-squared Distribution</a:t>
          </a:r>
          <a:endParaRPr lang="en-US" sz="3000" kern="1200"/>
        </a:p>
      </dsp:txBody>
      <dsp:txXfrm>
        <a:off x="35125" y="1978818"/>
        <a:ext cx="6193390" cy="649299"/>
      </dsp:txXfrm>
    </dsp:sp>
    <dsp:sp modelId="{C606B4AB-F5E0-4183-8800-E32DEF10E6E2}">
      <dsp:nvSpPr>
        <dsp:cNvPr id="0" name=""/>
        <dsp:cNvSpPr/>
      </dsp:nvSpPr>
      <dsp:spPr>
        <a:xfrm>
          <a:off x="0" y="2663243"/>
          <a:ext cx="626364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2300" kern="1200"/>
            <a:t>2 variables categóricas</a:t>
          </a:r>
          <a:endParaRPr lang="en-US" sz="2300" kern="1200"/>
        </a:p>
      </dsp:txBody>
      <dsp:txXfrm>
        <a:off x="0" y="2663243"/>
        <a:ext cx="6263640" cy="496800"/>
      </dsp:txXfrm>
    </dsp:sp>
    <dsp:sp modelId="{07BDD3A5-5677-4C5D-94B8-8D561F801199}">
      <dsp:nvSpPr>
        <dsp:cNvPr id="0" name=""/>
        <dsp:cNvSpPr/>
      </dsp:nvSpPr>
      <dsp:spPr>
        <a:xfrm>
          <a:off x="0" y="3160043"/>
          <a:ext cx="6263640" cy="71954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/>
            <a:t>Student T Distribution</a:t>
          </a:r>
          <a:endParaRPr lang="en-US" sz="3000" kern="1200"/>
        </a:p>
      </dsp:txBody>
      <dsp:txXfrm>
        <a:off x="35125" y="3195168"/>
        <a:ext cx="6193390" cy="649299"/>
      </dsp:txXfrm>
    </dsp:sp>
    <dsp:sp modelId="{0B6F42D0-E87C-4675-8280-AB45E0021E58}">
      <dsp:nvSpPr>
        <dsp:cNvPr id="0" name=""/>
        <dsp:cNvSpPr/>
      </dsp:nvSpPr>
      <dsp:spPr>
        <a:xfrm>
          <a:off x="0" y="3965993"/>
          <a:ext cx="6263640" cy="71954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/>
            <a:t>F Distribution</a:t>
          </a:r>
          <a:endParaRPr lang="en-US" sz="3000" kern="1200"/>
        </a:p>
      </dsp:txBody>
      <dsp:txXfrm>
        <a:off x="35125" y="4001118"/>
        <a:ext cx="6193390" cy="649299"/>
      </dsp:txXfrm>
    </dsp:sp>
    <dsp:sp modelId="{4859E3D7-E88A-47FD-89A9-C7DA03172933}">
      <dsp:nvSpPr>
        <dsp:cNvPr id="0" name=""/>
        <dsp:cNvSpPr/>
      </dsp:nvSpPr>
      <dsp:spPr>
        <a:xfrm>
          <a:off x="0" y="4771943"/>
          <a:ext cx="6263640" cy="71954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/>
            <a:t>ANOVA</a:t>
          </a:r>
          <a:endParaRPr lang="en-US" sz="3000" kern="1200"/>
        </a:p>
      </dsp:txBody>
      <dsp:txXfrm>
        <a:off x="35125" y="4807068"/>
        <a:ext cx="6193390" cy="649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69D07-AA7D-4CCB-8E34-D5800ABA89CC}" type="datetimeFigureOut"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EECF6-5349-4283-AF4B-9E938E9F729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9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s.wikipedia.org/wiki/Reino_Unido" TargetMode="External"/><Relationship Id="rId3" Type="http://schemas.openxmlformats.org/officeDocument/2006/relationships/hyperlink" Target="https://es.wikipedia.org/wiki/Mesol%C3%ADtico" TargetMode="External"/><Relationship Id="rId7" Type="http://schemas.openxmlformats.org/officeDocument/2006/relationships/hyperlink" Target="https://es.wikipedia.org/wiki/Escocia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s.wikipedia.org/wiki/Aberdeenshire" TargetMode="External"/><Relationship Id="rId11" Type="http://schemas.openxmlformats.org/officeDocument/2006/relationships/hyperlink" Target="https://es.wikipedia.org/wiki/Mesopotamia" TargetMode="External"/><Relationship Id="rId5" Type="http://schemas.openxmlformats.org/officeDocument/2006/relationships/hyperlink" Target="https://es.wikipedia.org/wiki/Castillo_de_Crathes" TargetMode="External"/><Relationship Id="rId10" Type="http://schemas.openxmlformats.org/officeDocument/2006/relationships/hyperlink" Target="https://es.wikipedia.org/wiki/Calendario_lunisolar" TargetMode="External"/><Relationship Id="rId4" Type="http://schemas.openxmlformats.org/officeDocument/2006/relationships/hyperlink" Target="https://es.wikipedia.org/wiki/Antes_de_nuestra_era" TargetMode="External"/><Relationship Id="rId9" Type="http://schemas.openxmlformats.org/officeDocument/2006/relationships/hyperlink" Target="https://es.wikipedia.org/wiki/Fase_lunar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 </a:t>
            </a:r>
            <a:r>
              <a:rPr lang="en-US" b="1" dirty="0" err="1"/>
              <a:t>yacimiento</a:t>
            </a:r>
            <a:r>
              <a:rPr lang="en-US" b="1" dirty="0"/>
              <a:t> </a:t>
            </a:r>
            <a:r>
              <a:rPr lang="en-US" b="1" dirty="0" err="1"/>
              <a:t>arqueológico</a:t>
            </a:r>
            <a:r>
              <a:rPr lang="en-US" b="1" dirty="0"/>
              <a:t> de Warren Field</a:t>
            </a:r>
            <a:r>
              <a:rPr lang="en-US" dirty="0"/>
              <a:t> 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a la </a:t>
            </a:r>
            <a:r>
              <a:rPr lang="en-US" dirty="0" err="1"/>
              <a:t>construcción</a:t>
            </a:r>
            <a:r>
              <a:rPr lang="en-US" dirty="0"/>
              <a:t> </a:t>
            </a:r>
            <a:r>
              <a:rPr lang="en-US" dirty="0">
                <a:hlinkClick r:id="rId3"/>
              </a:rPr>
              <a:t>mesolítica</a:t>
            </a:r>
            <a:r>
              <a:rPr lang="en-US" dirty="0"/>
              <a:t> (8000 </a:t>
            </a:r>
            <a:r>
              <a:rPr lang="en-US" dirty="0">
                <a:hlinkClick r:id="rId4"/>
              </a:rPr>
              <a:t>a. n. e.</a:t>
            </a:r>
            <a:r>
              <a:rPr lang="en-US" dirty="0"/>
              <a:t>) que se </a:t>
            </a:r>
            <a:r>
              <a:rPr lang="en-US" dirty="0" err="1"/>
              <a:t>encuentra</a:t>
            </a:r>
            <a:r>
              <a:rPr lang="en-US" dirty="0"/>
              <a:t> </a:t>
            </a:r>
            <a:r>
              <a:rPr lang="en-US" dirty="0" err="1"/>
              <a:t>cerca</a:t>
            </a:r>
            <a:r>
              <a:rPr lang="en-US" dirty="0"/>
              <a:t> del </a:t>
            </a:r>
            <a:r>
              <a:rPr lang="en-US" dirty="0">
                <a:hlinkClick r:id="rId5"/>
              </a:rPr>
              <a:t>castillo de Crathes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región</a:t>
            </a:r>
            <a:r>
              <a:rPr lang="en-US" dirty="0"/>
              <a:t> de </a:t>
            </a:r>
            <a:r>
              <a:rPr lang="en-US" dirty="0">
                <a:hlinkClick r:id="rId6"/>
              </a:rPr>
              <a:t>Aberdeenshire</a:t>
            </a:r>
            <a:r>
              <a:rPr lang="en-US" dirty="0"/>
              <a:t> 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dirty="0">
                <a:hlinkClick r:id="rId7"/>
              </a:rPr>
              <a:t>Escocia</a:t>
            </a:r>
            <a:r>
              <a:rPr lang="en-US" dirty="0"/>
              <a:t> (</a:t>
            </a:r>
            <a:r>
              <a:rPr lang="en-US" dirty="0">
                <a:hlinkClick r:id="rId8"/>
              </a:rPr>
              <a:t>Reino Unido</a:t>
            </a:r>
            <a:r>
              <a:rPr lang="en-US" dirty="0"/>
              <a:t>). </a:t>
            </a:r>
            <a:r>
              <a:rPr lang="en-US" dirty="0" err="1"/>
              <a:t>Incluye</a:t>
            </a:r>
            <a:r>
              <a:rPr lang="en-US" dirty="0"/>
              <a:t> 12 </a:t>
            </a:r>
            <a:r>
              <a:rPr lang="en-US" dirty="0" err="1"/>
              <a:t>pozos</a:t>
            </a:r>
            <a:r>
              <a:rPr lang="en-US" dirty="0"/>
              <a:t> que se </a:t>
            </a:r>
            <a:r>
              <a:rPr lang="en-US" dirty="0" err="1"/>
              <a:t>cree</a:t>
            </a:r>
            <a:r>
              <a:rPr lang="en-US" dirty="0"/>
              <a:t> que se </a:t>
            </a:r>
            <a:r>
              <a:rPr lang="en-US" dirty="0" err="1"/>
              <a:t>correlacionan</a:t>
            </a:r>
            <a:r>
              <a:rPr lang="en-US" dirty="0"/>
              <a:t> con las </a:t>
            </a:r>
            <a:r>
              <a:rPr lang="en-US" dirty="0">
                <a:hlinkClick r:id="rId9"/>
              </a:rPr>
              <a:t>fases de la Luna</a:t>
            </a:r>
            <a:r>
              <a:rPr lang="en-US" dirty="0"/>
              <a:t> y que se </a:t>
            </a:r>
            <a:r>
              <a:rPr lang="en-US" dirty="0" err="1"/>
              <a:t>utilizarían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 </a:t>
            </a:r>
            <a:r>
              <a:rPr lang="en-US" dirty="0">
                <a:hlinkClick r:id="rId10"/>
              </a:rPr>
              <a:t>calendario lunisolar</a:t>
            </a:r>
            <a:r>
              <a:rPr lang="en-US" dirty="0"/>
              <a:t>. De ser </a:t>
            </a:r>
            <a:r>
              <a:rPr lang="en-US" dirty="0" err="1"/>
              <a:t>así</a:t>
            </a:r>
            <a:r>
              <a:rPr lang="en-US" dirty="0"/>
              <a:t>, </a:t>
            </a:r>
            <a:r>
              <a:rPr lang="en-US" dirty="0" err="1"/>
              <a:t>sería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calendario</a:t>
            </a:r>
            <a:r>
              <a:rPr lang="en-US" dirty="0"/>
              <a:t> lunisolar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antiguo</a:t>
            </a:r>
            <a:r>
              <a:rPr lang="en-US" dirty="0"/>
              <a:t> </a:t>
            </a:r>
            <a:r>
              <a:rPr lang="en-US" dirty="0" err="1"/>
              <a:t>encontrado</a:t>
            </a:r>
            <a:r>
              <a:rPr lang="en-US" dirty="0"/>
              <a:t> hasta </a:t>
            </a:r>
            <a:r>
              <a:rPr lang="en-US" dirty="0" err="1"/>
              <a:t>ahora</a:t>
            </a:r>
            <a:r>
              <a:rPr lang="en-US" dirty="0"/>
              <a:t> (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contador</a:t>
            </a:r>
            <a:r>
              <a:rPr lang="en-US" dirty="0"/>
              <a:t> de </a:t>
            </a:r>
            <a:r>
              <a:rPr lang="en-US" dirty="0" err="1"/>
              <a:t>tiempo</a:t>
            </a:r>
            <a:r>
              <a:rPr lang="en-US" dirty="0"/>
              <a:t> de Aberdeenshire </a:t>
            </a:r>
            <a:r>
              <a:rPr lang="en-US" dirty="0" err="1"/>
              <a:t>sería</a:t>
            </a:r>
            <a:r>
              <a:rPr lang="en-US" dirty="0"/>
              <a:t> anterior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calendarios</a:t>
            </a:r>
            <a:r>
              <a:rPr lang="en-US" dirty="0"/>
              <a:t> </a:t>
            </a:r>
            <a:r>
              <a:rPr lang="en-US" dirty="0">
                <a:hlinkClick r:id="rId11"/>
              </a:rPr>
              <a:t>mesopotámicos</a:t>
            </a:r>
            <a:r>
              <a:rPr lang="en-US" dirty="0"/>
              <a:t> 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casi</a:t>
            </a:r>
            <a:r>
              <a:rPr lang="en-US" dirty="0"/>
              <a:t> 5000 </a:t>
            </a:r>
            <a:r>
              <a:rPr lang="en-US" dirty="0" err="1"/>
              <a:t>años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EECF6-5349-4283-AF4B-9E938E9F7291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37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A59EB-382C-40FB-A3E2-5573C2A1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CFE562-6D30-4F67-A322-6B67D1BF5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9684B5-C5E6-4CD0-A308-403492D6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C273FC-445D-4302-A286-297422248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A46776-AF09-4796-B77C-60FA51BC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625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13CD2-F668-480D-9F83-0B7E3DED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9FD02-383C-49F2-A371-2A490AA0B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386E60-B7F3-40D5-8841-3C5A3305F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6C75C0-6CB5-4D90-A6D5-03A2E696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306156-0DD2-48E8-A377-89065913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37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2B2E0-0271-447A-BD76-451D64896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4F5765-9B81-4167-A0D2-1CA9C439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32491B-DC6A-41FF-B982-160F67D8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D2EFD5-409C-4D30-A1C9-CB6754AF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EB9642-755B-4D89-BE8B-153BB1D1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90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D009F-1ED7-418D-A2B6-759665B1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C5CE10-8E3B-40DF-8B1C-2EAC4C1D6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828644-D401-407D-AAD3-2CA4FF38F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F3D64C-1A9E-43C5-A9E8-DCB33982E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17F0AB-AFE0-483C-804D-B14C28E5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F64314-C0F5-449C-9AB4-45ECE82F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345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C0AD0-71CF-4528-A88F-D93D1C46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121937-A309-4952-B97B-7AEFF89A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952F6F-9EF9-46A1-A47B-0EDE5EB28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2B8F01-E489-409A-95DC-6E14D446B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CEB39C3-20CB-4C9E-B06A-4796FDD86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8914D1-9C1E-4F3D-A302-D8E1D58B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D8129B-9377-480E-9AD4-CE91058F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D2C705-6D4C-40E7-8B80-7BDC0280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98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CD2B3-235B-4650-A786-5DE9970B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00B375C-06A6-4482-A3D0-DF23C9B4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87F4F5-34DD-414D-AF4E-7FCD3245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610008-14CC-41C3-809B-9101242C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416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4F15E8-F78D-4BCF-949A-974817E0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565B2A-7AEF-4E70-B020-689CEC05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26C7A9-59E0-404A-8507-45839264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128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C5E0E-B38B-4C82-8FE0-90BE4187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53AECD-ACCB-4675-BDE9-12D0CA02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F8C78B-247A-4CEC-BFE1-DDE5ABF1F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2083C4-540D-418A-A47D-A8136A53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905843-49B4-47C6-ACCE-2F624EAE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B8EFB8-EF46-4AF0-9560-0CEEE0D6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232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CFF7C-ECD5-446A-BD1C-5B635789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907545-D3CD-4995-9AA8-CBA97451E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22EE93-0233-43BC-804C-7167A51AA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ACC19A-AE90-41CF-BE33-A4B8242C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482761-C681-48A1-82BA-61D7218B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C6F51-9E2B-4449-A252-7A92DDB11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706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10B50-CBF9-44EC-880F-8E711784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66D2E0-C299-427A-932B-9B3816154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8B3BE5-404F-468E-A2C2-FDFA96AA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E413F6-9F20-4525-A84E-210CD1760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9EFB02-7479-4E03-BBD4-55455AB66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244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F188BC-BE81-464E-A706-AA99E4DDD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85F075-3B79-48A3-AE67-D22133555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68D769-6E89-439A-881F-99C0F585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EBE63A-3B0E-4977-9521-A656C120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D6C55-AF49-4C56-B2F8-31DA0A61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2967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CDED29-753F-4225-A821-A2A497C1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2E2FBD-CF27-43FC-98AB-05E6614F5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C5B193-49C6-41C6-8E6F-3359D248D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A3A14-DA4F-4715-946D-306C8FEDAE7D}" type="datetimeFigureOut">
              <a:rPr lang="es-CO" smtClean="0"/>
              <a:t>23/10/2024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DB28EF-DB6C-4FB8-BCAE-2BBA76D43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AFC69-2912-401F-886B-99AC8510F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1FBD6-4628-48F7-A5B9-303E3B0C5E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75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www.mckinsey.com/business-functions/mckinsey-analytics/our-insights/the-data-driven-enterprise-of-2025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dictiveanalyticsworld.com/machinelearningtimes/liftoff-the-basics-of-predictive-model-deployment/12138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8AFD25-AAAB-43E6-B65F-04E1B0E18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335" y="643467"/>
            <a:ext cx="813732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7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251AF9C-871D-4AEB-8BFB-9943AA2D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s-ES" sz="11500"/>
              <a:t>Introducción</a:t>
            </a:r>
            <a:endParaRPr lang="es-CO" sz="11500"/>
          </a:p>
        </p:txBody>
      </p:sp>
    </p:spTree>
    <p:extLst>
      <p:ext uri="{BB962C8B-B14F-4D97-AF65-F5344CB8AC3E}">
        <p14:creationId xmlns:p14="http://schemas.microsoft.com/office/powerpoint/2010/main" val="370517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08F335-1F2E-446E-B5D3-00535D2A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>
                <a:solidFill>
                  <a:schemeClr val="bg1"/>
                </a:solidFill>
              </a:rPr>
              <a:t>El dato el nuevo petróleo de la humanidad</a:t>
            </a:r>
            <a:endParaRPr lang="es-CO" sz="320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DD90D4-2D8C-4A98-989E-9E96DD85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32" y="1669776"/>
            <a:ext cx="11077392" cy="501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6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80E36FF1-F925-4897-AC37-B57639E12F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525262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C40EDF84-5483-4830-9CB2-3E647D486C3E}"/>
              </a:ext>
            </a:extLst>
          </p:cNvPr>
          <p:cNvSpPr txBox="1"/>
          <p:nvPr/>
        </p:nvSpPr>
        <p:spPr>
          <a:xfrm>
            <a:off x="580003" y="6266867"/>
            <a:ext cx="1103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hlinkClick r:id="rId7"/>
              </a:rPr>
              <a:t>https://www.mckinsey.com/business-functions/mckinsey-analytics/our-insights/the-data-driven-enterprise-of-2025</a:t>
            </a:r>
            <a:r>
              <a:rPr lang="es-C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061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5A78959-2180-4CE8-84B9-AA0AEBFEC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s-ES" sz="5400" dirty="0"/>
              <a:t>¿Qué es la Ciencia de los datos?</a:t>
            </a:r>
            <a:endParaRPr lang="es-CO" sz="5400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7FC637-FBA1-4F4F-9B3D-FBAA5898B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266700"/>
            <a:ext cx="6847269" cy="6191250"/>
          </a:xfrm>
        </p:spPr>
        <p:txBody>
          <a:bodyPr anchor="ctr">
            <a:noAutofit/>
          </a:bodyPr>
          <a:lstStyle/>
          <a:p>
            <a:r>
              <a:rPr lang="es-ES" dirty="0"/>
              <a:t>Es la aplicación de la computación, las matemáticas y principios científicos para extraer </a:t>
            </a:r>
            <a:r>
              <a:rPr lang="es-ES" b="1" dirty="0">
                <a:solidFill>
                  <a:srgbClr val="FF0000"/>
                </a:solidFill>
              </a:rPr>
              <a:t>información de valor (conocimiento) </a:t>
            </a:r>
            <a:r>
              <a:rPr lang="es-ES" dirty="0"/>
              <a:t>de los datos para una mejor toma de decisiones que impacta en aspectos como:</a:t>
            </a:r>
          </a:p>
          <a:p>
            <a:pPr lvl="1"/>
            <a:r>
              <a:rPr lang="es-ES" sz="2800" dirty="0"/>
              <a:t>Aumentar la eficiencia operativa, </a:t>
            </a:r>
          </a:p>
          <a:p>
            <a:pPr lvl="1"/>
            <a:r>
              <a:rPr lang="es-ES" sz="2800" dirty="0"/>
              <a:t>Identificar nuevos productos y servicios</a:t>
            </a:r>
          </a:p>
          <a:p>
            <a:pPr lvl="1"/>
            <a:r>
              <a:rPr lang="es-ES" sz="2800" dirty="0"/>
              <a:t>Mejorar los programas de marketing y ventas</a:t>
            </a:r>
          </a:p>
          <a:p>
            <a:pPr lvl="1"/>
            <a:r>
              <a:rPr lang="es-ES" sz="2800" dirty="0"/>
              <a:t>Etc. </a:t>
            </a:r>
            <a:endParaRPr lang="es-ES" sz="2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888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67CD543-4A7F-41FF-9CF9-B1CA58F25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Científico de datos</a:t>
            </a:r>
            <a:endParaRPr lang="es-CO" sz="320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EBD5A2-6095-4A82-8E94-EF3F73F5B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265" y="1675227"/>
            <a:ext cx="485546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84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360025-2B1D-4190-9C7B-0C3000C1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>
            <a:normAutofit/>
          </a:bodyPr>
          <a:lstStyle/>
          <a:p>
            <a:pPr algn="ctr"/>
            <a:r>
              <a:rPr lang="es-CO" sz="4800">
                <a:solidFill>
                  <a:srgbClr val="FFFFFF"/>
                </a:solidFill>
              </a:rPr>
              <a:t>Cross Industry Standard Process for Data Mining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BB56FB-751B-4C06-9BD7-2B5316E08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548" y="492573"/>
            <a:ext cx="5866092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2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8C029E-A5A2-4A07-801F-691BFF72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Propuesta metodológica</a:t>
            </a:r>
            <a:endParaRPr lang="es-CO" sz="320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98CE85-CA98-4CFA-A469-AA3ADE02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74" y="1693634"/>
            <a:ext cx="9874964" cy="468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7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251AF9C-871D-4AEB-8BFB-9943AA2D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8900" dirty="0"/>
              <a:t>Entender el negocio. </a:t>
            </a:r>
            <a:br>
              <a:rPr lang="es-ES" sz="11500" dirty="0"/>
            </a:br>
            <a:r>
              <a:rPr lang="es-ES" sz="4900" dirty="0"/>
              <a:t>Identificar la necesidad: la actividad, la decisión y las preguntas iniciales</a:t>
            </a:r>
          </a:p>
        </p:txBody>
      </p:sp>
    </p:spTree>
    <p:extLst>
      <p:ext uri="{BB962C8B-B14F-4D97-AF65-F5344CB8AC3E}">
        <p14:creationId xmlns:p14="http://schemas.microsoft.com/office/powerpoint/2010/main" val="233228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801FE9F2-A65E-4B06-B4F9-DF65E9752F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241762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662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7EB03E-3BD5-4E33-9417-5D1AE2D54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¿Qué es una decisión?</a:t>
            </a:r>
            <a:endParaRPr lang="es-CO" sz="4000">
              <a:solidFill>
                <a:srgbClr val="FFFFFF"/>
              </a:solidFill>
            </a:endParaRP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E70A7643-63FF-4B91-9394-6F351E0D5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7498356"/>
              </p:ext>
            </p:extLst>
          </p:nvPr>
        </p:nvGraphicFramePr>
        <p:xfrm>
          <a:off x="409575" y="1724025"/>
          <a:ext cx="11296649" cy="4943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606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5BE5460-C714-4B93-9FB3-D45AF1B420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316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97EF619-2101-4B39-8BB1-B45EE01B7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4000" dirty="0"/>
              <a:t>Las decisiones y los datos</a:t>
            </a:r>
            <a:endParaRPr lang="es-CO" sz="4000" dirty="0">
              <a:ea typeface="Calibri Light"/>
              <a:cs typeface="Calibri Light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D199B38-1D77-4945-ACD7-E8D73D236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1610" y="2434201"/>
            <a:ext cx="4584190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CO" sz="2400" dirty="0"/>
              <a:t>Para la gestión eficiente de la organización, es imprescindible hablar de la toma de decisiones.  </a:t>
            </a:r>
          </a:p>
          <a:p>
            <a:pPr lvl="1"/>
            <a:r>
              <a:rPr lang="es-CO" dirty="0"/>
              <a:t>Es la base del éxito</a:t>
            </a:r>
          </a:p>
          <a:p>
            <a:r>
              <a:rPr lang="es-CO" sz="2400" dirty="0"/>
              <a:t>Las decisiones informadas en cualquier empresa son las que permite un mejor curso de acción para la organización.</a:t>
            </a:r>
          </a:p>
        </p:txBody>
      </p:sp>
    </p:spTree>
    <p:extLst>
      <p:ext uri="{BB962C8B-B14F-4D97-AF65-F5344CB8AC3E}">
        <p14:creationId xmlns:p14="http://schemas.microsoft.com/office/powerpoint/2010/main" val="2418899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963478F-4E79-49E2-A1F0-5BD1A126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Uso de los datos para la toma de decisiones</a:t>
            </a:r>
            <a:endParaRPr lang="es-CO" sz="3200" dirty="0">
              <a:solidFill>
                <a:schemeClr val="bg1"/>
              </a:solidFill>
            </a:endParaRP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A578EA0F-7352-45DC-B730-9D3AA3B72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516" y="1675227"/>
            <a:ext cx="10546964" cy="487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1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8C4C707-5E48-44D5-A81F-EFF36DC60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s-CO" sz="5400"/>
              <a:t>La racionalidad de las decisiones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674327-48FB-4B7D-98FC-9CCD40B75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819150"/>
            <a:ext cx="6836982" cy="5161026"/>
          </a:xfrm>
        </p:spPr>
        <p:txBody>
          <a:bodyPr anchor="ctr">
            <a:normAutofit/>
          </a:bodyPr>
          <a:lstStyle/>
          <a:p>
            <a:r>
              <a:rPr lang="es-CO" sz="2400" dirty="0"/>
              <a:t>Durante mucho tiempo, los investigadores y los economistas creyeron que los humanos tomaban decisiones lógicas y bien consideradas. </a:t>
            </a:r>
          </a:p>
          <a:p>
            <a:r>
              <a:rPr lang="es-CO" sz="2400" dirty="0"/>
              <a:t>Existe gama de errores mentales (sesgos mentales) que afectan nuestro pensamiento. </a:t>
            </a:r>
          </a:p>
          <a:p>
            <a:pPr lvl="1"/>
            <a:r>
              <a:rPr lang="es-CO" dirty="0"/>
              <a:t>Sesgo de la Confirmación</a:t>
            </a:r>
          </a:p>
          <a:p>
            <a:pPr lvl="1"/>
            <a:r>
              <a:rPr lang="es-CO" dirty="0"/>
              <a:t>La disponibilidad heurística. Ejemplos inmediatos que consideramos verdad. En el mundo de incertidumbre debemos aprender a tener un pensamiento probabilístico </a:t>
            </a:r>
          </a:p>
          <a:p>
            <a:pPr lvl="1"/>
            <a:r>
              <a:rPr lang="es-CO" dirty="0"/>
              <a:t>Punto de anclaje (utilizar la primera información que tenemos)</a:t>
            </a:r>
          </a:p>
        </p:txBody>
      </p:sp>
    </p:spTree>
    <p:extLst>
      <p:ext uri="{BB962C8B-B14F-4D97-AF65-F5344CB8AC3E}">
        <p14:creationId xmlns:p14="http://schemas.microsoft.com/office/powerpoint/2010/main" val="3010230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EE7E2C-981B-474F-B5B6-25F4F80E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¿Cuántas decisiones operativas se toman a diario en su entidad?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3CCC10E6-E233-4A05-9C45-4C07B5E4C1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14204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1309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BE8E47-4CFB-4031-A9DF-C8F2F10B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Tipos de Análisis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C8B8B3-EA55-4736-92DE-69E3A9712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48" y="1455983"/>
            <a:ext cx="8683703" cy="516680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BF8601F-1DB9-4B79-AA73-19F8801C4F89}"/>
              </a:ext>
            </a:extLst>
          </p:cNvPr>
          <p:cNvSpPr txBox="1"/>
          <p:nvPr/>
        </p:nvSpPr>
        <p:spPr>
          <a:xfrm>
            <a:off x="213437" y="6536579"/>
            <a:ext cx="9300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>
                <a:hlinkClick r:id="rId3"/>
              </a:rPr>
              <a:t>https://www.predictiveanalyticsworld.com/machinelearningtimes/liftoff-the-basics-of-predictive-model-deployment/12138/</a:t>
            </a:r>
            <a:r>
              <a:rPr lang="es-CO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8087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F67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F98166-38CB-46FE-ABBE-E6DBB9FF0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05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F74F901-EE6E-42DE-96D0-CDBC82A09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s-CO" sz="7200"/>
              <a:t>Algunos ejemplos de Análisis de Datos con su pregunta respectiva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0BAA239-94ED-415E-9092-47C820F0B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s-CO" dirty="0"/>
              <a:t>Si no sabe por dónde empezar, alguno de los siguientes ejemplos lo puede orientar</a:t>
            </a:r>
          </a:p>
        </p:txBody>
      </p:sp>
    </p:spTree>
    <p:extLst>
      <p:ext uri="{BB962C8B-B14F-4D97-AF65-F5344CB8AC3E}">
        <p14:creationId xmlns:p14="http://schemas.microsoft.com/office/powerpoint/2010/main" val="699275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396B13-A10E-4A7C-A096-8CAE0B98B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2B7117A-6A3D-4C1E-8D25-852D81E78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4" y="625059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73A42B-F3E6-495C-913F-9846821C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83528"/>
            <a:ext cx="3371456" cy="31675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500"/>
              <a:t>Decisiones de las entidades con análisis de datos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C575C619-69E5-4FD6-8E42-03D77DB72BB5}"/>
              </a:ext>
            </a:extLst>
          </p:cNvPr>
          <p:cNvGraphicFramePr/>
          <p:nvPr/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45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396B13-A10E-4A7C-A096-8CAE0B98B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2B7117A-6A3D-4C1E-8D25-852D81E78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4" y="625059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73A42B-F3E6-495C-913F-9846821C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83528"/>
            <a:ext cx="3371456" cy="31675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500"/>
              <a:t>Decisiones de las entidades con análisis de datos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C575C619-69E5-4FD6-8E42-03D77DB72BB5}"/>
              </a:ext>
            </a:extLst>
          </p:cNvPr>
          <p:cNvGraphicFramePr/>
          <p:nvPr/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6347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396B13-A10E-4A7C-A096-8CAE0B98B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2B7117A-6A3D-4C1E-8D25-852D81E78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4" y="625059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73A42B-F3E6-495C-913F-9846821C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83528"/>
            <a:ext cx="3371456" cy="31675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500"/>
              <a:t>Decisiones de las entidades con análisis de datos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C575C619-69E5-4FD6-8E42-03D77DB72BB5}"/>
              </a:ext>
            </a:extLst>
          </p:cNvPr>
          <p:cNvGraphicFramePr/>
          <p:nvPr/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0912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F74F901-EE6E-42DE-96D0-CDBC82A09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625" y="555537"/>
            <a:ext cx="10687050" cy="3302088"/>
          </a:xfrm>
        </p:spPr>
        <p:txBody>
          <a:bodyPr>
            <a:normAutofit/>
          </a:bodyPr>
          <a:lstStyle/>
          <a:p>
            <a:r>
              <a:rPr lang="es-CO" sz="5800" dirty="0"/>
              <a:t>Ahora vamos a </a:t>
            </a:r>
            <a:r>
              <a:rPr lang="es-ES" sz="5800" dirty="0"/>
              <a:t>aplicar la metodología de CRISP-DM en nuestro proyecto</a:t>
            </a:r>
            <a:endParaRPr lang="es-CO" sz="2800" b="1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0BAA239-94ED-415E-9092-47C820F0B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s-CO" sz="3600" b="1" dirty="0">
                <a:solidFill>
                  <a:schemeClr val="accent1"/>
                </a:solidFill>
              </a:rPr>
              <a:t>Sea muy creativo</a:t>
            </a:r>
          </a:p>
        </p:txBody>
      </p:sp>
    </p:spTree>
    <p:extLst>
      <p:ext uri="{BB962C8B-B14F-4D97-AF65-F5344CB8AC3E}">
        <p14:creationId xmlns:p14="http://schemas.microsoft.com/office/powerpoint/2010/main" val="3868676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A584C1-FA66-4F3C-9426-2821869F8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Data Thinking = Design Thinking + Data Science</a:t>
            </a:r>
            <a:endParaRPr lang="es-CO" sz="32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D7E465-7A42-4435-B660-4618BF33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698" y="1675227"/>
            <a:ext cx="9948976" cy="47922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5910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ídeo 3">
            <a:extLst>
              <a:ext uri="{FF2B5EF4-FFF2-40B4-BE49-F238E27FC236}">
                <a16:creationId xmlns:a16="http://schemas.microsoft.com/office/drawing/2014/main" id="{46414F72-43E4-43DC-AAB7-013DBA4DC1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1BDF2AE-F878-48BD-B0A1-592A8C898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5200">
                <a:solidFill>
                  <a:srgbClr val="FFFFFF"/>
                </a:solidFill>
              </a:rPr>
              <a:t>Pensamiento de Diseño</a:t>
            </a:r>
            <a:endParaRPr lang="es-CO" sz="5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2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0501" y="629266"/>
            <a:ext cx="4238624" cy="1622321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¿Qué es </a:t>
            </a:r>
            <a:r>
              <a:rPr lang="es-CO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</a:t>
            </a:r>
            <a:r>
              <a:rPr lang="es-CO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O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Thinking</a:t>
            </a:r>
            <a:r>
              <a:rPr lang="es-CO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BE6444-9926-44DF-B1EE-02E03ED07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2438400"/>
            <a:ext cx="4238625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CO" sz="2400" dirty="0"/>
              <a:t>Conjunto de actividades cognitivas, que se deben desarrollar con un equipo multidisciplinario, con el fin de producir productos innovadores orientados al usuario.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48FBF5B-5774-493A-B90C-84C66E54B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2208462"/>
            <a:ext cx="6019331" cy="243783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94460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6F65899-58FA-4AA2-AF02-09DEDE9D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548640"/>
            <a:ext cx="4334637" cy="5431536"/>
          </a:xfrm>
        </p:spPr>
        <p:txBody>
          <a:bodyPr>
            <a:normAutofit/>
          </a:bodyPr>
          <a:lstStyle/>
          <a:p>
            <a:r>
              <a:rPr lang="es-ES" sz="4200" b="1" dirty="0"/>
              <a:t>Jobs </a:t>
            </a:r>
            <a:r>
              <a:rPr lang="es-ES" sz="4200" b="1" dirty="0" err="1"/>
              <a:t>To</a:t>
            </a:r>
            <a:r>
              <a:rPr lang="es-ES" sz="4200" b="1" dirty="0"/>
              <a:t> Be Done (JTBD). Tareas a realizar.</a:t>
            </a:r>
            <a:br>
              <a:rPr lang="es-ES" sz="4200" b="1" dirty="0"/>
            </a:br>
            <a:r>
              <a:rPr lang="es-ES" sz="3200" dirty="0"/>
              <a:t>Herramienta que se usa en el pensamiento de diseño</a:t>
            </a:r>
            <a:endParaRPr lang="es-CO" sz="32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FACA719-C9F7-4A77-BC05-5056AD998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s-ES" dirty="0"/>
              <a:t>La idea central de los JTBD es identificar los trabajos o las tareas que las personas realizan en su contexto. </a:t>
            </a:r>
          </a:p>
          <a:p>
            <a:r>
              <a:rPr lang="es-ES" dirty="0"/>
              <a:t>Y dentro de estas actividades que decisiones toman.</a:t>
            </a:r>
          </a:p>
          <a:p>
            <a:r>
              <a:rPr lang="es-ES" dirty="0"/>
              <a:t>Y apoyar la toma de decisiones con el análisis de datos.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01957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408066-8511-4CB9-8438-19A15916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63" y="548640"/>
            <a:ext cx="4090445" cy="5431536"/>
          </a:xfrm>
        </p:spPr>
        <p:txBody>
          <a:bodyPr>
            <a:normAutofit/>
          </a:bodyPr>
          <a:lstStyle/>
          <a:p>
            <a:r>
              <a:rPr lang="es-ES" sz="5400" dirty="0"/>
              <a:t>¿Cómo aplicar el JTBD en el </a:t>
            </a:r>
            <a:r>
              <a:rPr lang="en-US" sz="5400" dirty="0"/>
              <a:t>Design Thinking?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3DDE30-DEBF-44E5-9DC0-781BB67B5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s-ES" dirty="0"/>
              <a:t>Se aplica en las etapas Empatizar y Definir</a:t>
            </a:r>
          </a:p>
          <a:p>
            <a:r>
              <a:rPr lang="es-ES" dirty="0"/>
              <a:t>Empatizar</a:t>
            </a:r>
          </a:p>
          <a:p>
            <a:pPr lvl="1"/>
            <a:r>
              <a:rPr lang="es-ES" sz="2800" dirty="0"/>
              <a:t>Observación</a:t>
            </a:r>
          </a:p>
          <a:p>
            <a:pPr lvl="1"/>
            <a:r>
              <a:rPr lang="es-ES" sz="2800" dirty="0"/>
              <a:t>Entrevistas con los actores y participantes</a:t>
            </a:r>
          </a:p>
          <a:p>
            <a:pPr lvl="1"/>
            <a:r>
              <a:rPr lang="es-ES" sz="2800" dirty="0"/>
              <a:t>Expertos del tema</a:t>
            </a:r>
          </a:p>
          <a:p>
            <a:r>
              <a:rPr lang="es-ES" dirty="0"/>
              <a:t>Definir</a:t>
            </a:r>
          </a:p>
          <a:p>
            <a:pPr lvl="1"/>
            <a:r>
              <a:rPr lang="es-ES" sz="2800" dirty="0"/>
              <a:t>Co - creación con todos los participantes de empatizar </a:t>
            </a:r>
          </a:p>
          <a:p>
            <a:r>
              <a:rPr lang="es-ES" dirty="0"/>
              <a:t>Idear</a:t>
            </a:r>
          </a:p>
          <a:p>
            <a:pPr lvl="1"/>
            <a:r>
              <a:rPr lang="es-ES" sz="2800" dirty="0"/>
              <a:t>Preguntas modelos de análisis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787217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82C4B-1F74-422A-9230-D6C23D78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1651"/>
          </a:xfrm>
        </p:spPr>
        <p:txBody>
          <a:bodyPr/>
          <a:lstStyle/>
          <a:p>
            <a:r>
              <a:rPr lang="es-ES" dirty="0"/>
              <a:t>Plantilla </a:t>
            </a:r>
            <a:r>
              <a:rPr lang="en-US" dirty="0"/>
              <a:t>Design Thinking </a:t>
            </a:r>
            <a:r>
              <a:rPr lang="es-ES" dirty="0"/>
              <a:t>para nuestro taller</a:t>
            </a:r>
            <a:endParaRPr lang="es-CO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2706" y="1514849"/>
          <a:ext cx="10878670" cy="484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5734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r>
                        <a:rPr lang="es-ES" dirty="0"/>
                        <a:t>Contexto del Análisis: 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3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4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795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3B24934-4FF2-4FFB-8FEE-0F59A0DA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CO" sz="5400" dirty="0"/>
              <a:t>Taller 1:</a:t>
            </a:r>
            <a:br>
              <a:rPr lang="es-CO" sz="5400" dirty="0"/>
            </a:br>
            <a:r>
              <a:rPr lang="es-CO" sz="5400" dirty="0"/>
              <a:t>Empatizar: contexto</a:t>
            </a:r>
            <a:r>
              <a:rPr lang="en-US" sz="5400" dirty="0"/>
              <a:t> </a:t>
            </a:r>
          </a:p>
        </p:txBody>
      </p:sp>
      <p:pic>
        <p:nvPicPr>
          <p:cNvPr id="7" name="Picture 6" descr="Herramientas de trabajo en un banco">
            <a:extLst>
              <a:ext uri="{FF2B5EF4-FFF2-40B4-BE49-F238E27FC236}">
                <a16:creationId xmlns:a16="http://schemas.microsoft.com/office/drawing/2014/main" id="{82497551-337D-42AB-BB6E-818002AC92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83" r="19185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34D296A-445D-44B7-8EB9-4030FEBE5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1" y="2584206"/>
            <a:ext cx="6421487" cy="4115174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s-CO" sz="2000" dirty="0"/>
              <a:t>Observe su área o proceso y realice lo siguiente:</a:t>
            </a:r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ES" sz="2000" dirty="0"/>
              <a:t>Seleccionen un contexto inicial de análisis que usted conozca y donde cree que el análisis de datos puede generar un impacto en una preocupación que exista.</a:t>
            </a:r>
          </a:p>
          <a:p>
            <a:pPr marL="971550" lvl="1" indent="-228600" algn="l">
              <a:buFont typeface="Arial" panose="020B0604020202020204" pitchFamily="34" charset="0"/>
              <a:buChar char="•"/>
            </a:pPr>
            <a:r>
              <a:rPr lang="es-CO" b="1" dirty="0"/>
              <a:t>Preocupación</a:t>
            </a:r>
            <a:r>
              <a:rPr lang="es-CO" dirty="0"/>
              <a:t> puede ser: un problema, una necesidad, o una oportunidad</a:t>
            </a:r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CO" sz="2000" dirty="0"/>
              <a:t>Identifique algunas tareas que se realizan en ese contexto inicial</a:t>
            </a:r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CO" sz="2000" dirty="0"/>
              <a:t>Identifique los diferentes actores que participan en cada tarea</a:t>
            </a:r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CO" sz="2000" b="1" dirty="0"/>
              <a:t>Nota:</a:t>
            </a:r>
            <a:r>
              <a:rPr lang="es-CO" sz="2000" dirty="0"/>
              <a:t> utilice la plantilla suministrada (apóyese con los ejemplos)</a:t>
            </a:r>
          </a:p>
        </p:txBody>
      </p:sp>
    </p:spTree>
    <p:extLst>
      <p:ext uri="{BB962C8B-B14F-4D97-AF65-F5344CB8AC3E}">
        <p14:creationId xmlns:p14="http://schemas.microsoft.com/office/powerpoint/2010/main" val="3103293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727188"/>
              </p:ext>
            </p:extLst>
          </p:nvPr>
        </p:nvGraphicFramePr>
        <p:xfrm>
          <a:off x="434788" y="822212"/>
          <a:ext cx="11465860" cy="539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528943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293172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632037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1954307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797673">
                <a:tc gridSpan="5">
                  <a:txBody>
                    <a:bodyPr/>
                    <a:lstStyle/>
                    <a:p>
                      <a:r>
                        <a:rPr lang="es-ES" b="1" dirty="0"/>
                        <a:t>Contexto del Análisis: </a:t>
                      </a:r>
                      <a:r>
                        <a:rPr lang="es-ES" b="0" dirty="0"/>
                        <a:t>Una entidad publica recibe PQRS a través de redes sociales las cuales son analizadas y respondidas de forma muy manual generando demoras y respuestas erradas. El objetivo es a través del análisis de datos mejorar el proceso.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Realizar solicitud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Redireccionar solicitud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Contestar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Recibir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Redactar la solicitud y enviar por redes sociales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Leer la solicitud redireccionar al área o 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servidor contesta la solicitud como se le ocurra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ciudadano recibe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publico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que responde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262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796193"/>
              </p:ext>
            </p:extLst>
          </p:nvPr>
        </p:nvGraphicFramePr>
        <p:xfrm>
          <a:off x="555812" y="1165412"/>
          <a:ext cx="10878670" cy="5120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5734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510802">
                <a:tc gridSpan="5">
                  <a:txBody>
                    <a:bodyPr/>
                    <a:lstStyle/>
                    <a:p>
                      <a:r>
                        <a:rPr lang="es-ES" dirty="0"/>
                        <a:t>Contexto del Análisis: la contraloría de Bogotá quiere mejorar su proceso de fiscalización a las entidades con el fin de reducir el fraude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3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4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Buscar entidades a fiscalizar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Solicitar mas información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Sancionar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91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4">
            <a:extLst>
              <a:ext uri="{FF2B5EF4-FFF2-40B4-BE49-F238E27FC236}">
                <a16:creationId xmlns:a16="http://schemas.microsoft.com/office/drawing/2014/main" id="{910AD9B7-1498-42FA-8C14-8E23D49F10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654753"/>
              </p:ext>
            </p:extLst>
          </p:nvPr>
        </p:nvGraphicFramePr>
        <p:xfrm>
          <a:off x="656665" y="731520"/>
          <a:ext cx="10878670" cy="539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5734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r>
                        <a:rPr lang="es-ES" dirty="0"/>
                        <a:t>Contexto del Análisis: </a:t>
                      </a:r>
                      <a:r>
                        <a:rPr lang="es-ES" b="0" dirty="0"/>
                        <a:t>una empresa desea mejorar la satisfacción del clienta y aumentar las ventas de sus productos y servicios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Enviar publicidad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Seleccionar el producto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Pagar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Dar la retroalimentación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Mercadeo y Ventas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Cliente, Mercadeo y Ventas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Cliente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Cliente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734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3B24934-4FF2-4FFB-8FEE-0F59A0DA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204900"/>
            <a:ext cx="6251110" cy="20818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CO" sz="5400" dirty="0"/>
              <a:t>Taller 2:</a:t>
            </a:r>
            <a:br>
              <a:rPr lang="es-CO" sz="5400" dirty="0"/>
            </a:br>
            <a:r>
              <a:rPr lang="es-CO" sz="5400" dirty="0"/>
              <a:t>Empatizar: decisiones</a:t>
            </a:r>
            <a:endParaRPr lang="en-US" sz="5400" dirty="0"/>
          </a:p>
        </p:txBody>
      </p:sp>
      <p:pic>
        <p:nvPicPr>
          <p:cNvPr id="7" name="Picture 6" descr="Herramientas de trabajo en un banco">
            <a:extLst>
              <a:ext uri="{FF2B5EF4-FFF2-40B4-BE49-F238E27FC236}">
                <a16:creationId xmlns:a16="http://schemas.microsoft.com/office/drawing/2014/main" id="{82497551-337D-42AB-BB6E-818002AC92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83" r="19185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34D296A-445D-44B7-8EB9-4030FEBE5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1" y="2706624"/>
            <a:ext cx="6421487" cy="373149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s-CO" dirty="0"/>
              <a:t>Para cada una de las actividades antes identificadas haga lo siguiente:</a:t>
            </a:r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ES" dirty="0"/>
              <a:t>Identifique las decisiones que deben tomar los diferentes actores.</a:t>
            </a:r>
          </a:p>
          <a:p>
            <a:pPr marL="971550" lvl="1" indent="-228600" algn="l">
              <a:buFont typeface="Arial" panose="020B0604020202020204" pitchFamily="34" charset="0"/>
              <a:buChar char="•"/>
            </a:pPr>
            <a:r>
              <a:rPr lang="es-ES" sz="2400" dirty="0"/>
              <a:t>Una decisión es necesario cuando hay varias alternativas en alguna parte de la actividad</a:t>
            </a:r>
            <a:endParaRPr lang="es-CO" sz="2400" dirty="0"/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CO" dirty="0"/>
              <a:t>Nota: utilice la plantilla suministrada (apóyese con los ejemplos)</a:t>
            </a:r>
          </a:p>
        </p:txBody>
      </p:sp>
    </p:spTree>
    <p:extLst>
      <p:ext uri="{BB962C8B-B14F-4D97-AF65-F5344CB8AC3E}">
        <p14:creationId xmlns:p14="http://schemas.microsoft.com/office/powerpoint/2010/main" val="4184475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568863"/>
              </p:ext>
            </p:extLst>
          </p:nvPr>
        </p:nvGraphicFramePr>
        <p:xfrm>
          <a:off x="434788" y="822212"/>
          <a:ext cx="11465860" cy="539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528943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293172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632037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1954307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797673">
                <a:tc gridSpan="5">
                  <a:txBody>
                    <a:bodyPr/>
                    <a:lstStyle/>
                    <a:p>
                      <a:r>
                        <a:rPr lang="es-ES" b="1" dirty="0"/>
                        <a:t>Contexto del Análisis: </a:t>
                      </a:r>
                      <a:r>
                        <a:rPr lang="es-ES" b="0" dirty="0"/>
                        <a:t>Una entidad publica recibe PQRS a través de redes sociales las cuales son analizadas y respondidas de forma muy manual generando demoras y respuestas erradas. El objetivo es a través del análisis de datos mejorar el proceso.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Realizar solicitud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Redireccionar solicitud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Contestar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Recibir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Redactar la solicitud y enviar por redes sociales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Leer la solicitud redireccionar al área o 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servidor contesta la solicitud como se le ocurra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ciudadano recibe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publico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que responde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Como debo redactar el mensaje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 quien debo redireccionar la PQRS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Que debo contestar en el mensaje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Aceptar o rechazar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144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715214"/>
              </p:ext>
            </p:extLst>
          </p:nvPr>
        </p:nvGraphicFramePr>
        <p:xfrm>
          <a:off x="555812" y="1165412"/>
          <a:ext cx="10878670" cy="5120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5734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510802">
                <a:tc gridSpan="5">
                  <a:txBody>
                    <a:bodyPr/>
                    <a:lstStyle/>
                    <a:p>
                      <a:r>
                        <a:rPr lang="es-ES" dirty="0"/>
                        <a:t>Contexto del Análisis: la contraloría de Bogotá quiere mejorar su proceso de fiscalización a las entidades con el fin de reducir el fraude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3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4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Buscar entidades a fiscalizar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Solicitar mas información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Sancionar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Que entidad debo fiscalizar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Debo solicitar mas información o buscar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Debo sancionar la entidad X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919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4">
            <a:extLst>
              <a:ext uri="{FF2B5EF4-FFF2-40B4-BE49-F238E27FC236}">
                <a16:creationId xmlns:a16="http://schemas.microsoft.com/office/drawing/2014/main" id="{910AD9B7-1498-42FA-8C14-8E23D49F10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4394425"/>
              </p:ext>
            </p:extLst>
          </p:nvPr>
        </p:nvGraphicFramePr>
        <p:xfrm>
          <a:off x="656665" y="731520"/>
          <a:ext cx="10878670" cy="539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5734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r>
                        <a:rPr lang="es-ES" dirty="0"/>
                        <a:t>Contexto del Análisis: </a:t>
                      </a:r>
                      <a:r>
                        <a:rPr lang="es-ES" b="0" dirty="0"/>
                        <a:t>una empresa desea mejorar la satisfacción del clienta y aumentar las ventas de sus productos y servicios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Enviar publicidad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Seleccionar el producto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Pagar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Dar la retroalimentación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Mercadeo y Ventas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Cliente, Mercadeo y Ventas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Cliente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Cliente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Que mensaje y a quien se lo envió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Que producto escoger (cliente)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Como </a:t>
                      </a:r>
                      <a:r>
                        <a:rPr lang="es-ES"/>
                        <a:t>debo pagar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 gusto 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653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704DCD-1346-4B6C-B15C-CB97A2210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ES" sz="5400"/>
              <a:t>¿Qué es el Análisis de Datos o Ciencia de Datos?</a:t>
            </a:r>
            <a:endParaRPr lang="es-CO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EE6C641-6B5A-47FC-B380-037CFE567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8342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73232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F67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F98166-38CB-46FE-ABBE-E6DBB9FF0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63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BE8E47-4CFB-4031-A9DF-C8F2F10B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Tipos de Análisis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C8B8B3-EA55-4736-92DE-69E3A9712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48" y="1579977"/>
            <a:ext cx="8683703" cy="516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7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8863-C031-46CE-9336-2490A140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CO" sz="4100"/>
              <a:t>Características de una buena pregunta</a:t>
            </a:r>
            <a:endParaRPr lang="es-CO" sz="41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8424DC-4F7B-4D94-8CB8-6173E2BA9B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41456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9731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3070" y="257436"/>
          <a:ext cx="11465860" cy="539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528943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293172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632037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1954307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797673">
                <a:tc gridSpan="5">
                  <a:txBody>
                    <a:bodyPr/>
                    <a:lstStyle/>
                    <a:p>
                      <a:r>
                        <a:rPr lang="es-ES" b="1" dirty="0"/>
                        <a:t>Contexto del Análisis: </a:t>
                      </a:r>
                      <a:r>
                        <a:rPr lang="es-ES" b="0" dirty="0"/>
                        <a:t>Una entidad publica recibe PQRS a través de redes sociales las cuales son analizadas y respondidas de forma muy manual generando demoras y respuestas erradas. El objetivo es a través del análisis de datos mejorar el proceso.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Realizar solicitud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Redireccionar solicitud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Contestar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Recibir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Redactar la solicitud y enviar por redes sociales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Leer la solicitud redireccionar al área o funcionario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servidor contesta la solicitud como se le ocurra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ciudadano recibe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publico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que responde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Como debo redactar el mensaje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 quien debo redireccionar la PQRS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Que debo contestar en el mensaje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Aceptar o rechazar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09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72E8F-B155-4479-B3A1-7EF3C5C1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 dirty="0"/>
              <a:t>Preguntas Descriptivas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67FD1-03E6-462B-8CAF-2A3D787D5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" y="1677373"/>
            <a:ext cx="11351133" cy="4776978"/>
          </a:xfrm>
        </p:spPr>
        <p:txBody>
          <a:bodyPr>
            <a:noAutofit/>
          </a:bodyPr>
          <a:lstStyle/>
          <a:p>
            <a:pPr lvl="0"/>
            <a:r>
              <a:rPr lang="es-CO" sz="2000" dirty="0"/>
              <a:t>Se lleva a cabo para responder sobre los eventos que ya han ocurrido.</a:t>
            </a:r>
            <a:endParaRPr lang="en-US" sz="2000" dirty="0"/>
          </a:p>
          <a:p>
            <a:pPr lvl="0"/>
            <a:r>
              <a:rPr lang="es-CO" sz="2000" dirty="0"/>
              <a:t>Una pregunta descriptiva es la que pretende resumir una o varias variables (característica o columnas) de un conjunto de datos o de un objetivo de análisis.</a:t>
            </a:r>
            <a:endParaRPr lang="en-US" sz="2000" dirty="0"/>
          </a:p>
          <a:p>
            <a:pPr lvl="0"/>
            <a:r>
              <a:rPr lang="es-CO" sz="2000" dirty="0"/>
              <a:t>Para responderlas normalmente se usa estadística descriptiva con medidas: </a:t>
            </a:r>
            <a:endParaRPr lang="en-US" sz="2000" dirty="0"/>
          </a:p>
          <a:p>
            <a:pPr lvl="1"/>
            <a:r>
              <a:rPr lang="es-CO" sz="2000" dirty="0"/>
              <a:t>De centro: Media o Promedio, Mediana y Moda</a:t>
            </a:r>
            <a:endParaRPr lang="en-US" sz="2000" dirty="0"/>
          </a:p>
          <a:p>
            <a:pPr lvl="1"/>
            <a:r>
              <a:rPr lang="es-CO" sz="2000" dirty="0"/>
              <a:t>De dispersión: rango, cuartiles y desviaciones</a:t>
            </a:r>
            <a:endParaRPr lang="en-US" sz="2000" dirty="0"/>
          </a:p>
          <a:p>
            <a:pPr lvl="0"/>
            <a:r>
              <a:rPr lang="es-CO" sz="2000" dirty="0"/>
              <a:t>Ejemplos de preguntas descriptivas</a:t>
            </a:r>
            <a:endParaRPr lang="en-US" sz="2000" dirty="0"/>
          </a:p>
          <a:p>
            <a:pPr lvl="1"/>
            <a:r>
              <a:rPr lang="es-ES" sz="2000" dirty="0"/>
              <a:t>¿Cuántas PQRS llegan al mes por área?</a:t>
            </a:r>
          </a:p>
          <a:p>
            <a:pPr lvl="1"/>
            <a:r>
              <a:rPr lang="es-ES" sz="2000" dirty="0"/>
              <a:t>¿Cuál es el tiempo promedio de respuesta de las PQRS? ¿el máximo? ¿el mínimo?</a:t>
            </a:r>
          </a:p>
          <a:p>
            <a:pPr lvl="1"/>
            <a:r>
              <a:rPr lang="es-ES" sz="2000" dirty="0"/>
              <a:t>¿Cuál es el tamaño promedio (hojas, párrafos, oraciones, caracteres) de la PQRS? ¿el máximo? ¿el mínimo?</a:t>
            </a:r>
          </a:p>
          <a:p>
            <a:pPr lvl="1"/>
            <a:r>
              <a:rPr lang="es-ES" sz="2000" dirty="0"/>
              <a:t>¿Cuántas PQRS respondieron por área?</a:t>
            </a:r>
          </a:p>
          <a:p>
            <a:pPr lvl="1"/>
            <a:r>
              <a:rPr lang="es-ES" sz="2000" dirty="0"/>
              <a:t>¿Cuál es el tamaño promedio de la respuesta de la PQRS? ¿el máximo? ¿el mínimo?</a:t>
            </a:r>
          </a:p>
          <a:p>
            <a:pPr lvl="1"/>
            <a:r>
              <a:rPr lang="es-ES" sz="2000" dirty="0"/>
              <a:t>¿Cuántas PQRS por tema llegan al mes?</a:t>
            </a:r>
          </a:p>
          <a:p>
            <a:pPr lvl="1"/>
            <a:r>
              <a:rPr lang="es-ES" sz="2000" dirty="0"/>
              <a:t>¿Cuáles son los temas principales de las PQRS?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1408705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/>
              <a:t>Preguntas Diagnosticas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176905"/>
            <a:ext cx="10853928" cy="4339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400" dirty="0"/>
              <a:t>Análisis diagnostico ayuda a determinar la causa de un evento ocurrido en el pasado, utilizando preguntas que se concentran en la razón detrás del evento.</a:t>
            </a:r>
          </a:p>
          <a:p>
            <a:r>
              <a:rPr lang="es-CO" sz="2400" dirty="0"/>
              <a:t>El análisis diagnostico busca relacionar 2 o más variables y empezar a identificar patrones</a:t>
            </a:r>
          </a:p>
          <a:p>
            <a:r>
              <a:rPr lang="es-CO" sz="2400" dirty="0"/>
              <a:t>Ejemplos de preguntas diagnosticas</a:t>
            </a:r>
          </a:p>
          <a:p>
            <a:pPr lvl="1"/>
            <a:r>
              <a:rPr lang="es-CO" dirty="0"/>
              <a:t>¿Tiene alguna relación la duración con el tema de la PQRS?</a:t>
            </a:r>
          </a:p>
          <a:p>
            <a:pPr lvl="1"/>
            <a:r>
              <a:rPr lang="es-CO" dirty="0"/>
              <a:t>¿Tiene alguna relación la duración de respuesta con el tamaño en hojas?</a:t>
            </a:r>
          </a:p>
          <a:p>
            <a:pPr lvl="1"/>
            <a:r>
              <a:rPr lang="es-CO" dirty="0"/>
              <a:t>¿Tiene alguna relación el área con el tema de la PQRS?</a:t>
            </a:r>
          </a:p>
          <a:p>
            <a:r>
              <a:rPr lang="es-CO" sz="2400" dirty="0"/>
              <a:t>Para responder este tipo de preguntas se puede usar estadística inferencial como: correlaciones y pruebas de hipótesis (hipótesis nula y nivel de significancia)</a:t>
            </a:r>
          </a:p>
        </p:txBody>
      </p:sp>
    </p:spTree>
    <p:extLst>
      <p:ext uri="{BB962C8B-B14F-4D97-AF65-F5344CB8AC3E}">
        <p14:creationId xmlns:p14="http://schemas.microsoft.com/office/powerpoint/2010/main" val="10109257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 dirty="0"/>
              <a:t>Preguntas Predictivas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400" dirty="0"/>
              <a:t>Análisis predictivo permite encontrar valores de variables que no conozco. </a:t>
            </a:r>
          </a:p>
          <a:p>
            <a:r>
              <a:rPr lang="es-CO" sz="2400" dirty="0"/>
              <a:t>Se le llama predictivo porque predigo el valor de la(s) variable que no conozco. Muchas veces esas variables se asocian a un evento futuro.</a:t>
            </a:r>
          </a:p>
          <a:p>
            <a:r>
              <a:rPr lang="es-CO" sz="2400" dirty="0"/>
              <a:t>Para el análisis predictivo se utiliza data histórica y actual para identificar patrones y con base en ellos construir modelos predictivos (predictores) utilizando: estadística, Machine </a:t>
            </a:r>
            <a:r>
              <a:rPr lang="es-CO" sz="2400" dirty="0" err="1"/>
              <a:t>Learning</a:t>
            </a:r>
            <a:r>
              <a:rPr lang="es-CO" sz="2400" dirty="0"/>
              <a:t> y Deep </a:t>
            </a:r>
            <a:r>
              <a:rPr lang="es-CO" sz="2400" dirty="0" err="1"/>
              <a:t>Learning</a:t>
            </a:r>
            <a:r>
              <a:rPr lang="es-CO" sz="2400" dirty="0"/>
              <a:t>.</a:t>
            </a:r>
            <a:endParaRPr lang="es-CO" sz="2400" dirty="0">
              <a:ea typeface="Calibri"/>
              <a:cs typeface="Calibri"/>
            </a:endParaRPr>
          </a:p>
          <a:p>
            <a:r>
              <a:rPr lang="es-CO" sz="2400" dirty="0"/>
              <a:t>Ejemplos de preguntas predictivas</a:t>
            </a:r>
          </a:p>
          <a:p>
            <a:pPr lvl="1"/>
            <a:r>
              <a:rPr lang="es-CO" dirty="0"/>
              <a:t>¿Cuánto tiempo tomara responder esta PQRS?</a:t>
            </a:r>
          </a:p>
          <a:p>
            <a:pPr lvl="1"/>
            <a:r>
              <a:rPr lang="es-CO" dirty="0"/>
              <a:t>¿A qué área le debo entregar esa PQRS?</a:t>
            </a:r>
            <a:endParaRPr lang="es-CO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42477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 dirty="0"/>
              <a:t>Análisis Prescriptivo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rcador de contenido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s-CO" sz="2400" dirty="0"/>
              <a:t>Análisis prescriptivo se basa en los resultados del análisis predictivo y con base en el resultado puede prescribir algo, basado en reglas preestablecidas.</a:t>
            </a:r>
          </a:p>
          <a:p>
            <a:r>
              <a:rPr lang="es-CO" sz="2400" dirty="0"/>
              <a:t>Ejemplos de resultados prescriptivos</a:t>
            </a:r>
          </a:p>
          <a:p>
            <a:pPr lvl="1"/>
            <a:r>
              <a:rPr lang="es-CO" dirty="0"/>
              <a:t>Si la PQRS se demora X entonces hacer Y</a:t>
            </a:r>
          </a:p>
        </p:txBody>
      </p:sp>
    </p:spTree>
    <p:extLst>
      <p:ext uri="{BB962C8B-B14F-4D97-AF65-F5344CB8AC3E}">
        <p14:creationId xmlns:p14="http://schemas.microsoft.com/office/powerpoint/2010/main" val="3607472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A5732A-D1B8-46F1-9598-2E626723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/>
              <a:t>Preguntas que apoyan la decisión</a:t>
            </a:r>
            <a:endParaRPr lang="es-CO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CA73B-7C24-4F8B-A5D8-C127117EB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5663"/>
            <a:ext cx="10991850" cy="48497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 dirty="0"/>
              <a:t>Descriptivas</a:t>
            </a:r>
          </a:p>
          <a:p>
            <a:pPr lvl="1"/>
            <a:r>
              <a:rPr lang="es-ES" sz="2000" dirty="0"/>
              <a:t>¿Cuántas PQRS llegan al mes por área?</a:t>
            </a:r>
          </a:p>
          <a:p>
            <a:pPr lvl="1"/>
            <a:r>
              <a:rPr lang="es-ES" sz="2000" dirty="0"/>
              <a:t>¿Cuál es el tiempo promedio de respuesta de las PQRS? ¿el máximo? ¿el mínimo?</a:t>
            </a:r>
          </a:p>
          <a:p>
            <a:pPr lvl="1"/>
            <a:r>
              <a:rPr lang="es-ES" sz="2000" dirty="0"/>
              <a:t>¿Cuál es el tamaño promedio (hojas, párrafos, oraciones, caracteres) de la PQRS? ¿el máximo? ¿el mínimo?</a:t>
            </a:r>
          </a:p>
          <a:p>
            <a:pPr lvl="1"/>
            <a:r>
              <a:rPr lang="es-ES" sz="2000" dirty="0"/>
              <a:t>¿Cuántas PQRS respondieron por área?</a:t>
            </a:r>
          </a:p>
          <a:p>
            <a:pPr lvl="1"/>
            <a:r>
              <a:rPr lang="es-ES" sz="2000" dirty="0"/>
              <a:t>¿Cuál es el tamaño promedio de la respuesta de la PQRS? ¿el máximo? ¿el mínimo?</a:t>
            </a:r>
          </a:p>
          <a:p>
            <a:pPr lvl="1"/>
            <a:r>
              <a:rPr lang="es-ES" sz="2000" dirty="0"/>
              <a:t>¿Cuántas PQRS por tema llegan al mes?</a:t>
            </a:r>
          </a:p>
          <a:p>
            <a:pPr lvl="1"/>
            <a:r>
              <a:rPr lang="es-ES" sz="2000" dirty="0"/>
              <a:t>¿Cuáles son los temas principales de las PQRS?</a:t>
            </a:r>
          </a:p>
          <a:p>
            <a:r>
              <a:rPr lang="es-ES" sz="2000" dirty="0"/>
              <a:t>Diagnosticas</a:t>
            </a:r>
          </a:p>
          <a:p>
            <a:pPr lvl="1"/>
            <a:r>
              <a:rPr lang="es-ES" sz="2000" dirty="0"/>
              <a:t>¿Tiene alguna relación el tema con el tiempo de respuesta?</a:t>
            </a:r>
          </a:p>
          <a:p>
            <a:r>
              <a:rPr lang="es-ES" sz="2000" dirty="0"/>
              <a:t>Predictivas</a:t>
            </a:r>
          </a:p>
          <a:p>
            <a:pPr lvl="1"/>
            <a:r>
              <a:rPr lang="es-ES" sz="2000" dirty="0"/>
              <a:t>¿Cuál será el tiempo de respuesta de la PQRS que está entrando?</a:t>
            </a:r>
          </a:p>
          <a:p>
            <a:pPr lvl="1"/>
            <a:r>
              <a:rPr lang="es-ES" sz="2000" dirty="0"/>
              <a:t>¿A que funcionario o área debo enviar la PQRS?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8596017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5812" y="1165412"/>
          <a:ext cx="10878670" cy="5120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75734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2175734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510802">
                <a:tc gridSpan="5">
                  <a:txBody>
                    <a:bodyPr/>
                    <a:lstStyle/>
                    <a:p>
                      <a:r>
                        <a:rPr lang="es-ES" dirty="0"/>
                        <a:t>Contexto del Análisis: la contraloría de Bogotá quiere mejorar su proceso de fiscalización a las entidades con el fin de reducir el fraude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3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Tarea 4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Buscar entidades a fiscalizar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Solicitar mas información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Sancionar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Funcionario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Que entidad debo fiscalizar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Debo solicitar mas información o buscar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Debo sancionar la entidad X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5402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3B24934-4FF2-4FFB-8FEE-0F59A0DA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204900"/>
            <a:ext cx="6251110" cy="20818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CO" sz="5400" dirty="0"/>
              <a:t>Taller 3:</a:t>
            </a:r>
            <a:br>
              <a:rPr lang="es-CO" sz="5400" dirty="0"/>
            </a:br>
            <a:r>
              <a:rPr lang="es-CO" sz="5400" dirty="0"/>
              <a:t>Empatizar: preguntas</a:t>
            </a:r>
            <a:endParaRPr lang="en-US" sz="5400" dirty="0"/>
          </a:p>
        </p:txBody>
      </p:sp>
      <p:pic>
        <p:nvPicPr>
          <p:cNvPr id="7" name="Picture 6" descr="Herramientas de trabajo en un banco">
            <a:extLst>
              <a:ext uri="{FF2B5EF4-FFF2-40B4-BE49-F238E27FC236}">
                <a16:creationId xmlns:a16="http://schemas.microsoft.com/office/drawing/2014/main" id="{82497551-337D-42AB-BB6E-818002AC92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83" r="19185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34D296A-445D-44B7-8EB9-4030FEBE5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1" y="2706624"/>
            <a:ext cx="6421487" cy="373149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s-CO" dirty="0"/>
              <a:t>Para la decisión que considere tiene mayor impacto en el contexto de análisis haga lo siguiente:</a:t>
            </a:r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ES" dirty="0"/>
              <a:t>Elabore preguntas para ayudar en la decisión</a:t>
            </a:r>
          </a:p>
          <a:p>
            <a:pPr marL="971550" lvl="1" indent="-228600" algn="l">
              <a:buFont typeface="Arial" panose="020B0604020202020204" pitchFamily="34" charset="0"/>
              <a:buChar char="•"/>
            </a:pPr>
            <a:r>
              <a:rPr lang="es-ES" dirty="0"/>
              <a:t>10 descriptivas</a:t>
            </a:r>
          </a:p>
          <a:p>
            <a:pPr marL="971550" lvl="1" indent="-228600" algn="l">
              <a:buFont typeface="Arial" panose="020B0604020202020204" pitchFamily="34" charset="0"/>
              <a:buChar char="•"/>
            </a:pPr>
            <a:r>
              <a:rPr lang="es-ES" dirty="0"/>
              <a:t>5 diagnosticas </a:t>
            </a:r>
          </a:p>
          <a:p>
            <a:pPr marL="971550" lvl="1" indent="-228600" algn="l">
              <a:buFont typeface="Arial" panose="020B0604020202020204" pitchFamily="34" charset="0"/>
              <a:buChar char="•"/>
            </a:pPr>
            <a:r>
              <a:rPr lang="es-ES" dirty="0"/>
              <a:t>2 predictivas</a:t>
            </a:r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CO" dirty="0"/>
              <a:t>Nota: utilice la plantilla suministrada (apóyese con los ejemplos)</a:t>
            </a:r>
          </a:p>
        </p:txBody>
      </p:sp>
    </p:spTree>
    <p:extLst>
      <p:ext uri="{BB962C8B-B14F-4D97-AF65-F5344CB8AC3E}">
        <p14:creationId xmlns:p14="http://schemas.microsoft.com/office/powerpoint/2010/main" val="1238738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8C029E-A5A2-4A07-801F-691BFF72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>
                <a:solidFill>
                  <a:schemeClr val="bg1"/>
                </a:solidFill>
              </a:rPr>
              <a:t>Propuesta metodológica del taller</a:t>
            </a:r>
            <a:endParaRPr lang="es-CO" sz="320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98CE85-CA98-4CFA-A469-AA3ADE02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74" y="1693634"/>
            <a:ext cx="9874964" cy="468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29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251AF9C-871D-4AEB-8BFB-9943AA2D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8900" dirty="0"/>
              <a:t>Entender los datos. </a:t>
            </a:r>
            <a:br>
              <a:rPr lang="es-ES" sz="11500" dirty="0"/>
            </a:br>
            <a:r>
              <a:rPr lang="es-ES" sz="4900" dirty="0"/>
              <a:t>Identificar atributos (característicos) y las fuentes.</a:t>
            </a:r>
            <a:br>
              <a:rPr lang="es-ES" sz="4900" dirty="0"/>
            </a:br>
            <a:r>
              <a:rPr lang="es-ES" sz="4900" dirty="0"/>
              <a:t>Cargar datos y hacer un análisis exploratorio.</a:t>
            </a:r>
          </a:p>
        </p:txBody>
      </p:sp>
    </p:spTree>
    <p:extLst>
      <p:ext uri="{BB962C8B-B14F-4D97-AF65-F5344CB8AC3E}">
        <p14:creationId xmlns:p14="http://schemas.microsoft.com/office/powerpoint/2010/main" val="189750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0A0C2D-9F19-4815-8CB4-50373A662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/>
              <a:t>¿Qué son los datos?</a:t>
            </a:r>
            <a:endParaRPr lang="es-CO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4308E2-9126-4034-A1BA-C4CF01E48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4370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400" dirty="0"/>
              <a:t>La forma abstracta que los seres humanos inventamos para entender, medir y caracterizar las cosas y los eventos que pasan en el universo.</a:t>
            </a:r>
          </a:p>
          <a:p>
            <a:r>
              <a:rPr lang="es-ES" sz="2400" dirty="0"/>
              <a:t>La medida o el valor de algo del mundo real que utilizamos para entender o darle un significado.</a:t>
            </a:r>
          </a:p>
          <a:p>
            <a:pPr lvl="1"/>
            <a:r>
              <a:rPr lang="es-ES" dirty="0"/>
              <a:t>Jorge Mario Calvo, 55, hombre, 3187075773 son datos sobre usted. Sus $153000, Cra 5 #26B-57, José Francisco, Gilma son otros datos que se relacionan con usted. </a:t>
            </a:r>
          </a:p>
          <a:p>
            <a:r>
              <a:rPr lang="es-ES" sz="2400" dirty="0"/>
              <a:t>Primero lo guardamos y procesamos en nuestra cabeza, después lo trasladamos al papel y ahora lo almacenamos y procesamos en los computadores en Bases de Datos.</a:t>
            </a:r>
          </a:p>
          <a:p>
            <a:pPr lvl="1"/>
            <a:r>
              <a:rPr lang="es-ES" dirty="0"/>
              <a:t>Los datos y su procesamiento es lo que nos hace seres inteligentes</a:t>
            </a:r>
          </a:p>
        </p:txBody>
      </p:sp>
    </p:spTree>
    <p:extLst>
      <p:ext uri="{BB962C8B-B14F-4D97-AF65-F5344CB8AC3E}">
        <p14:creationId xmlns:p14="http://schemas.microsoft.com/office/powerpoint/2010/main" val="31570376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2357-29FE-4DE4-B70A-E1A600A9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5874"/>
            <a:ext cx="3374136" cy="2838451"/>
          </a:xfrm>
        </p:spPr>
        <p:txBody>
          <a:bodyPr>
            <a:normAutofit/>
          </a:bodyPr>
          <a:lstStyle/>
          <a:p>
            <a:r>
              <a:rPr lang="es-CO" sz="4800" dirty="0"/>
              <a:t>Dato Estructurado y No Estructurado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20A1D7-999C-4412-B7AA-45A3AD250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281184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0850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E4F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C0F1DDC-043D-4616-B610-184BFBC93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79" y="643467"/>
            <a:ext cx="9402642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65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9EF998-5162-4CB9-948B-577501C0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¿Qué es una variable?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112954-FDE5-4A0B-B1B7-100A9C673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447675"/>
            <a:ext cx="6906491" cy="6091237"/>
          </a:xfrm>
        </p:spPr>
        <p:txBody>
          <a:bodyPr anchor="ctr">
            <a:normAutofit/>
          </a:bodyPr>
          <a:lstStyle/>
          <a:p>
            <a:r>
              <a:rPr lang="es-CO" sz="2000" dirty="0"/>
              <a:t>El término «variable» se utiliza en el análisis de datos para designar: una característica, un atributo, una dimensión o una columna de: una entidad, concepto, evento etc., en un contexto de análisis.</a:t>
            </a:r>
          </a:p>
          <a:p>
            <a:r>
              <a:rPr lang="es-CO" sz="2000" dirty="0"/>
              <a:t>Los datos para su procesamiento en computadores se almacenan en variables</a:t>
            </a:r>
          </a:p>
          <a:p>
            <a:r>
              <a:rPr lang="es-CO" sz="2000" dirty="0"/>
              <a:t>Una variable es cualquier característica, número o cantidad que se puede medir o contar. Los siguientes son ejemplos de variables:</a:t>
            </a:r>
          </a:p>
          <a:p>
            <a:pPr lvl="1"/>
            <a:r>
              <a:rPr lang="es-CO" sz="2000" dirty="0"/>
              <a:t>Edad (21, 35, 62,…)</a:t>
            </a:r>
          </a:p>
          <a:p>
            <a:pPr lvl="1"/>
            <a:r>
              <a:rPr lang="es-CO" sz="2000" dirty="0"/>
              <a:t>Género Masculino Femenino)</a:t>
            </a:r>
          </a:p>
          <a:p>
            <a:pPr lvl="1"/>
            <a:r>
              <a:rPr lang="es-CO" sz="2000" dirty="0"/>
              <a:t>Ingresos (GBP 20000, GBP 35000, GBP 45000,…)</a:t>
            </a:r>
          </a:p>
          <a:p>
            <a:pPr lvl="1"/>
            <a:r>
              <a:rPr lang="es-CO" sz="2000" dirty="0"/>
              <a:t>Precio de la vivienda (350000 GBP, 570000 GBP,…)</a:t>
            </a:r>
          </a:p>
          <a:p>
            <a:pPr lvl="1"/>
            <a:r>
              <a:rPr lang="es-CO" sz="2000" dirty="0"/>
              <a:t>País de nacimiento (China, Rusia, Costa Rica,…)</a:t>
            </a:r>
          </a:p>
          <a:p>
            <a:pPr lvl="1"/>
            <a:r>
              <a:rPr lang="es-CO" sz="2000" dirty="0"/>
              <a:t>Color de ojos (marrón, verde, azul,…)</a:t>
            </a:r>
          </a:p>
          <a:p>
            <a:pPr lvl="1"/>
            <a:r>
              <a:rPr lang="es-CO" sz="2000" dirty="0"/>
              <a:t>Marca del vehículo (Ford, Volkswagen,…)</a:t>
            </a:r>
          </a:p>
          <a:p>
            <a:r>
              <a:rPr lang="es-CO" sz="2000" dirty="0"/>
              <a:t>Se llaman "variables" porque el valor (dato) que toman puede variar (y generalmente lo hace) en una población.</a:t>
            </a:r>
          </a:p>
        </p:txBody>
      </p:sp>
    </p:spTree>
    <p:extLst>
      <p:ext uri="{BB962C8B-B14F-4D97-AF65-F5344CB8AC3E}">
        <p14:creationId xmlns:p14="http://schemas.microsoft.com/office/powerpoint/2010/main" val="12434741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anchor="ctr">
            <a:normAutofit/>
          </a:bodyPr>
          <a:lstStyle/>
          <a:p>
            <a:pPr algn="ctr"/>
            <a:r>
              <a:rPr lang="es-CO" sz="2800">
                <a:solidFill>
                  <a:srgbClr val="FFFFFF"/>
                </a:solidFill>
              </a:rPr>
              <a:t>Taxonomía de una Variable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2EA2CE30-83A1-4007-BF47-9931A7E61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119" y="542925"/>
            <a:ext cx="77089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873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>
                <a:solidFill>
                  <a:schemeClr val="bg1"/>
                </a:solidFill>
              </a:rPr>
              <a:t>Identificación de variables o características a partir de las preguntas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68289B-0FCD-49E6-8BB8-85DE5064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92" y="1675227"/>
            <a:ext cx="10848175" cy="477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893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CO" sz="2200">
                <a:solidFill>
                  <a:schemeClr val="bg1"/>
                </a:solidFill>
              </a:rPr>
              <a:t>Identificación de variables o características. Convertir los conceptos en variables medibles</a:t>
            </a:r>
            <a:endParaRPr lang="es-ES" sz="22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F401E-9855-441A-B689-CA9E5B40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887" y="1675227"/>
            <a:ext cx="9634226" cy="503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59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73" y="643466"/>
            <a:ext cx="9900968" cy="5571066"/>
          </a:xfrm>
          <a:prstGeom prst="rect">
            <a:avLst/>
          </a:prstGeom>
        </p:spPr>
      </p:pic>
      <p:sp>
        <p:nvSpPr>
          <p:cNvPr id="7" name="CuadroTexto 4">
            <a:extLst>
              <a:ext uri="{FF2B5EF4-FFF2-40B4-BE49-F238E27FC236}">
                <a16:creationId xmlns:a16="http://schemas.microsoft.com/office/drawing/2014/main" id="{4204435C-5CE9-43DA-B70C-AC64DF1E084F}"/>
              </a:ext>
            </a:extLst>
          </p:cNvPr>
          <p:cNvSpPr txBox="1"/>
          <p:nvPr/>
        </p:nvSpPr>
        <p:spPr>
          <a:xfrm>
            <a:off x="673961" y="4862211"/>
            <a:ext cx="3726085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b="1" dirty="0"/>
              <a:t>Tomado de</a:t>
            </a:r>
            <a:r>
              <a:rPr lang="es-MX" sz="1400" dirty="0"/>
              <a:t>: </a:t>
            </a:r>
            <a:r>
              <a:rPr lang="es-ES" sz="1400" dirty="0"/>
              <a:t>Gestionando el Ciclo de Vida Analítico para las Decisiones a Escala:</a:t>
            </a:r>
          </a:p>
          <a:p>
            <a:r>
              <a:rPr lang="es-ES" sz="1400" dirty="0"/>
              <a:t>Cómo ir de los datos a las decisiones tan rápido como sea posible. SAS</a:t>
            </a:r>
            <a:r>
              <a:rPr lang="es-MX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3524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3070" y="257436"/>
          <a:ext cx="11465860" cy="539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528943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293172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632037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1954307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797673">
                <a:tc gridSpan="5">
                  <a:txBody>
                    <a:bodyPr/>
                    <a:lstStyle/>
                    <a:p>
                      <a:r>
                        <a:rPr lang="es-ES" b="1" dirty="0"/>
                        <a:t>Contexto del Análisis: </a:t>
                      </a:r>
                      <a:r>
                        <a:rPr lang="es-ES" b="0" dirty="0"/>
                        <a:t>Una entidad publica recibe PQRS a través de redes sociales las cuales son analizadas y respondidas de forma muy manual generando demoras y respuestas erradas. El objetivo es a través del análisis de datos mejorar el proceso.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Realizar solicitud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Redireccionar solicitud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Contestar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Recibir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Redactar la solicitud y enviar por redes sociales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Leer la solicitud redireccionar al área o funcionario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servidor contesta la solicitud como se le ocurra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ciudadano recibe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publico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que responde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Como debo redactar el mensaje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 quien debo redireccionar la PQRS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Que debo contestar en el mensaje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Aceptar o rechazar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0273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A5732A-D1B8-46F1-9598-2E626723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/>
              <a:t>Preguntas que apoyan la decisión</a:t>
            </a:r>
            <a:endParaRPr lang="es-CO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CA73B-7C24-4F8B-A5D8-C127117EB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5663"/>
            <a:ext cx="10991850" cy="48497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 dirty="0"/>
              <a:t>Descriptivas</a:t>
            </a:r>
          </a:p>
          <a:p>
            <a:pPr lvl="1"/>
            <a:r>
              <a:rPr lang="es-ES" sz="2000" dirty="0"/>
              <a:t>¿Cuántas PQRS llegan al mes por área?</a:t>
            </a:r>
          </a:p>
          <a:p>
            <a:pPr lvl="1"/>
            <a:r>
              <a:rPr lang="es-ES" sz="2000" dirty="0"/>
              <a:t>¿Cuál es el tiempo promedio de respuesta de las PQRS? ¿el máximo? ¿el mínimo?</a:t>
            </a:r>
          </a:p>
          <a:p>
            <a:pPr lvl="1"/>
            <a:r>
              <a:rPr lang="es-ES" sz="2000" dirty="0"/>
              <a:t>¿Cuál es el tamaño promedio (hojas, párrafos, oraciones, caracteres) de la PQRS? ¿el máximo? ¿el mínimo?</a:t>
            </a:r>
          </a:p>
          <a:p>
            <a:pPr lvl="1"/>
            <a:r>
              <a:rPr lang="es-ES" sz="2000" dirty="0"/>
              <a:t>¿Cuántas PQRS respondieron por área?</a:t>
            </a:r>
          </a:p>
          <a:p>
            <a:pPr lvl="1"/>
            <a:r>
              <a:rPr lang="es-ES" sz="2000" dirty="0"/>
              <a:t>¿Cuál es el tamaño promedio de la respuesta de la PQRS? ¿el máximo? ¿el mínimo?</a:t>
            </a:r>
          </a:p>
          <a:p>
            <a:pPr lvl="1"/>
            <a:r>
              <a:rPr lang="es-ES" sz="2000" dirty="0"/>
              <a:t>¿Cuántas PQRS por tema llegan al mes?</a:t>
            </a:r>
          </a:p>
          <a:p>
            <a:pPr lvl="1"/>
            <a:r>
              <a:rPr lang="es-ES" sz="2000" dirty="0"/>
              <a:t>¿Cuáles son los temas principales de las PQRS?</a:t>
            </a:r>
          </a:p>
          <a:p>
            <a:r>
              <a:rPr lang="es-ES" sz="2000" dirty="0"/>
              <a:t>Diagnosticas</a:t>
            </a:r>
          </a:p>
          <a:p>
            <a:pPr lvl="1"/>
            <a:r>
              <a:rPr lang="es-ES" sz="2000" dirty="0"/>
              <a:t>¿Tiene alguna relación el tema con el tiempo de respuesta?</a:t>
            </a:r>
          </a:p>
          <a:p>
            <a:r>
              <a:rPr lang="es-ES" sz="2000" dirty="0"/>
              <a:t>Predictivas</a:t>
            </a:r>
          </a:p>
          <a:p>
            <a:pPr lvl="1"/>
            <a:r>
              <a:rPr lang="es-ES" sz="2000" dirty="0"/>
              <a:t>¿Cuál será el tiempo de respuesta de la PQRS que está entrando?</a:t>
            </a:r>
          </a:p>
          <a:p>
            <a:pPr lvl="1"/>
            <a:r>
              <a:rPr lang="es-ES" sz="2000" dirty="0"/>
              <a:t>¿A que funcionario o área debo enviar la PQRS?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0728988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2E1C114-29E6-4981-92EB-9A329C83B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20835"/>
            <a:ext cx="10905066" cy="501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997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AA6631C-6244-4972-9AA7-A2C71B9BF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>
                <a:solidFill>
                  <a:schemeClr val="bg1"/>
                </a:solidFill>
              </a:rPr>
              <a:t>Meta data</a:t>
            </a:r>
            <a:endParaRPr lang="es-CO" sz="3200">
              <a:solidFill>
                <a:schemeClr val="bg1"/>
              </a:solidFill>
            </a:endParaRPr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F200BD41-48BE-4A4D-9752-74FA956C7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579570"/>
              </p:ext>
            </p:extLst>
          </p:nvPr>
        </p:nvGraphicFramePr>
        <p:xfrm>
          <a:off x="643467" y="1722816"/>
          <a:ext cx="10905066" cy="429902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33773">
                  <a:extLst>
                    <a:ext uri="{9D8B030D-6E8A-4147-A177-3AD203B41FA5}">
                      <a16:colId xmlns:a16="http://schemas.microsoft.com/office/drawing/2014/main" val="74107161"/>
                    </a:ext>
                  </a:extLst>
                </a:gridCol>
                <a:gridCol w="6022146">
                  <a:extLst>
                    <a:ext uri="{9D8B030D-6E8A-4147-A177-3AD203B41FA5}">
                      <a16:colId xmlns:a16="http://schemas.microsoft.com/office/drawing/2014/main" val="4215026698"/>
                    </a:ext>
                  </a:extLst>
                </a:gridCol>
                <a:gridCol w="2249147">
                  <a:extLst>
                    <a:ext uri="{9D8B030D-6E8A-4147-A177-3AD203B41FA5}">
                      <a16:colId xmlns:a16="http://schemas.microsoft.com/office/drawing/2014/main" val="2080273057"/>
                    </a:ext>
                  </a:extLst>
                </a:gridCol>
              </a:tblGrid>
              <a:tr h="1371467">
                <a:tc>
                  <a:txBody>
                    <a:bodyPr/>
                    <a:lstStyle/>
                    <a:p>
                      <a:r>
                        <a:rPr lang="es-ES" sz="2600"/>
                        <a:t>Nombre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Descripción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Tipo (Categórica, Numérica)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596195978"/>
                  </a:ext>
                </a:extLst>
              </a:tr>
              <a:tr h="1371467">
                <a:tc>
                  <a:txBody>
                    <a:bodyPr/>
                    <a:lstStyle/>
                    <a:p>
                      <a:r>
                        <a:rPr lang="es-ES" sz="2600"/>
                        <a:t>Cantidad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Se debe calcular para responder a las preguntas. Se debe tener los datos con la mayor granularidad posible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Numérica (calculada)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979617213"/>
                  </a:ext>
                </a:extLst>
              </a:tr>
              <a:tr h="975852">
                <a:tc>
                  <a:txBody>
                    <a:bodyPr/>
                    <a:lstStyle/>
                    <a:p>
                      <a:r>
                        <a:rPr lang="es-ES" sz="2600"/>
                        <a:t>Fecha_ingreso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Fecha y hora en la que ingresa la PQRS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Fecha ????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2822123314"/>
                  </a:ext>
                </a:extLst>
              </a:tr>
              <a:tr h="580236">
                <a:tc>
                  <a:txBody>
                    <a:bodyPr/>
                    <a:lstStyle/>
                    <a:p>
                      <a:r>
                        <a:rPr lang="es-ES" sz="2600"/>
                        <a:t>Area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Área a la cual fue enviada la PQRS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Categórica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863076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9468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34FFB-3279-430C-9DA6-AC4589A2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Tidy Data. Tablón de Datos. Data rectangular. Dataframe.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B001-EFB1-4C71-B364-43297EFE9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3849" y="3355130"/>
            <a:ext cx="4020976" cy="31218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CO" sz="1800" dirty="0"/>
              <a:t>Muy utilizada en el análisis estadístico</a:t>
            </a:r>
          </a:p>
          <a:p>
            <a:r>
              <a:rPr lang="es-CO" sz="1800" dirty="0"/>
              <a:t>Características</a:t>
            </a:r>
          </a:p>
          <a:p>
            <a:pPr lvl="1"/>
            <a:r>
              <a:rPr lang="es-CO" sz="1800" dirty="0"/>
              <a:t>Cada fila una observación</a:t>
            </a:r>
          </a:p>
          <a:p>
            <a:pPr lvl="1"/>
            <a:r>
              <a:rPr lang="es-CO" sz="1800" dirty="0"/>
              <a:t>Cada variable o característica una columna</a:t>
            </a:r>
          </a:p>
          <a:p>
            <a:pPr lvl="1"/>
            <a:r>
              <a:rPr lang="es-CO" sz="1800" dirty="0"/>
              <a:t>Cada tipo o unidad de observación una tabla o data set </a:t>
            </a:r>
          </a:p>
          <a:p>
            <a:pPr lvl="2"/>
            <a:r>
              <a:rPr lang="es-CO" sz="1800" dirty="0"/>
              <a:t>responde una(s) preguntas(s)</a:t>
            </a:r>
          </a:p>
          <a:p>
            <a:r>
              <a:rPr lang="es-CO" sz="1800" dirty="0"/>
              <a:t>Es un Data </a:t>
            </a:r>
            <a:r>
              <a:rPr lang="es-CO" sz="1800" dirty="0" err="1"/>
              <a:t>Mart</a:t>
            </a:r>
            <a:r>
              <a:rPr lang="es-CO" sz="1800" dirty="0"/>
              <a:t> en una sola tabla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A40CEDF-DC88-4CC9-9A39-E0FFA8FBA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398217"/>
              </p:ext>
            </p:extLst>
          </p:nvPr>
        </p:nvGraphicFramePr>
        <p:xfrm>
          <a:off x="4662102" y="2280986"/>
          <a:ext cx="6903726" cy="217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727">
                  <a:extLst>
                    <a:ext uri="{9D8B030D-6E8A-4147-A177-3AD203B41FA5}">
                      <a16:colId xmlns:a16="http://schemas.microsoft.com/office/drawing/2014/main" val="1607856070"/>
                    </a:ext>
                  </a:extLst>
                </a:gridCol>
                <a:gridCol w="1440404">
                  <a:extLst>
                    <a:ext uri="{9D8B030D-6E8A-4147-A177-3AD203B41FA5}">
                      <a16:colId xmlns:a16="http://schemas.microsoft.com/office/drawing/2014/main" val="1969872"/>
                    </a:ext>
                  </a:extLst>
                </a:gridCol>
                <a:gridCol w="1451746">
                  <a:extLst>
                    <a:ext uri="{9D8B030D-6E8A-4147-A177-3AD203B41FA5}">
                      <a16:colId xmlns:a16="http://schemas.microsoft.com/office/drawing/2014/main" val="3845968449"/>
                    </a:ext>
                  </a:extLst>
                </a:gridCol>
                <a:gridCol w="1011155">
                  <a:extLst>
                    <a:ext uri="{9D8B030D-6E8A-4147-A177-3AD203B41FA5}">
                      <a16:colId xmlns:a16="http://schemas.microsoft.com/office/drawing/2014/main" val="1677827539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4070604663"/>
                    </a:ext>
                  </a:extLst>
                </a:gridCol>
                <a:gridCol w="1308554">
                  <a:extLst>
                    <a:ext uri="{9D8B030D-6E8A-4147-A177-3AD203B41FA5}">
                      <a16:colId xmlns:a16="http://schemas.microsoft.com/office/drawing/2014/main" val="3379330852"/>
                    </a:ext>
                  </a:extLst>
                </a:gridCol>
              </a:tblGrid>
              <a:tr h="586867">
                <a:tc>
                  <a:txBody>
                    <a:bodyPr/>
                    <a:lstStyle/>
                    <a:p>
                      <a:r>
                        <a:rPr lang="es-ES" sz="1600"/>
                        <a:t>Área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Fecha_ingreso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Fecha_salida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Tema(s)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Tamaño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Funcionario</a:t>
                      </a:r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138879331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2985149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124318333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3890955193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820166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840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CFE9EA-50D8-4028-BE42-DC2D813BE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251674"/>
            <a:ext cx="11548872" cy="1645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31864-538A-45BC-BC56-FC1F6E98D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9976" y="452842"/>
            <a:ext cx="6976872" cy="12618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Identificación de Fuentes para cada una de las variables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218DD6-0CC7-465B-B80F-747F97B4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059936" y="623740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A17935FE-0BC6-4F51-8DF3-D25F6232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6" y="2009775"/>
            <a:ext cx="11530535" cy="459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814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41F7A7-E431-44B5-BE39-DB3525D57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2682" y="242275"/>
            <a:ext cx="7485580" cy="9889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CO" sz="44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Taller </a:t>
            </a:r>
            <a:r>
              <a:rPr lang="es-CO" sz="4400" dirty="0">
                <a:solidFill>
                  <a:srgbClr val="000000"/>
                </a:solidFill>
              </a:rPr>
              <a:t>3</a:t>
            </a:r>
            <a:r>
              <a:rPr lang="es-CO" sz="44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 de identificar variables</a:t>
            </a:r>
          </a:p>
        </p:txBody>
      </p:sp>
      <p:pic>
        <p:nvPicPr>
          <p:cNvPr id="8" name="Graphic 7" descr="Board Room">
            <a:extLst>
              <a:ext uri="{FF2B5EF4-FFF2-40B4-BE49-F238E27FC236}">
                <a16:creationId xmlns:a16="http://schemas.microsoft.com/office/drawing/2014/main" id="{F3DDA4EC-E2D7-43C7-B6A2-58CD94984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218" y="242275"/>
            <a:ext cx="3620021" cy="3620021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FE525038-B2B3-40D6-A47F-F6E846DB6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2512" y="1047519"/>
            <a:ext cx="7035750" cy="28147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</a:rPr>
              <a:t>Con base en toda la información y conocimiento del contexto que ha realizado en los otros talleres, identifique las variables que considera podrían necesitar para responder a las preguntas y documéntelas (Meta data), como aparece en la tabla que se muestra.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</a:rPr>
              <a:t>Si ya tiene un conjunto de datos o una BD local, revise y escoja las columnas que puedan ayudarle a responder las preguntas.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</a:rPr>
              <a:t>Defina y diseñe el </a:t>
            </a:r>
            <a:r>
              <a:rPr lang="es-CO" sz="2000" dirty="0" err="1">
                <a:solidFill>
                  <a:srgbClr val="000000"/>
                </a:solidFill>
              </a:rPr>
              <a:t>dataset</a:t>
            </a:r>
            <a:r>
              <a:rPr lang="es-CO" sz="2000" dirty="0">
                <a:solidFill>
                  <a:srgbClr val="000000"/>
                </a:solidFill>
              </a:rPr>
              <a:t> para cargar los datos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5F705A-FEBD-4F4C-8DBA-74F441DDBC88}"/>
              </a:ext>
            </a:extLst>
          </p:cNvPr>
          <p:cNvSpPr txBox="1"/>
          <p:nvPr/>
        </p:nvSpPr>
        <p:spPr>
          <a:xfrm>
            <a:off x="1807127" y="4313558"/>
            <a:ext cx="177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Meta data</a:t>
            </a:r>
            <a:endParaRPr lang="es-CO" sz="2800" b="1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016FAEA-D1EC-4FF2-9E27-0EB6ACDB7C25}"/>
              </a:ext>
            </a:extLst>
          </p:cNvPr>
          <p:cNvCxnSpPr>
            <a:cxnSpLocks/>
          </p:cNvCxnSpPr>
          <p:nvPr/>
        </p:nvCxnSpPr>
        <p:spPr>
          <a:xfrm flipV="1">
            <a:off x="3692338" y="4487609"/>
            <a:ext cx="1586871" cy="875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33BD7DC8-A0F4-4AB4-82A3-7B5C392D0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911" y="3841678"/>
            <a:ext cx="6409871" cy="13374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21C26D3-F2E4-47A8-BC29-052AC9F34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911" y="5179126"/>
            <a:ext cx="6471999" cy="155089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8140AEC-B183-41DB-861D-289A1FA679BC}"/>
              </a:ext>
            </a:extLst>
          </p:cNvPr>
          <p:cNvSpPr txBox="1"/>
          <p:nvPr/>
        </p:nvSpPr>
        <p:spPr>
          <a:xfrm>
            <a:off x="1807127" y="5753621"/>
            <a:ext cx="177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/>
              <a:t>Data set</a:t>
            </a:r>
            <a:endParaRPr lang="es-CO" sz="2800" b="1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9C81032-A56C-4988-A86D-D4F38AECCC3F}"/>
              </a:ext>
            </a:extLst>
          </p:cNvPr>
          <p:cNvCxnSpPr>
            <a:cxnSpLocks/>
          </p:cNvCxnSpPr>
          <p:nvPr/>
        </p:nvCxnSpPr>
        <p:spPr>
          <a:xfrm flipV="1">
            <a:off x="3692338" y="5927672"/>
            <a:ext cx="1586871" cy="875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0850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EFBC-C9A5-454D-8C1C-1909C4D94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537431"/>
            <a:ext cx="9833548" cy="13255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s-CO" sz="4000" dirty="0"/>
              <a:t>Construir los modelos de análisis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711094-BCE0-43AE-B897-D65FBDC8CA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8960" y="2489200"/>
          <a:ext cx="11165840" cy="4094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86723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2E649-D4AA-4A14-A594-CF0B97F0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963877"/>
            <a:ext cx="3971925" cy="4930246"/>
          </a:xfrm>
        </p:spPr>
        <p:txBody>
          <a:bodyPr>
            <a:normAutofit/>
          </a:bodyPr>
          <a:lstStyle/>
          <a:p>
            <a:pPr algn="r"/>
            <a:r>
              <a:rPr lang="es-CO" dirty="0">
                <a:solidFill>
                  <a:schemeClr val="accent1"/>
                </a:solidFill>
              </a:rPr>
              <a:t>Análisis Exploratorio de Datos EDA</a:t>
            </a:r>
            <a:br>
              <a:rPr lang="es-CO" dirty="0">
                <a:solidFill>
                  <a:schemeClr val="accent1"/>
                </a:solidFill>
              </a:rPr>
            </a:br>
            <a:r>
              <a:rPr lang="es-CO" dirty="0">
                <a:solidFill>
                  <a:schemeClr val="accent1"/>
                </a:solidFill>
              </a:rPr>
              <a:t>BI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0E3FD-1646-4589-8431-0062AA12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749244" cy="5313098"/>
          </a:xfrm>
        </p:spPr>
        <p:txBody>
          <a:bodyPr anchor="ctr">
            <a:normAutofit/>
          </a:bodyPr>
          <a:lstStyle/>
          <a:p>
            <a:r>
              <a:rPr lang="es-CO" sz="2200" dirty="0"/>
              <a:t>Responder a las preguntas descriptivas y empezar a visualizar posibles relaciones entre variables</a:t>
            </a:r>
          </a:p>
          <a:p>
            <a:r>
              <a:rPr lang="es-CO" sz="2200" dirty="0"/>
              <a:t>Se refiere al proceso de realizar las investigaciones iniciales sobre los datos para:</a:t>
            </a:r>
          </a:p>
          <a:p>
            <a:pPr lvl="1"/>
            <a:r>
              <a:rPr lang="es-CO" sz="2200" b="1" dirty="0">
                <a:solidFill>
                  <a:schemeClr val="accent6">
                    <a:lumMod val="50000"/>
                  </a:schemeClr>
                </a:solidFill>
              </a:rPr>
              <a:t>Data 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Cleaning (</a:t>
            </a:r>
            <a:r>
              <a:rPr lang="es-CO" sz="2200" b="1" dirty="0">
                <a:solidFill>
                  <a:schemeClr val="accent6">
                    <a:lumMod val="50000"/>
                  </a:schemeClr>
                </a:solidFill>
              </a:rPr>
              <a:t>calidad de datos para análisis</a:t>
            </a: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)</a:t>
            </a:r>
          </a:p>
          <a:p>
            <a:pPr lvl="2"/>
            <a:r>
              <a:rPr lang="es-CO" sz="1800" b="1" dirty="0">
                <a:solidFill>
                  <a:schemeClr val="accent6">
                    <a:lumMod val="50000"/>
                  </a:schemeClr>
                </a:solidFill>
              </a:rPr>
              <a:t>Identificar valores inexistentes (NA)</a:t>
            </a:r>
          </a:p>
          <a:p>
            <a:pPr lvl="2"/>
            <a:r>
              <a:rPr lang="es-CO" sz="1800" b="1" dirty="0">
                <a:solidFill>
                  <a:schemeClr val="accent6">
                    <a:lumMod val="50000"/>
                  </a:schemeClr>
                </a:solidFill>
              </a:rPr>
              <a:t>Identificar las variables importantes</a:t>
            </a:r>
          </a:p>
          <a:p>
            <a:pPr lvl="2"/>
            <a:r>
              <a:rPr lang="es-CO" sz="1800" b="1" dirty="0">
                <a:solidFill>
                  <a:schemeClr val="accent6">
                    <a:lumMod val="50000"/>
                  </a:schemeClr>
                </a:solidFill>
              </a:rPr>
              <a:t>Detectar valores atípicos y anomalías en los datos </a:t>
            </a:r>
          </a:p>
          <a:p>
            <a:pPr lvl="1"/>
            <a:r>
              <a:rPr lang="es-CO" sz="2200" b="1" dirty="0">
                <a:solidFill>
                  <a:srgbClr val="7030A0"/>
                </a:solidFill>
              </a:rPr>
              <a:t>Análisis Descriptivo</a:t>
            </a:r>
          </a:p>
          <a:p>
            <a:pPr lvl="2"/>
            <a:r>
              <a:rPr lang="es-CO" sz="1800" b="1" dirty="0">
                <a:solidFill>
                  <a:srgbClr val="7030A0"/>
                </a:solidFill>
              </a:rPr>
              <a:t>Descubrir patrones</a:t>
            </a:r>
          </a:p>
          <a:p>
            <a:pPr lvl="2"/>
            <a:r>
              <a:rPr lang="es-CO" sz="1800" b="1" dirty="0">
                <a:solidFill>
                  <a:srgbClr val="7030A0"/>
                </a:solidFill>
              </a:rPr>
              <a:t>Empezar a proponer hipótesis</a:t>
            </a:r>
          </a:p>
          <a:p>
            <a:pPr lvl="1"/>
            <a:r>
              <a:rPr lang="es-CO" sz="2200" b="1" dirty="0"/>
              <a:t>Verificar suposiciones </a:t>
            </a:r>
          </a:p>
          <a:p>
            <a:r>
              <a:rPr lang="es-CO" sz="2200" dirty="0"/>
              <a:t>Se realiza principalmente con la ayuda de </a:t>
            </a:r>
            <a:r>
              <a:rPr lang="es-CO" sz="2200" b="1" dirty="0"/>
              <a:t>estadísticas descriptiva </a:t>
            </a:r>
            <a:r>
              <a:rPr lang="es-CO" sz="2200" dirty="0"/>
              <a:t>y </a:t>
            </a:r>
            <a:r>
              <a:rPr lang="es-CO" sz="2200" b="1" dirty="0"/>
              <a:t>análisis gráficos.</a:t>
            </a:r>
          </a:p>
        </p:txBody>
      </p:sp>
    </p:spTree>
    <p:extLst>
      <p:ext uri="{BB962C8B-B14F-4D97-AF65-F5344CB8AC3E}">
        <p14:creationId xmlns:p14="http://schemas.microsoft.com/office/powerpoint/2010/main" val="24260437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4AEF2-A40C-461C-A3D5-32DABC569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3" y="557189"/>
            <a:ext cx="4208106" cy="5567891"/>
          </a:xfrm>
        </p:spPr>
        <p:txBody>
          <a:bodyPr>
            <a:normAutofit/>
          </a:bodyPr>
          <a:lstStyle/>
          <a:p>
            <a:r>
              <a:rPr lang="es-CO" sz="5200" dirty="0"/>
              <a:t>Data </a:t>
            </a:r>
            <a:r>
              <a:rPr lang="en-US" sz="5200" dirty="0"/>
              <a:t>Cleaning</a:t>
            </a:r>
            <a:r>
              <a:rPr lang="es-CO" sz="5200" dirty="0"/>
              <a:t> (calidad de datos para análisis)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5D7B2B-2E53-4F72-BD79-3718A88A4E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753269"/>
              </p:ext>
            </p:extLst>
          </p:nvPr>
        </p:nvGraphicFramePr>
        <p:xfrm>
          <a:off x="4292081" y="326571"/>
          <a:ext cx="7545355" cy="6223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0050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8C029E-A5A2-4A07-801F-691BFF72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>
                <a:solidFill>
                  <a:schemeClr val="bg1"/>
                </a:solidFill>
              </a:rPr>
              <a:t>Propuesta metodológica del taller</a:t>
            </a:r>
            <a:endParaRPr lang="es-CO" sz="320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98CE85-CA98-4CFA-A469-AA3ADE02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74" y="1693634"/>
            <a:ext cx="9874964" cy="468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570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251AF9C-871D-4AEB-8BFB-9943AA2D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8900" dirty="0"/>
              <a:t>Definir y diseñar los modelos de análisis . </a:t>
            </a:r>
            <a:br>
              <a:rPr lang="es-ES" sz="11500" dirty="0"/>
            </a:br>
            <a:r>
              <a:rPr lang="es-ES" sz="4900" dirty="0"/>
              <a:t>Descriptivos, Diagnósticos o Predictivos</a:t>
            </a:r>
          </a:p>
        </p:txBody>
      </p:sp>
    </p:spTree>
    <p:extLst>
      <p:ext uri="{BB962C8B-B14F-4D97-AF65-F5344CB8AC3E}">
        <p14:creationId xmlns:p14="http://schemas.microsoft.com/office/powerpoint/2010/main" val="92992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F67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F98166-38CB-46FE-ABBE-E6DBB9FF0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135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BE8E47-4CFB-4031-A9DF-C8F2F10B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Tipos de Análisis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C8B8B3-EA55-4736-92DE-69E3A9712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48" y="1579977"/>
            <a:ext cx="8683703" cy="516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358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2F0CD21-220C-4CBD-8AB7-4D3227350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3070" y="257436"/>
          <a:ext cx="11465860" cy="5394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951842543"/>
                    </a:ext>
                  </a:extLst>
                </a:gridCol>
                <a:gridCol w="2528943">
                  <a:extLst>
                    <a:ext uri="{9D8B030D-6E8A-4147-A177-3AD203B41FA5}">
                      <a16:colId xmlns:a16="http://schemas.microsoft.com/office/drawing/2014/main" val="3703887341"/>
                    </a:ext>
                  </a:extLst>
                </a:gridCol>
                <a:gridCol w="2293172">
                  <a:extLst>
                    <a:ext uri="{9D8B030D-6E8A-4147-A177-3AD203B41FA5}">
                      <a16:colId xmlns:a16="http://schemas.microsoft.com/office/drawing/2014/main" val="836716244"/>
                    </a:ext>
                  </a:extLst>
                </a:gridCol>
                <a:gridCol w="2632037">
                  <a:extLst>
                    <a:ext uri="{9D8B030D-6E8A-4147-A177-3AD203B41FA5}">
                      <a16:colId xmlns:a16="http://schemas.microsoft.com/office/drawing/2014/main" val="1881968301"/>
                    </a:ext>
                  </a:extLst>
                </a:gridCol>
                <a:gridCol w="1954307">
                  <a:extLst>
                    <a:ext uri="{9D8B030D-6E8A-4147-A177-3AD203B41FA5}">
                      <a16:colId xmlns:a16="http://schemas.microsoft.com/office/drawing/2014/main" val="1810081482"/>
                    </a:ext>
                  </a:extLst>
                </a:gridCol>
              </a:tblGrid>
              <a:tr h="797673">
                <a:tc gridSpan="5">
                  <a:txBody>
                    <a:bodyPr/>
                    <a:lstStyle/>
                    <a:p>
                      <a:r>
                        <a:rPr lang="es-ES" b="1" dirty="0"/>
                        <a:t>Contexto del Análisis: </a:t>
                      </a:r>
                      <a:r>
                        <a:rPr lang="es-ES" b="0" dirty="0"/>
                        <a:t>Una entidad publica recibe PQRS a través de redes sociales las cuales son analizadas y respondidas de forma muy manual generando demoras y respuestas erradas. El objetivo es a través del análisis de datos mejorar el proceso.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63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Realizar solicitud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Redireccionar solicitud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Contestar 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Recibir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5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Redactar la solicitud y enviar por redes sociales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Leer la solicitud redireccionar al área o funcionario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servidor contesta la solicitud como se le ocurra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ciudadano recibe respuesta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1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Actores que participan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publico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Servidor que responde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Ciudadano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1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Decisiones</a:t>
                      </a:r>
                      <a:r>
                        <a:rPr lang="es-CO" dirty="0"/>
                        <a:t> que se toman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Como debo redactar el mensaje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 quien debo redireccionar la PQRS</a:t>
                      </a:r>
                      <a:endParaRPr lang="es-CO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Que debo contestar en el mensaje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Aceptar o rechazar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Preguntas que apoyan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2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 e información utilizada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8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Fuentes de información y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43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5463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A5732A-D1B8-46F1-9598-2E626723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/>
              <a:t>Preguntas que apoyan la decisión</a:t>
            </a:r>
            <a:endParaRPr lang="es-CO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CA73B-7C24-4F8B-A5D8-C127117EB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5663"/>
            <a:ext cx="10991850" cy="48497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 dirty="0"/>
              <a:t>Descriptivas</a:t>
            </a:r>
          </a:p>
          <a:p>
            <a:pPr lvl="1"/>
            <a:r>
              <a:rPr lang="es-ES" sz="2000" dirty="0"/>
              <a:t>¿Cuántas PQRS llegan al mes por área?</a:t>
            </a:r>
          </a:p>
          <a:p>
            <a:pPr lvl="1"/>
            <a:r>
              <a:rPr lang="es-ES" sz="2000" dirty="0"/>
              <a:t>¿Cuál es el tiempo promedio de respuesta de las PQRS? ¿el máximo? ¿el mínimo?</a:t>
            </a:r>
          </a:p>
          <a:p>
            <a:pPr lvl="1"/>
            <a:r>
              <a:rPr lang="es-ES" sz="2000" dirty="0"/>
              <a:t>¿Cuál es el tamaño promedio (hojas, párrafos, oraciones, caracteres) de la PQRS? ¿el máximo? ¿el mínimo?</a:t>
            </a:r>
          </a:p>
          <a:p>
            <a:pPr lvl="1"/>
            <a:r>
              <a:rPr lang="es-ES" sz="2000" dirty="0"/>
              <a:t>¿Cuántas PQRS respondieron por área?</a:t>
            </a:r>
          </a:p>
          <a:p>
            <a:pPr lvl="1"/>
            <a:r>
              <a:rPr lang="es-ES" sz="2000" dirty="0"/>
              <a:t>¿Cuál es el tamaño promedio de la respuesta de la PQRS? ¿el máximo? ¿el mínimo?</a:t>
            </a:r>
          </a:p>
          <a:p>
            <a:pPr lvl="1"/>
            <a:r>
              <a:rPr lang="es-ES" sz="2000" dirty="0"/>
              <a:t>¿Cuántas PQRS por tema llegan al mes?</a:t>
            </a:r>
          </a:p>
          <a:p>
            <a:pPr lvl="1"/>
            <a:r>
              <a:rPr lang="es-ES" sz="2000" dirty="0"/>
              <a:t>¿Cuáles son los temas principales de las PQRS?</a:t>
            </a:r>
          </a:p>
          <a:p>
            <a:r>
              <a:rPr lang="es-ES" sz="2000" dirty="0"/>
              <a:t>Diagnosticas</a:t>
            </a:r>
          </a:p>
          <a:p>
            <a:pPr lvl="1"/>
            <a:r>
              <a:rPr lang="es-ES" sz="2000" dirty="0"/>
              <a:t>¿Tiene alguna relación el tema con el tiempo de respuesta?</a:t>
            </a:r>
          </a:p>
          <a:p>
            <a:r>
              <a:rPr lang="es-ES" sz="2000" dirty="0"/>
              <a:t>Predictivas</a:t>
            </a:r>
          </a:p>
          <a:p>
            <a:pPr lvl="1"/>
            <a:r>
              <a:rPr lang="es-ES" sz="2000" dirty="0"/>
              <a:t>¿Cuál será el tiempo de respuesta de la PQRS que está entrando?</a:t>
            </a:r>
          </a:p>
          <a:p>
            <a:pPr lvl="1"/>
            <a:r>
              <a:rPr lang="es-ES" sz="2000" dirty="0"/>
              <a:t>¿A que funcionario o área debo enviar la PQRS?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9674931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04F2FC1B-F418-45D5-8D97-0E04D7A4F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20391"/>
            <a:ext cx="10905066" cy="261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237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32A67F-3598-4A13-8552-DA884FFCC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3623BE-6CAD-4759-BB49-B8BB19ED6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3" y="3320859"/>
            <a:ext cx="4573475" cy="2076333"/>
          </a:xfrm>
        </p:spPr>
        <p:txBody>
          <a:bodyPr anchor="t">
            <a:normAutofit/>
          </a:bodyPr>
          <a:lstStyle/>
          <a:p>
            <a:pPr algn="l"/>
            <a:r>
              <a:rPr lang="es-ES" sz="4800" dirty="0">
                <a:solidFill>
                  <a:schemeClr val="bg1"/>
                </a:solidFill>
              </a:rPr>
              <a:t>Modelos Descriptivos</a:t>
            </a:r>
            <a:endParaRPr lang="es-CO" sz="48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E21034-457E-4DC0-B973-CCA9135C0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3" y="2348680"/>
            <a:ext cx="4662678" cy="972180"/>
          </a:xfrm>
        </p:spPr>
        <p:txBody>
          <a:bodyPr anchor="b">
            <a:normAutofit/>
          </a:bodyPr>
          <a:lstStyle/>
          <a:p>
            <a:pPr algn="l"/>
            <a:r>
              <a:rPr lang="es-ES" sz="2000">
                <a:solidFill>
                  <a:schemeClr val="bg1"/>
                </a:solidFill>
              </a:rPr>
              <a:t>Estadística Descriptiva</a:t>
            </a:r>
            <a:endParaRPr lang="es-CO" sz="2000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C55ACC-A2F6-403C-A3A4-D59B3734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7312" y="381000"/>
            <a:ext cx="6334689" cy="6477000"/>
          </a:xfrm>
          <a:custGeom>
            <a:avLst/>
            <a:gdLst>
              <a:gd name="connsiteX0" fmla="*/ 3561588 w 6334689"/>
              <a:gd name="connsiteY0" fmla="*/ 0 h 6477000"/>
              <a:gd name="connsiteX1" fmla="*/ 6309883 w 6334689"/>
              <a:gd name="connsiteY1" fmla="*/ 1296087 h 6477000"/>
              <a:gd name="connsiteX2" fmla="*/ 6334689 w 6334689"/>
              <a:gd name="connsiteY2" fmla="*/ 1329261 h 6477000"/>
              <a:gd name="connsiteX3" fmla="*/ 6334689 w 6334689"/>
              <a:gd name="connsiteY3" fmla="*/ 5793916 h 6477000"/>
              <a:gd name="connsiteX4" fmla="*/ 6309883 w 6334689"/>
              <a:gd name="connsiteY4" fmla="*/ 5827089 h 6477000"/>
              <a:gd name="connsiteX5" fmla="*/ 5760467 w 6334689"/>
              <a:gd name="connsiteY5" fmla="*/ 6363539 h 6477000"/>
              <a:gd name="connsiteX6" fmla="*/ 5607796 w 6334689"/>
              <a:gd name="connsiteY6" fmla="*/ 6477000 h 6477000"/>
              <a:gd name="connsiteX7" fmla="*/ 1519571 w 6334689"/>
              <a:gd name="connsiteY7" fmla="*/ 6477000 h 6477000"/>
              <a:gd name="connsiteX8" fmla="*/ 1296088 w 6334689"/>
              <a:gd name="connsiteY8" fmla="*/ 6309883 h 6477000"/>
              <a:gd name="connsiteX9" fmla="*/ 0 w 6334689"/>
              <a:gd name="connsiteY9" fmla="*/ 3561588 h 6477000"/>
              <a:gd name="connsiteX10" fmla="*/ 3561588 w 6334689"/>
              <a:gd name="connsiteY10" fmla="*/ 0 h 647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4689" h="6477000">
                <a:moveTo>
                  <a:pt x="3561588" y="0"/>
                </a:moveTo>
                <a:cubicBezTo>
                  <a:pt x="4668032" y="0"/>
                  <a:pt x="5656635" y="504534"/>
                  <a:pt x="6309883" y="1296087"/>
                </a:cubicBezTo>
                <a:lnTo>
                  <a:pt x="6334689" y="1329261"/>
                </a:lnTo>
                <a:lnTo>
                  <a:pt x="6334689" y="5793916"/>
                </a:lnTo>
                <a:lnTo>
                  <a:pt x="6309883" y="5827089"/>
                </a:lnTo>
                <a:cubicBezTo>
                  <a:pt x="6146571" y="6024977"/>
                  <a:pt x="5962299" y="6204927"/>
                  <a:pt x="5760467" y="6363539"/>
                </a:cubicBezTo>
                <a:lnTo>
                  <a:pt x="5607796" y="6477000"/>
                </a:lnTo>
                <a:lnTo>
                  <a:pt x="1519571" y="6477000"/>
                </a:lnTo>
                <a:lnTo>
                  <a:pt x="1296088" y="6309883"/>
                </a:lnTo>
                <a:cubicBezTo>
                  <a:pt x="504535" y="5656635"/>
                  <a:pt x="0" y="4668032"/>
                  <a:pt x="0" y="3561588"/>
                </a:cubicBezTo>
                <a:cubicBezTo>
                  <a:pt x="0" y="1594577"/>
                  <a:pt x="1594577" y="0"/>
                  <a:pt x="3561588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98EBA13-C937-430B-9523-439FE2109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1086" y="544777"/>
            <a:ext cx="6170914" cy="6313225"/>
          </a:xfrm>
          <a:custGeom>
            <a:avLst/>
            <a:gdLst>
              <a:gd name="connsiteX0" fmla="*/ 3397813 w 6170914"/>
              <a:gd name="connsiteY0" fmla="*/ 0 h 6313225"/>
              <a:gd name="connsiteX1" fmla="*/ 6019731 w 6170914"/>
              <a:gd name="connsiteY1" fmla="*/ 1236489 h 6313225"/>
              <a:gd name="connsiteX2" fmla="*/ 6170914 w 6170914"/>
              <a:gd name="connsiteY2" fmla="*/ 1438663 h 6313225"/>
              <a:gd name="connsiteX3" fmla="*/ 6170914 w 6170914"/>
              <a:gd name="connsiteY3" fmla="*/ 5356963 h 6313225"/>
              <a:gd name="connsiteX4" fmla="*/ 6019731 w 6170914"/>
              <a:gd name="connsiteY4" fmla="*/ 5559138 h 6313225"/>
              <a:gd name="connsiteX5" fmla="*/ 5194591 w 6170914"/>
              <a:gd name="connsiteY5" fmla="*/ 6282226 h 6313225"/>
              <a:gd name="connsiteX6" fmla="*/ 5141791 w 6170914"/>
              <a:gd name="connsiteY6" fmla="*/ 6313225 h 6313225"/>
              <a:gd name="connsiteX7" fmla="*/ 1659199 w 6170914"/>
              <a:gd name="connsiteY7" fmla="*/ 6313225 h 6313225"/>
              <a:gd name="connsiteX8" fmla="*/ 1498064 w 6170914"/>
              <a:gd name="connsiteY8" fmla="*/ 6215333 h 6313225"/>
              <a:gd name="connsiteX9" fmla="*/ 0 w 6170914"/>
              <a:gd name="connsiteY9" fmla="*/ 3397813 h 6313225"/>
              <a:gd name="connsiteX10" fmla="*/ 3397813 w 6170914"/>
              <a:gd name="connsiteY10" fmla="*/ 0 h 631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70914" h="6313225">
                <a:moveTo>
                  <a:pt x="3397813" y="0"/>
                </a:moveTo>
                <a:cubicBezTo>
                  <a:pt x="4453378" y="0"/>
                  <a:pt x="5396522" y="481334"/>
                  <a:pt x="6019731" y="1236489"/>
                </a:cubicBezTo>
                <a:lnTo>
                  <a:pt x="6170914" y="1438663"/>
                </a:lnTo>
                <a:lnTo>
                  <a:pt x="6170914" y="5356963"/>
                </a:lnTo>
                <a:lnTo>
                  <a:pt x="6019731" y="5559138"/>
                </a:lnTo>
                <a:cubicBezTo>
                  <a:pt x="5786028" y="5842321"/>
                  <a:pt x="5507333" y="6086998"/>
                  <a:pt x="5194591" y="6282226"/>
                </a:cubicBezTo>
                <a:lnTo>
                  <a:pt x="5141791" y="6313225"/>
                </a:lnTo>
                <a:lnTo>
                  <a:pt x="1659199" y="6313225"/>
                </a:lnTo>
                <a:lnTo>
                  <a:pt x="1498064" y="6215333"/>
                </a:lnTo>
                <a:cubicBezTo>
                  <a:pt x="594240" y="5604721"/>
                  <a:pt x="0" y="4570663"/>
                  <a:pt x="0" y="3397813"/>
                </a:cubicBezTo>
                <a:cubicBezTo>
                  <a:pt x="0" y="1521253"/>
                  <a:pt x="1521253" y="0"/>
                  <a:pt x="33978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1FFB3611-C8E7-4E19-AA8F-2C41B3CBB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0424" y="1845770"/>
            <a:ext cx="43338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234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F047A1-09C2-43F6-A011-ABAB8A6C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s-ES" sz="6000">
                <a:solidFill>
                  <a:schemeClr val="bg1"/>
                </a:solidFill>
              </a:rPr>
              <a:t>Estadística Descriptiva:</a:t>
            </a:r>
            <a:br>
              <a:rPr lang="es-ES" sz="6000">
                <a:solidFill>
                  <a:schemeClr val="bg1"/>
                </a:solidFill>
              </a:rPr>
            </a:br>
            <a:r>
              <a:rPr lang="es-ES" sz="6000">
                <a:solidFill>
                  <a:schemeClr val="bg1"/>
                </a:solidFill>
              </a:rPr>
              <a:t> </a:t>
            </a:r>
            <a:br>
              <a:rPr lang="es-ES" sz="6000">
                <a:solidFill>
                  <a:schemeClr val="bg1"/>
                </a:solidFill>
              </a:rPr>
            </a:br>
            <a:r>
              <a:rPr lang="es-ES" sz="6000">
                <a:solidFill>
                  <a:schemeClr val="bg1"/>
                </a:solidFill>
              </a:rPr>
              <a:t>Análisis de 1 variable</a:t>
            </a:r>
            <a:endParaRPr lang="es-CO" sz="6000">
              <a:solidFill>
                <a:schemeClr val="bg1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BCFA9E4-875C-47DF-95F5-AF58F99E0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21677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51879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D757B-4FEE-485F-ABFF-7E04E7C7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599"/>
            <a:ext cx="10515600" cy="71256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/>
              <a:t>Análisis Grafico. Análisis de 1 variable</a:t>
            </a:r>
            <a:endParaRPr lang="es-CO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A1DCA36-6050-4495-A7AD-07F6FC186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1" y="977568"/>
            <a:ext cx="11241998" cy="57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88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F047A1-09C2-43F6-A011-ABAB8A6C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Estadística Descriptiva:</a:t>
            </a:r>
            <a:b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Análisis de 2 variables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BCFA9E4-875C-47DF-95F5-AF58F99E0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240470"/>
              </p:ext>
            </p:extLst>
          </p:nvPr>
        </p:nvGraphicFramePr>
        <p:xfrm>
          <a:off x="5438775" y="228600"/>
          <a:ext cx="6200775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02966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352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5D8BC3-9750-4900-AD0B-113E06D3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 de tabla de distribución de frecuencias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A97291-CC36-43D2-B2A2-4BB62EB9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11" y="961812"/>
            <a:ext cx="6754776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536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D757B-4FEE-485F-ABFF-7E04E7C7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599"/>
            <a:ext cx="10515600" cy="71256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/>
              <a:t>Análisis Grafico. Análisis de 2 variables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78F7F9-C2E8-4687-9DBE-5ADC138A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75" y="1713928"/>
            <a:ext cx="11150550" cy="4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817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5A333-ED89-424B-85A9-7FD2F76A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06" y="102478"/>
            <a:ext cx="10515600" cy="1325563"/>
          </a:xfrm>
        </p:spPr>
        <p:txBody>
          <a:bodyPr/>
          <a:lstStyle/>
          <a:p>
            <a:r>
              <a:rPr lang="es-ES" dirty="0"/>
              <a:t>Análisis Grafico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960E60-5682-43CC-818B-A0D9D08A8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0106" y="1562978"/>
            <a:ext cx="5181600" cy="4351338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s-ES" dirty="0"/>
              <a:t>Presentación Final</a:t>
            </a:r>
          </a:p>
          <a:p>
            <a:pPr lvl="1"/>
            <a:r>
              <a:rPr lang="es-ES" dirty="0"/>
              <a:t>Charts</a:t>
            </a:r>
          </a:p>
          <a:p>
            <a:pPr lvl="1"/>
            <a:r>
              <a:rPr lang="es-ES" dirty="0"/>
              <a:t>Tables</a:t>
            </a:r>
          </a:p>
          <a:p>
            <a:pPr lvl="1"/>
            <a:r>
              <a:rPr lang="es-ES" dirty="0" err="1"/>
              <a:t>Graphs</a:t>
            </a:r>
            <a:endParaRPr lang="es-ES" dirty="0"/>
          </a:p>
          <a:p>
            <a:pPr lvl="1"/>
            <a:r>
              <a:rPr lang="es-ES" dirty="0" err="1"/>
              <a:t>Maps</a:t>
            </a:r>
            <a:endParaRPr lang="es-ES" dirty="0"/>
          </a:p>
          <a:p>
            <a:pPr lvl="1"/>
            <a:r>
              <a:rPr lang="es-ES" dirty="0" err="1"/>
              <a:t>Infographics</a:t>
            </a:r>
            <a:endParaRPr lang="es-ES" dirty="0"/>
          </a:p>
          <a:p>
            <a:pPr lvl="1"/>
            <a:r>
              <a:rPr lang="es-ES" dirty="0" err="1"/>
              <a:t>Dashboards</a:t>
            </a: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20845EE-4AE1-4F47-A75F-E968BA039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4106" y="1562978"/>
            <a:ext cx="5181600" cy="43513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s-ES" dirty="0"/>
              <a:t>Tipos de Gráficos</a:t>
            </a:r>
          </a:p>
          <a:p>
            <a:pPr lvl="1"/>
            <a:r>
              <a:rPr lang="es-CO" dirty="0" err="1"/>
              <a:t>Area</a:t>
            </a:r>
            <a:r>
              <a:rPr lang="es-CO" dirty="0"/>
              <a:t> Chart</a:t>
            </a:r>
          </a:p>
          <a:p>
            <a:pPr lvl="1"/>
            <a:r>
              <a:rPr lang="es-CO" dirty="0"/>
              <a:t>Bar Chart</a:t>
            </a:r>
          </a:p>
          <a:p>
            <a:pPr lvl="1"/>
            <a:r>
              <a:rPr lang="es-CO" dirty="0"/>
              <a:t>Box-and-</a:t>
            </a:r>
            <a:r>
              <a:rPr lang="es-CO" dirty="0" err="1"/>
              <a:t>whisker</a:t>
            </a:r>
            <a:r>
              <a:rPr lang="es-CO" dirty="0"/>
              <a:t> </a:t>
            </a:r>
            <a:r>
              <a:rPr lang="es-CO" dirty="0" err="1"/>
              <a:t>Plots</a:t>
            </a:r>
            <a:endParaRPr lang="es-CO" dirty="0"/>
          </a:p>
          <a:p>
            <a:pPr lvl="1"/>
            <a:r>
              <a:rPr lang="es-CO" dirty="0" err="1"/>
              <a:t>Bubble</a:t>
            </a:r>
            <a:r>
              <a:rPr lang="es-CO" dirty="0"/>
              <a:t> Cloud</a:t>
            </a:r>
          </a:p>
          <a:p>
            <a:pPr lvl="1"/>
            <a:r>
              <a:rPr lang="es-CO" dirty="0" err="1"/>
              <a:t>Bullet</a:t>
            </a:r>
            <a:r>
              <a:rPr lang="es-CO" dirty="0"/>
              <a:t> </a:t>
            </a:r>
            <a:r>
              <a:rPr lang="es-CO" dirty="0" err="1"/>
              <a:t>Graph</a:t>
            </a:r>
            <a:endParaRPr lang="es-CO" dirty="0"/>
          </a:p>
          <a:p>
            <a:pPr lvl="1"/>
            <a:r>
              <a:rPr lang="es-CO" dirty="0" err="1"/>
              <a:t>Cartogram</a:t>
            </a:r>
            <a:endParaRPr lang="es-CO" dirty="0"/>
          </a:p>
          <a:p>
            <a:pPr lvl="1"/>
            <a:r>
              <a:rPr lang="es-CO" dirty="0" err="1"/>
              <a:t>Circle</a:t>
            </a:r>
            <a:r>
              <a:rPr lang="es-CO" dirty="0"/>
              <a:t> View</a:t>
            </a:r>
          </a:p>
          <a:p>
            <a:pPr lvl="1"/>
            <a:r>
              <a:rPr lang="es-CO" dirty="0" err="1"/>
              <a:t>Dot</a:t>
            </a:r>
            <a:r>
              <a:rPr lang="es-CO" dirty="0"/>
              <a:t> </a:t>
            </a:r>
            <a:r>
              <a:rPr lang="es-CO" dirty="0" err="1"/>
              <a:t>Distribution</a:t>
            </a:r>
            <a:r>
              <a:rPr lang="es-CO" dirty="0"/>
              <a:t> </a:t>
            </a:r>
            <a:r>
              <a:rPr lang="es-CO" dirty="0" err="1"/>
              <a:t>Map</a:t>
            </a:r>
            <a:endParaRPr lang="es-CO" dirty="0"/>
          </a:p>
          <a:p>
            <a:pPr lvl="1"/>
            <a:r>
              <a:rPr lang="es-CO" dirty="0"/>
              <a:t>Gantt Chart</a:t>
            </a:r>
          </a:p>
          <a:p>
            <a:pPr lvl="1"/>
            <a:r>
              <a:rPr lang="es-CO" dirty="0" err="1"/>
              <a:t>Heat</a:t>
            </a:r>
            <a:r>
              <a:rPr lang="es-CO" dirty="0"/>
              <a:t> </a:t>
            </a:r>
            <a:r>
              <a:rPr lang="es-CO" dirty="0" err="1"/>
              <a:t>Map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96568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54B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B609C7-CB7C-4959-AC1B-48DB8D19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s-ES" sz="2600">
                <a:solidFill>
                  <a:srgbClr val="FFFFFF"/>
                </a:solidFill>
              </a:rPr>
              <a:t>3 o mas variables</a:t>
            </a:r>
            <a:endParaRPr lang="es-CO" sz="2600">
              <a:solidFill>
                <a:srgbClr val="FFFFFF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9EE21C-63EE-4A13-A0B8-A38DB814E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259" y="657226"/>
            <a:ext cx="76708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321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 robot con cara humana">
            <a:extLst>
              <a:ext uri="{FF2B5EF4-FFF2-40B4-BE49-F238E27FC236}">
                <a16:creationId xmlns:a16="http://schemas.microsoft.com/office/drawing/2014/main" id="{9F70C500-1788-40BC-BCDA-50F7AB61B2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3623BE-6CAD-4759-BB49-B8BB19ED6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s-ES" sz="4000"/>
              <a:t>Modelos Diagnósticos</a:t>
            </a:r>
            <a:endParaRPr lang="es-CO" sz="40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E21034-457E-4DC0-B973-CCA9135C0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r>
              <a:rPr lang="es-ES" sz="2000"/>
              <a:t>Estadística Inferencial</a:t>
            </a:r>
            <a:endParaRPr lang="es-CO" sz="2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8373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697B6-5E1A-4ADA-AE6D-BF1117963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s-CO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Probabilidad para la ciencia de datos y las variables aleatorias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03ECB-8171-4B8B-8210-CCDF86821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05405" y="1119974"/>
            <a:ext cx="5534018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2400" dirty="0"/>
              <a:t>¿Qué es la probabilidad?</a:t>
            </a:r>
          </a:p>
          <a:p>
            <a:pPr lvl="1"/>
            <a:r>
              <a:rPr lang="es-CO" dirty="0"/>
              <a:t>La forma de medir la incertidumbre.</a:t>
            </a:r>
          </a:p>
          <a:p>
            <a:pPr lvl="1"/>
            <a:r>
              <a:rPr lang="es-CO" dirty="0"/>
              <a:t>Probabilidad de que ocurra un evento </a:t>
            </a:r>
          </a:p>
          <a:p>
            <a:pPr lvl="1"/>
            <a:r>
              <a:rPr lang="es-CO" dirty="0"/>
              <a:t>La probabilidad es la medida de la probabilidad de que ocurra un evento. </a:t>
            </a:r>
          </a:p>
          <a:p>
            <a:pPr lvl="2"/>
            <a:r>
              <a:rPr lang="es-CO" sz="2400" dirty="0"/>
              <a:t>La probabilidad se cuantifica como un número entre 0 y 1, donde 0 indica imposibilidad y 1 indica certeza absoluta.</a:t>
            </a:r>
          </a:p>
        </p:txBody>
      </p:sp>
    </p:spTree>
    <p:extLst>
      <p:ext uri="{BB962C8B-B14F-4D97-AF65-F5344CB8AC3E}">
        <p14:creationId xmlns:p14="http://schemas.microsoft.com/office/powerpoint/2010/main" val="41083197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8B0E8B-5418-4726-9FD0-A6724F1B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347" y="137626"/>
            <a:ext cx="3505495" cy="9913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Muestreo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C7CB68-65A4-4BC4-A579-7BB1E6BAC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2006" y="1263107"/>
            <a:ext cx="4165963" cy="5212337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s-CO" sz="1800" dirty="0"/>
              <a:t>Es la selección de un(os) subconjunto(s) (muestra(s)) de observaciones (registros) de una población para estimar las características de la población total, por: </a:t>
            </a:r>
          </a:p>
          <a:p>
            <a:pPr lvl="1"/>
            <a:r>
              <a:rPr lang="es-CO" sz="1800" dirty="0"/>
              <a:t>Costos de procesamiento en el caso de que tengas toda la población o muchas observaciones (Big Data N=n)</a:t>
            </a:r>
          </a:p>
          <a:p>
            <a:pPr lvl="1"/>
            <a:r>
              <a:rPr lang="es-CO" sz="1800" dirty="0"/>
              <a:t>Es muy costoso recolectar la información de toda la población.</a:t>
            </a:r>
          </a:p>
          <a:p>
            <a:r>
              <a:rPr lang="es-CO" sz="1800" dirty="0"/>
              <a:t>El objetivo del investigador no es sacar conclusiones sobre la muestra, sino sacar conclusiones sobre la población a partir de la muestra proporcionada.</a:t>
            </a:r>
          </a:p>
          <a:p>
            <a:r>
              <a:rPr lang="es-CO" sz="1800" dirty="0"/>
              <a:t>Tipos de muestreo</a:t>
            </a:r>
          </a:p>
          <a:p>
            <a:pPr lvl="1"/>
            <a:r>
              <a:rPr lang="es-CO" sz="1800" dirty="0"/>
              <a:t>muestreo aleatorio</a:t>
            </a:r>
          </a:p>
          <a:p>
            <a:pPr lvl="1"/>
            <a:r>
              <a:rPr lang="es-CO" sz="1800" dirty="0"/>
              <a:t>muestreo Ad Hoc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393560-35BF-4E1F-8FFA-8F38E059B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019645"/>
            <a:ext cx="6019331" cy="481546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6641352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F4DA32-DA73-413A-8C14-18BF1DD7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Usos del análisis </a:t>
            </a:r>
            <a:r>
              <a:rPr lang="es-CO" sz="4000">
                <a:solidFill>
                  <a:srgbClr val="FFFFFF"/>
                </a:solidFill>
              </a:rPr>
              <a:t>diagnóstico</a:t>
            </a:r>
            <a:r>
              <a:rPr lang="es-CO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Test estadísticos</a:t>
            </a:r>
            <a:endParaRPr lang="es-CO" sz="4000" kern="1200" dirty="0">
              <a:solidFill>
                <a:srgbClr val="FFFFFF"/>
              </a:solidFill>
              <a:latin typeface="+mj-lt"/>
              <a:ea typeface="Calibri Light"/>
              <a:cs typeface="Calibri Light"/>
            </a:endParaRPr>
          </a:p>
        </p:txBody>
      </p:sp>
      <p:graphicFrame>
        <p:nvGraphicFramePr>
          <p:cNvPr id="17" name="Marcador de contenido 3">
            <a:extLst>
              <a:ext uri="{FF2B5EF4-FFF2-40B4-BE49-F238E27FC236}">
                <a16:creationId xmlns:a16="http://schemas.microsoft.com/office/drawing/2014/main" id="{5F9CA0B0-E141-45C9-A84C-F41B18D15B5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24332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9887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91100-F14C-416E-A4B2-B4D394413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CO" sz="4000">
                <a:solidFill>
                  <a:srgbClr val="FFFFFF"/>
                </a:solidFill>
              </a:rPr>
              <a:t>Hipótesis y el análisis diagnóstico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D463-C2C9-41D8-97AB-94F95B9A1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1" y="1885279"/>
            <a:ext cx="10887074" cy="4391696"/>
          </a:xfrm>
        </p:spPr>
        <p:txBody>
          <a:bodyPr anchor="ctr">
            <a:normAutofit/>
          </a:bodyPr>
          <a:lstStyle/>
          <a:p>
            <a:r>
              <a:rPr lang="es-CO" sz="2400" dirty="0"/>
              <a:t>Suposición hecha a partir de unos datos que sirve de base para iniciar una investigación o una argumentación o una predicción.</a:t>
            </a:r>
          </a:p>
          <a:p>
            <a:r>
              <a:rPr lang="es-CO" sz="2400" dirty="0"/>
              <a:t>Las hipótesis se construyen a partir de las preguntas diagnosticas principalmente que relacionan 2 o mas variables.</a:t>
            </a:r>
          </a:p>
          <a:p>
            <a:r>
              <a:rPr lang="es-CO" sz="2400" dirty="0"/>
              <a:t>Prueba de hipótesis.</a:t>
            </a:r>
          </a:p>
          <a:p>
            <a:pPr lvl="1"/>
            <a:r>
              <a:rPr lang="es-ES" b="1" dirty="0"/>
              <a:t>Hipótesis nula : </a:t>
            </a:r>
            <a:r>
              <a:rPr lang="es-ES" dirty="0"/>
              <a:t>lo que se conoce como verdadero para el modelo y lo que queremos probar. Esto es lo que queremos probar.</a:t>
            </a:r>
          </a:p>
          <a:p>
            <a:pPr lvl="1"/>
            <a:r>
              <a:rPr lang="es-ES" b="1" dirty="0"/>
              <a:t>Hipótesis alternativa : </a:t>
            </a:r>
            <a:r>
              <a:rPr lang="es-ES" dirty="0"/>
              <a:t>lo que debemos aceptar si la hipótesis nula no es cierta.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299580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CF868A-77B4-45B9-94AA-3D3B049D0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</a:rPr>
              <a:t>Determine su nivel de significancia p</a:t>
            </a:r>
            <a:endParaRPr lang="es-CO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884234-A4EF-47E1-AA98-51C03AD0F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s-ES" sz="2400" dirty="0"/>
              <a:t>Su nivel de significancia indica qué tan seguro está de los resultados que ha calculado para respaldar o rechazar la hipótesis nula. </a:t>
            </a:r>
          </a:p>
          <a:p>
            <a:r>
              <a:rPr lang="es-ES" sz="2400" dirty="0"/>
              <a:t>Se le conoce como p. </a:t>
            </a:r>
          </a:p>
          <a:p>
            <a:r>
              <a:rPr lang="es-ES" sz="2400" dirty="0"/>
              <a:t>El valor habitual para p es entre 1% a 5%. </a:t>
            </a:r>
          </a:p>
          <a:p>
            <a:r>
              <a:rPr lang="es-ES" sz="2400" dirty="0"/>
              <a:t>El valor p es el nivel mínimo de importancia antes de que la hipótesis nula pueda ser rechazada</a:t>
            </a:r>
          </a:p>
          <a:p>
            <a:r>
              <a:rPr lang="es-CO" sz="2400" dirty="0"/>
              <a:t>En esencia, la prueba de hipótesis se trata solo de verificar si nuestros valores observados hacen que la hipótesis nula sea rechazada o aceptada.</a:t>
            </a:r>
          </a:p>
        </p:txBody>
      </p:sp>
    </p:spTree>
    <p:extLst>
      <p:ext uri="{BB962C8B-B14F-4D97-AF65-F5344CB8AC3E}">
        <p14:creationId xmlns:p14="http://schemas.microsoft.com/office/powerpoint/2010/main" val="245786359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B09EE4-AE50-4607-8B61-7969AED2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s-ES" sz="5600">
                <a:solidFill>
                  <a:schemeClr val="bg1"/>
                </a:solidFill>
              </a:rPr>
              <a:t>Técnicas estadísticas para calcular el nivel de significancia</a:t>
            </a:r>
            <a:endParaRPr lang="es-CO" sz="5600">
              <a:solidFill>
                <a:schemeClr val="bg1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7B969EB-50D6-43DF-91E9-9616787CF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334278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9057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FEA32D-2364-47C0-AD4E-B2603252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524000"/>
            <a:ext cx="3788427" cy="4690532"/>
          </a:xfrm>
        </p:spPr>
        <p:txBody>
          <a:bodyPr anchor="t">
            <a:norm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Prueba de hipótesis para probar la relación entre dos variables de un </a:t>
            </a:r>
            <a:r>
              <a:rPr lang="es-CO" dirty="0" err="1">
                <a:solidFill>
                  <a:schemeClr val="bg1"/>
                </a:solidFill>
              </a:rPr>
              <a:t>dataset</a:t>
            </a:r>
            <a:r>
              <a:rPr lang="es-CO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FF16A6-524B-49EB-9946-69662C8C3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>
            <a:normAutofit/>
          </a:bodyPr>
          <a:lstStyle/>
          <a:p>
            <a:r>
              <a:rPr lang="es-CO" sz="2400" b="1" dirty="0"/>
              <a:t>Ho:</a:t>
            </a:r>
            <a:r>
              <a:rPr lang="es-CO" sz="2400" dirty="0"/>
              <a:t> El tema de una PQRS no tiene relación con el tiempo de respuesta. </a:t>
            </a:r>
          </a:p>
          <a:p>
            <a:r>
              <a:rPr lang="es-CO" sz="2400" b="1" dirty="0"/>
              <a:t>Ha:</a:t>
            </a:r>
            <a:r>
              <a:rPr lang="es-CO" sz="2400" dirty="0"/>
              <a:t> </a:t>
            </a:r>
            <a:r>
              <a:rPr lang="es-ES" sz="2400" dirty="0"/>
              <a:t>El tema de una PQRS tiene relación con el tiempo de respuesta</a:t>
            </a:r>
            <a:r>
              <a:rPr lang="es-CO" sz="2400" dirty="0"/>
              <a:t>.</a:t>
            </a:r>
          </a:p>
          <a:p>
            <a:r>
              <a:rPr lang="es-CO" sz="2400" dirty="0"/>
              <a:t>Se utilizan las columnas de tema y el tiempo de respuesta para calcular usando alguna de las técnicas.</a:t>
            </a:r>
          </a:p>
          <a:p>
            <a:pPr lvl="1"/>
            <a:r>
              <a:rPr lang="es-CO" dirty="0"/>
              <a:t>Si el valor de significancia p calculado da por encima de 5% se acepta la hipótesis nula, de lo contrario se rechaza</a:t>
            </a:r>
          </a:p>
        </p:txBody>
      </p:sp>
    </p:spTree>
    <p:extLst>
      <p:ext uri="{BB962C8B-B14F-4D97-AF65-F5344CB8AC3E}">
        <p14:creationId xmlns:p14="http://schemas.microsoft.com/office/powerpoint/2010/main" val="12975503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1EF601-291E-4CDA-BACB-40A309DD5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Pruebas A/B</a:t>
            </a:r>
            <a:endParaRPr lang="es-CO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638560-8D55-4136-83DE-657EA6173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1891970"/>
            <a:ext cx="10744200" cy="4671492"/>
          </a:xfrm>
        </p:spPr>
        <p:txBody>
          <a:bodyPr anchor="ctr">
            <a:noAutofit/>
          </a:bodyPr>
          <a:lstStyle/>
          <a:p>
            <a:r>
              <a:rPr lang="es-ES" sz="2400" dirty="0"/>
              <a:t>Consideramos que tenemos una tarea de encontrar si los estudiantes universitarios que duermen </a:t>
            </a:r>
            <a:r>
              <a:rPr lang="es-ES" sz="2400" b="1" dirty="0"/>
              <a:t>8 horas al día </a:t>
            </a:r>
            <a:r>
              <a:rPr lang="es-ES" sz="2400" dirty="0"/>
              <a:t>obtienen calificaciones más altas que los que duermen menos de </a:t>
            </a:r>
            <a:r>
              <a:rPr lang="es-ES" sz="2400" b="1" dirty="0"/>
              <a:t>6 horas al día</a:t>
            </a:r>
            <a:r>
              <a:rPr lang="es-ES" sz="2400" dirty="0"/>
              <a:t>.</a:t>
            </a:r>
          </a:p>
          <a:p>
            <a:r>
              <a:rPr lang="es-ES" sz="2400" dirty="0"/>
              <a:t>Lo que hacemos en cambio es obtener una muestra de cada grupo y hacer una comparación basada en sus datos.</a:t>
            </a:r>
          </a:p>
          <a:p>
            <a:pPr lvl="1"/>
            <a:r>
              <a:rPr lang="es-ES" b="1" dirty="0"/>
              <a:t>La población </a:t>
            </a:r>
            <a:r>
              <a:rPr lang="es-ES" dirty="0"/>
              <a:t>son todos los elementos que representan un grupo.</a:t>
            </a:r>
          </a:p>
          <a:p>
            <a:pPr lvl="1"/>
            <a:r>
              <a:rPr lang="es-ES" b="1" dirty="0"/>
              <a:t>La muestra </a:t>
            </a:r>
            <a:r>
              <a:rPr lang="es-ES" dirty="0"/>
              <a:t>es un subconjunto de la población.</a:t>
            </a:r>
          </a:p>
          <a:p>
            <a:pPr lvl="1"/>
            <a:r>
              <a:rPr lang="es-ES" dirty="0"/>
              <a:t>Los estudiantes universitarios en los EE. UU. Son una población. 1000 estudiantes universitarios elegidos al azar en los EE. UU. Es una muestra extraída de esta población.</a:t>
            </a:r>
          </a:p>
          <a:p>
            <a:pPr lvl="2"/>
            <a:r>
              <a:rPr lang="es-ES" sz="2400" b="1" dirty="0"/>
              <a:t>Hipótesis nula: </a:t>
            </a:r>
            <a:r>
              <a:rPr lang="es-ES" sz="2400" dirty="0"/>
              <a:t>dormir 8 horas al día no genera mejores calificaciones</a:t>
            </a:r>
          </a:p>
          <a:p>
            <a:pPr lvl="2"/>
            <a:r>
              <a:rPr lang="es-ES" sz="2400" b="1" dirty="0"/>
              <a:t>Hipótesis alternativa: </a:t>
            </a:r>
            <a:r>
              <a:rPr lang="es-ES" sz="2400" dirty="0"/>
              <a:t>dormir 8 horas al día si genera mejores calificaciones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4027152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189306-04D9-4982-9EBE-938B344A1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2C4642-2AB4-49A1-89D9-3E5C01E99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1872577" y="1372793"/>
            <a:ext cx="6135300" cy="5537781"/>
          </a:xfrm>
          <a:custGeom>
            <a:avLst/>
            <a:gdLst>
              <a:gd name="connsiteX0" fmla="*/ 0 w 6135300"/>
              <a:gd name="connsiteY0" fmla="*/ 0 h 5537781"/>
              <a:gd name="connsiteX1" fmla="*/ 6135300 w 6135300"/>
              <a:gd name="connsiteY1" fmla="*/ 0 h 5537781"/>
              <a:gd name="connsiteX2" fmla="*/ 6135300 w 6135300"/>
              <a:gd name="connsiteY2" fmla="*/ 3548931 h 5537781"/>
              <a:gd name="connsiteX3" fmla="*/ 4146451 w 6135300"/>
              <a:gd name="connsiteY3" fmla="*/ 5537781 h 5537781"/>
              <a:gd name="connsiteX4" fmla="*/ 0 w 6135300"/>
              <a:gd name="connsiteY4" fmla="*/ 1391331 h 553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5537781">
                <a:moveTo>
                  <a:pt x="0" y="0"/>
                </a:moveTo>
                <a:lnTo>
                  <a:pt x="6135300" y="0"/>
                </a:lnTo>
                <a:lnTo>
                  <a:pt x="6135300" y="3548931"/>
                </a:lnTo>
                <a:lnTo>
                  <a:pt x="4146451" y="5537781"/>
                </a:lnTo>
                <a:lnTo>
                  <a:pt x="0" y="1391331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EAAEF9-78E9-4B67-93B4-CD09F757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69931" y="-1536286"/>
            <a:ext cx="6135300" cy="6135298"/>
          </a:xfrm>
          <a:custGeom>
            <a:avLst/>
            <a:gdLst>
              <a:gd name="connsiteX0" fmla="*/ 0 w 6135300"/>
              <a:gd name="connsiteY0" fmla="*/ 3971712 h 6135298"/>
              <a:gd name="connsiteX1" fmla="*/ 3971712 w 6135300"/>
              <a:gd name="connsiteY1" fmla="*/ 0 h 6135298"/>
              <a:gd name="connsiteX2" fmla="*/ 6135300 w 6135300"/>
              <a:gd name="connsiteY2" fmla="*/ 0 h 6135298"/>
              <a:gd name="connsiteX3" fmla="*/ 6135300 w 6135300"/>
              <a:gd name="connsiteY3" fmla="*/ 6135298 h 6135298"/>
              <a:gd name="connsiteX4" fmla="*/ 0 w 6135300"/>
              <a:gd name="connsiteY4" fmla="*/ 6135298 h 6135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6135298">
                <a:moveTo>
                  <a:pt x="0" y="3971712"/>
                </a:moveTo>
                <a:lnTo>
                  <a:pt x="3971712" y="0"/>
                </a:lnTo>
                <a:lnTo>
                  <a:pt x="6135300" y="0"/>
                </a:lnTo>
                <a:lnTo>
                  <a:pt x="6135300" y="6135298"/>
                </a:lnTo>
                <a:lnTo>
                  <a:pt x="0" y="6135298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E23D09-8BA3-4FEE-892D-ACE847DC0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050242" y="292975"/>
            <a:ext cx="5056735" cy="9206602"/>
          </a:xfrm>
          <a:custGeom>
            <a:avLst/>
            <a:gdLst>
              <a:gd name="connsiteX0" fmla="*/ 0 w 5053652"/>
              <a:gd name="connsiteY0" fmla="*/ 209273 h 9200989"/>
              <a:gd name="connsiteX1" fmla="*/ 209274 w 5053652"/>
              <a:gd name="connsiteY1" fmla="*/ 0 h 9200989"/>
              <a:gd name="connsiteX2" fmla="*/ 5053652 w 5053652"/>
              <a:gd name="connsiteY2" fmla="*/ 4844379 h 9200989"/>
              <a:gd name="connsiteX3" fmla="*/ 697042 w 5053652"/>
              <a:gd name="connsiteY3" fmla="*/ 9200989 h 9200989"/>
              <a:gd name="connsiteX4" fmla="*/ 0 w 5053652"/>
              <a:gd name="connsiteY4" fmla="*/ 9200989 h 9200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3652" h="9200989">
                <a:moveTo>
                  <a:pt x="0" y="209273"/>
                </a:moveTo>
                <a:lnTo>
                  <a:pt x="209274" y="0"/>
                </a:lnTo>
                <a:lnTo>
                  <a:pt x="5053652" y="4844379"/>
                </a:lnTo>
                <a:lnTo>
                  <a:pt x="697042" y="9200989"/>
                </a:lnTo>
                <a:lnTo>
                  <a:pt x="0" y="9200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38684" y="1316432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BFBE7AA-40DE-4FE5-B385-5CA874501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563919" y="753376"/>
            <a:ext cx="5353835" cy="5353835"/>
          </a:xfrm>
          <a:custGeom>
            <a:avLst/>
            <a:gdLst>
              <a:gd name="connsiteX0" fmla="*/ 690506 w 5353835"/>
              <a:gd name="connsiteY0" fmla="*/ 5273742 h 5353835"/>
              <a:gd name="connsiteX1" fmla="*/ 4927602 w 5353835"/>
              <a:gd name="connsiteY1" fmla="*/ 5273742 h 5353835"/>
              <a:gd name="connsiteX2" fmla="*/ 4847509 w 5353835"/>
              <a:gd name="connsiteY2" fmla="*/ 5353835 h 5353835"/>
              <a:gd name="connsiteX3" fmla="*/ 770599 w 5353835"/>
              <a:gd name="connsiteY3" fmla="*/ 5353835 h 5353835"/>
              <a:gd name="connsiteX4" fmla="*/ 422575 w 5353835"/>
              <a:gd name="connsiteY4" fmla="*/ 80093 h 5353835"/>
              <a:gd name="connsiteX5" fmla="*/ 50266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47509 h 5353835"/>
              <a:gd name="connsiteX8" fmla="*/ 5273742 w 5353835"/>
              <a:gd name="connsiteY8" fmla="*/ 4927602 h 5353835"/>
              <a:gd name="connsiteX9" fmla="*/ 5273742 w 5353835"/>
              <a:gd name="connsiteY9" fmla="*/ 80093 h 5353835"/>
              <a:gd name="connsiteX10" fmla="*/ 0 w 5353835"/>
              <a:gd name="connsiteY10" fmla="*/ 502667 h 5353835"/>
              <a:gd name="connsiteX11" fmla="*/ 80093 w 5353835"/>
              <a:gd name="connsiteY11" fmla="*/ 422574 h 5353835"/>
              <a:gd name="connsiteX12" fmla="*/ 80093 w 5353835"/>
              <a:gd name="connsiteY12" fmla="*/ 4663329 h 5353835"/>
              <a:gd name="connsiteX13" fmla="*/ 0 w 5353835"/>
              <a:gd name="connsiteY13" fmla="*/ 4583236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6" y="5273742"/>
                </a:moveTo>
                <a:lnTo>
                  <a:pt x="4927602" y="5273742"/>
                </a:lnTo>
                <a:lnTo>
                  <a:pt x="4847509" y="5353835"/>
                </a:lnTo>
                <a:lnTo>
                  <a:pt x="770599" y="5353835"/>
                </a:lnTo>
                <a:close/>
                <a:moveTo>
                  <a:pt x="422575" y="80093"/>
                </a:moveTo>
                <a:lnTo>
                  <a:pt x="502668" y="0"/>
                </a:lnTo>
                <a:lnTo>
                  <a:pt x="5353835" y="0"/>
                </a:lnTo>
                <a:lnTo>
                  <a:pt x="5353835" y="4847509"/>
                </a:lnTo>
                <a:lnTo>
                  <a:pt x="5273742" y="4927602"/>
                </a:lnTo>
                <a:lnTo>
                  <a:pt x="5273742" y="80093"/>
                </a:lnTo>
                <a:close/>
                <a:moveTo>
                  <a:pt x="0" y="502667"/>
                </a:moveTo>
                <a:lnTo>
                  <a:pt x="80093" y="422574"/>
                </a:lnTo>
                <a:lnTo>
                  <a:pt x="80093" y="4663329"/>
                </a:lnTo>
                <a:lnTo>
                  <a:pt x="0" y="4583236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3623BE-6CAD-4759-BB49-B8BB19ED6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701" y="2452526"/>
            <a:ext cx="4248318" cy="1952947"/>
          </a:xfrm>
          <a:noFill/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080808"/>
                </a:solidFill>
              </a:rPr>
              <a:t>Modelos Predictivos</a:t>
            </a:r>
            <a:endParaRPr lang="es-CO" sz="3600">
              <a:solidFill>
                <a:srgbClr val="080808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E21034-457E-4DC0-B973-CCA9135C0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745" y="4557900"/>
            <a:ext cx="2442690" cy="915772"/>
          </a:xfrm>
          <a:noFill/>
        </p:spPr>
        <p:txBody>
          <a:bodyPr>
            <a:normAutofit/>
          </a:bodyPr>
          <a:lstStyle/>
          <a:p>
            <a:r>
              <a:rPr lang="es-ES" sz="2000">
                <a:solidFill>
                  <a:srgbClr val="080808"/>
                </a:solidFill>
              </a:rPr>
              <a:t>Machine Learning</a:t>
            </a:r>
            <a:endParaRPr lang="es-CO" sz="2000">
              <a:solidFill>
                <a:srgbClr val="080808"/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1ACE746-85D5-45EE-8944-61B542B39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026569" y="0"/>
            <a:ext cx="3216074" cy="1608038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0BB3E03-CC38-4FA6-9A99-701C62D05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6059" y="4738109"/>
            <a:ext cx="4239780" cy="2119891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771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CC477D-1A21-41AB-9360-83756E40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629266"/>
            <a:ext cx="3773424" cy="113285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Machine </a:t>
            </a: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</a:t>
            </a:r>
            <a:r>
              <a:rPr lang="es-CO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el análisis predictivo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0CDDC-355B-40E7-BC29-12CF16F6E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024" y="2438400"/>
            <a:ext cx="4238625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CO" sz="1900" dirty="0"/>
              <a:t>El análisis predictivo agrupa una variedad de técnicas: estadísticas, de aprendizaje automático (Machine </a:t>
            </a:r>
            <a:r>
              <a:rPr lang="es-CO" sz="1900" dirty="0" err="1"/>
              <a:t>Learning</a:t>
            </a:r>
            <a:r>
              <a:rPr lang="es-CO" sz="1900" dirty="0"/>
              <a:t>) y minería de datos que analiza los datos actuales e históricos reales para hacer predicciones acerca del valor de una variable o dato desconocido</a:t>
            </a:r>
          </a:p>
          <a:p>
            <a:pPr lvl="1"/>
            <a:r>
              <a:rPr lang="es-CO" sz="1900" dirty="0"/>
              <a:t>Ese dato o variable puede ser del futuro</a:t>
            </a:r>
          </a:p>
          <a:p>
            <a:pPr lvl="1"/>
            <a:r>
              <a:rPr lang="es-CO" sz="1900" dirty="0"/>
              <a:t>O el dato antes de tomar la decisión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6F398F-D346-41A0-9D97-D200AF9A5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223872"/>
            <a:ext cx="6019331" cy="440701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661989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F67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F98166-38CB-46FE-ABBE-E6DBB9FF0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745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86352-59A4-43C5-BF63-82CBD245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Machine </a:t>
            </a:r>
            <a:r>
              <a:rPr lang="es-ES" dirty="0" err="1"/>
              <a:t>Learning</a:t>
            </a:r>
            <a:endParaRPr lang="es-CO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B598EBC-C4E6-4300-B437-EC2039B3F39D}"/>
              </a:ext>
            </a:extLst>
          </p:cNvPr>
          <p:cNvSpPr/>
          <p:nvPr/>
        </p:nvSpPr>
        <p:spPr>
          <a:xfrm>
            <a:off x="3826727" y="1817648"/>
            <a:ext cx="4538546" cy="17730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Machine Learning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BB55D715-59FE-4D89-A0F3-31DC4A7B7180}"/>
              </a:ext>
            </a:extLst>
          </p:cNvPr>
          <p:cNvSpPr/>
          <p:nvPr/>
        </p:nvSpPr>
        <p:spPr>
          <a:xfrm>
            <a:off x="8487937" y="2196789"/>
            <a:ext cx="2542478" cy="10147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Reglas</a:t>
            </a:r>
            <a:endParaRPr lang="es-CO" sz="2800" b="1" dirty="0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2430B929-DAC1-4311-996D-9034A2685197}"/>
              </a:ext>
            </a:extLst>
          </p:cNvPr>
          <p:cNvSpPr/>
          <p:nvPr/>
        </p:nvSpPr>
        <p:spPr>
          <a:xfrm>
            <a:off x="1161585" y="2767359"/>
            <a:ext cx="2542478" cy="10147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Respuestas</a:t>
            </a:r>
            <a:endParaRPr lang="es-CO" sz="2800" b="1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BE5F201-4305-4C30-B730-A3298967DFFF}"/>
              </a:ext>
            </a:extLst>
          </p:cNvPr>
          <p:cNvSpPr/>
          <p:nvPr/>
        </p:nvSpPr>
        <p:spPr>
          <a:xfrm>
            <a:off x="1161585" y="1817648"/>
            <a:ext cx="2542478" cy="10147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Datos</a:t>
            </a:r>
            <a:endParaRPr lang="es-CO" sz="28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B8232B-A555-473E-93EF-0AD2296286F9}"/>
              </a:ext>
            </a:extLst>
          </p:cNvPr>
          <p:cNvSpPr txBox="1"/>
          <p:nvPr/>
        </p:nvSpPr>
        <p:spPr>
          <a:xfrm>
            <a:off x="1411550" y="4236811"/>
            <a:ext cx="9428085" cy="22467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800" dirty="0"/>
              <a:t>Que tareas puedo hacer con este tipo de programación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Encontrar patrones (reglas) en los datos y a esto se le llama aprendizaje y esta en algo que se denomina </a:t>
            </a:r>
            <a:r>
              <a:rPr lang="es-ES" sz="2800" b="1" dirty="0">
                <a:solidFill>
                  <a:srgbClr val="FF0000"/>
                </a:solidFill>
              </a:rPr>
              <a:t>parámetros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Puedo averiguar nuevos datos con las reglas o patrones encontrados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CD25CE3-D668-4BC6-A32F-3ED55A0BE511}"/>
              </a:ext>
            </a:extLst>
          </p:cNvPr>
          <p:cNvSpPr txBox="1"/>
          <p:nvPr/>
        </p:nvSpPr>
        <p:spPr>
          <a:xfrm>
            <a:off x="328474" y="1934729"/>
            <a:ext cx="42832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sz="4400" dirty="0"/>
              <a:t>x</a:t>
            </a:r>
            <a:endParaRPr lang="es-CO" sz="4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6018D0-D241-492B-8E8F-FD8CA7F6C6E1}"/>
              </a:ext>
            </a:extLst>
          </p:cNvPr>
          <p:cNvSpPr txBox="1"/>
          <p:nvPr/>
        </p:nvSpPr>
        <p:spPr>
          <a:xfrm>
            <a:off x="9229818" y="1459582"/>
            <a:ext cx="699230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sz="4400" dirty="0"/>
              <a:t>f()</a:t>
            </a:r>
            <a:endParaRPr lang="es-CO" sz="4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A08DD1-625D-462E-B7FD-BFE9B9C3CE1D}"/>
              </a:ext>
            </a:extLst>
          </p:cNvPr>
          <p:cNvSpPr txBox="1"/>
          <p:nvPr/>
        </p:nvSpPr>
        <p:spPr>
          <a:xfrm>
            <a:off x="328474" y="2826830"/>
            <a:ext cx="439544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ES" sz="4400" dirty="0"/>
              <a:t>y</a:t>
            </a:r>
            <a:endParaRPr lang="es-CO" sz="4400" dirty="0"/>
          </a:p>
        </p:txBody>
      </p:sp>
    </p:spTree>
    <p:extLst>
      <p:ext uri="{BB962C8B-B14F-4D97-AF65-F5344CB8AC3E}">
        <p14:creationId xmlns:p14="http://schemas.microsoft.com/office/powerpoint/2010/main" val="233201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</p:spPr>
        <p:txBody>
          <a:bodyPr anchor="ctr">
            <a:normAutofit/>
          </a:bodyPr>
          <a:lstStyle/>
          <a:p>
            <a:pPr algn="ctr"/>
            <a:r>
              <a:rPr lang="es-CO" sz="2800">
                <a:solidFill>
                  <a:srgbClr val="FFFFFF"/>
                </a:solidFill>
              </a:rPr>
              <a:t>Taxonomía de una Variable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2EA2CE30-83A1-4007-BF47-9931A7E61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119" y="542925"/>
            <a:ext cx="77089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158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6965F6-DC9D-4569-9CA4-61B9CEA25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275" y="0"/>
            <a:ext cx="6029325" cy="687102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855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5A385-5D2A-4AEE-BC3E-293A43EA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Qué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es Machine Learning o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Aprendizaje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Maquina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25DCA4-4082-43F6-A4B8-D919C34BE021}"/>
              </a:ext>
            </a:extLst>
          </p:cNvPr>
          <p:cNvSpPr txBox="1"/>
          <p:nvPr/>
        </p:nvSpPr>
        <p:spPr>
          <a:xfrm>
            <a:off x="4676776" y="742950"/>
            <a:ext cx="7242170" cy="5000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b="1" dirty="0" err="1">
                <a:solidFill>
                  <a:schemeClr val="tx1"/>
                </a:solidFill>
              </a:rPr>
              <a:t>Class</a:t>
            </a:r>
            <a:r>
              <a:rPr lang="es-CO" sz="2000" b="1" dirty="0">
                <a:solidFill>
                  <a:schemeClr val="tx1"/>
                </a:solidFill>
              </a:rPr>
              <a:t> </a:t>
            </a:r>
            <a:r>
              <a:rPr lang="es-CO" sz="2000" b="1" dirty="0" err="1">
                <a:solidFill>
                  <a:schemeClr val="tx1"/>
                </a:solidFill>
              </a:rPr>
              <a:t>SupervisedModel</a:t>
            </a:r>
            <a:endParaRPr lang="es-CO" sz="2000" b="1" dirty="0">
              <a:solidFill>
                <a:schemeClr val="tx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</a:rPr>
              <a:t>	</a:t>
            </a:r>
            <a:r>
              <a:rPr lang="es-CO" sz="2000" dirty="0" err="1">
                <a:solidFill>
                  <a:schemeClr val="tx1"/>
                </a:solidFill>
              </a:rPr>
              <a:t>def</a:t>
            </a:r>
            <a:r>
              <a:rPr lang="es-CO" sz="2000" dirty="0">
                <a:solidFill>
                  <a:schemeClr val="tx1"/>
                </a:solidFill>
              </a:rPr>
              <a:t> </a:t>
            </a:r>
            <a:r>
              <a:rPr lang="es-CO" sz="2000" dirty="0" err="1">
                <a:solidFill>
                  <a:schemeClr val="tx1"/>
                </a:solidFill>
              </a:rPr>
              <a:t>fit</a:t>
            </a:r>
            <a:r>
              <a:rPr lang="es-CO" sz="2000" dirty="0">
                <a:solidFill>
                  <a:schemeClr val="tx1"/>
                </a:solidFill>
              </a:rPr>
              <a:t>(X, Y)  donde Y = f(X)    </a:t>
            </a: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 Entrenamiento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	</a:t>
            </a:r>
            <a:r>
              <a:rPr lang="es-CO" sz="2000" dirty="0" err="1">
                <a:solidFill>
                  <a:schemeClr val="tx1"/>
                </a:solidFill>
                <a:sym typeface="Wingdings" panose="05000000000000000000" pitchFamily="2" charset="2"/>
              </a:rPr>
              <a:t>def</a:t>
            </a: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s-CO" sz="2000" dirty="0" err="1">
                <a:solidFill>
                  <a:schemeClr val="tx1"/>
                </a:solidFill>
                <a:sym typeface="Wingdings" panose="05000000000000000000" pitchFamily="2" charset="2"/>
              </a:rPr>
              <a:t>predict</a:t>
            </a: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(X)   Encontrar Y calculado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                   Si Y es un numero (Regresión)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                   Si Y es una clase dentro de una categoría (Clasificación)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Class</a:t>
            </a:r>
            <a:r>
              <a:rPr lang="es-CO" sz="2000" b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s-CO" sz="2000" b="1" dirty="0" err="1">
                <a:solidFill>
                  <a:schemeClr val="tx1"/>
                </a:solidFill>
                <a:sym typeface="Wingdings" panose="05000000000000000000" pitchFamily="2" charset="2"/>
              </a:rPr>
              <a:t>UnSupervisedModel</a:t>
            </a:r>
            <a:endParaRPr lang="es-CO" sz="2000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	</a:t>
            </a:r>
            <a:r>
              <a:rPr lang="es-CO" sz="2000" dirty="0" err="1">
                <a:solidFill>
                  <a:schemeClr val="tx1"/>
                </a:solidFill>
                <a:sym typeface="Wingdings" panose="05000000000000000000" pitchFamily="2" charset="2"/>
              </a:rPr>
              <a:t>def</a:t>
            </a: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s-CO" sz="2000" dirty="0" err="1">
                <a:solidFill>
                  <a:schemeClr val="tx1"/>
                </a:solidFill>
                <a:sym typeface="Wingdings" panose="05000000000000000000" pitchFamily="2" charset="2"/>
              </a:rPr>
              <a:t>fit</a:t>
            </a: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(X)            Entrenamiento (encontrar un patrón: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                                                                      clúster, tópicos, asociación)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	</a:t>
            </a:r>
            <a:r>
              <a:rPr lang="es-CO" sz="2000" dirty="0" err="1">
                <a:solidFill>
                  <a:schemeClr val="tx1"/>
                </a:solidFill>
                <a:sym typeface="Wingdings" panose="05000000000000000000" pitchFamily="2" charset="2"/>
              </a:rPr>
              <a:t>def</a:t>
            </a: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s-CO" sz="2000" dirty="0" err="1">
                <a:solidFill>
                  <a:schemeClr val="tx1"/>
                </a:solidFill>
                <a:sym typeface="Wingdings" panose="05000000000000000000" pitchFamily="2" charset="2"/>
              </a:rPr>
              <a:t>transform</a:t>
            </a: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(X)  asignar el patrón encontrado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CO" sz="20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X   (N x D </a:t>
            </a:r>
            <a:r>
              <a:rPr lang="es-CO" sz="2000" dirty="0" err="1">
                <a:solidFill>
                  <a:schemeClr val="tx1"/>
                </a:solidFill>
                <a:sym typeface="Wingdings" panose="05000000000000000000" pitchFamily="2" charset="2"/>
              </a:rPr>
              <a:t>matrix</a:t>
            </a: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)      N numero de observaciones,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                                        D cantidad de columnas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tx1"/>
                </a:solidFill>
                <a:sym typeface="Wingdings" panose="05000000000000000000" pitchFamily="2" charset="2"/>
              </a:rPr>
              <a:t>Y   (N x 1)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7750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A5732A-D1B8-46F1-9598-2E626723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s-ES"/>
              <a:t>Preguntas que apoyan la decisión</a:t>
            </a:r>
            <a:endParaRPr lang="es-CO"/>
          </a:p>
        </p:txBody>
      </p:sp>
      <p:pic>
        <p:nvPicPr>
          <p:cNvPr id="5" name="Picture 4" descr="Flecha roja que se desvía de una línea de flechas blancas">
            <a:extLst>
              <a:ext uri="{FF2B5EF4-FFF2-40B4-BE49-F238E27FC236}">
                <a16:creationId xmlns:a16="http://schemas.microsoft.com/office/drawing/2014/main" id="{4E093F99-AE8A-49CB-87DE-C41D05C961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61" r="7647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CA73B-7C24-4F8B-A5D8-C127117EB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5297212" cy="3843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400" b="1" dirty="0"/>
              <a:t>Predictivas</a:t>
            </a:r>
          </a:p>
          <a:p>
            <a:pPr lvl="1"/>
            <a:r>
              <a:rPr lang="es-ES" dirty="0"/>
              <a:t>¿Cuál será el tiempo de respuesta de la PQRS que está entrando?</a:t>
            </a:r>
          </a:p>
          <a:p>
            <a:pPr lvl="2"/>
            <a:r>
              <a:rPr lang="es-ES" sz="2400" dirty="0"/>
              <a:t>Regresión</a:t>
            </a:r>
          </a:p>
          <a:p>
            <a:pPr lvl="1"/>
            <a:r>
              <a:rPr lang="es-ES" dirty="0"/>
              <a:t>¿A que funcionario o área debo enviar la PQRS?</a:t>
            </a:r>
          </a:p>
          <a:p>
            <a:pPr lvl="2"/>
            <a:r>
              <a:rPr lang="es-ES" sz="2400" dirty="0"/>
              <a:t>Clasificación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07084951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D8300B4-C288-43E8-965E-9A03E47D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82" y="0"/>
            <a:ext cx="9305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945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251AF9C-871D-4AEB-8BFB-9943AA2D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748" y="1008992"/>
            <a:ext cx="10412962" cy="4421423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8900" dirty="0"/>
              <a:t>Realizar la construcción de los modelos y analizar el resultado. </a:t>
            </a:r>
            <a:br>
              <a:rPr lang="es-ES" sz="11500" dirty="0"/>
            </a:br>
            <a:r>
              <a:rPr lang="es-ES" sz="4900" dirty="0"/>
              <a:t>En Python bajo la filosofía de Low </a:t>
            </a:r>
            <a:r>
              <a:rPr lang="es-ES" sz="4900" dirty="0" err="1"/>
              <a:t>Code</a:t>
            </a:r>
            <a:r>
              <a:rPr lang="es-ES" sz="4900" dirty="0"/>
              <a:t>/No </a:t>
            </a:r>
            <a:r>
              <a:rPr lang="es-ES" sz="4900" dirty="0" err="1"/>
              <a:t>Code</a:t>
            </a:r>
            <a:r>
              <a:rPr lang="es-ES" sz="49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22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5061</Words>
  <Application>Microsoft Office PowerPoint</Application>
  <PresentationFormat>Panorámica</PresentationFormat>
  <Paragraphs>639</Paragraphs>
  <Slides>102</Slides>
  <Notes>1</Notes>
  <HiddenSlides>33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102</vt:i4>
      </vt:variant>
    </vt:vector>
  </HeadingPairs>
  <TitlesOfParts>
    <vt:vector size="107" baseType="lpstr">
      <vt:lpstr>Arial</vt:lpstr>
      <vt:lpstr>Calibri</vt:lpstr>
      <vt:lpstr>Calibri Light</vt:lpstr>
      <vt:lpstr>Wingdings</vt:lpstr>
      <vt:lpstr>Tema de Office</vt:lpstr>
      <vt:lpstr>Presentación de PowerPoint</vt:lpstr>
      <vt:lpstr>Introducción</vt:lpstr>
      <vt:lpstr>El dato el nuevo petróleo de la humanidad</vt:lpstr>
      <vt:lpstr>Presentación de PowerPoint</vt:lpstr>
      <vt:lpstr>¿Qué es la Ciencia de los datos?</vt:lpstr>
      <vt:lpstr>Científico de datos</vt:lpstr>
      <vt:lpstr>Cross Industry Standard Process for Data Mining</vt:lpstr>
      <vt:lpstr>Propuesta metodológica</vt:lpstr>
      <vt:lpstr>Entender el negocio.  Identificar la necesidad: la actividad, la decisión y las preguntas iniciales</vt:lpstr>
      <vt:lpstr>Presentación de PowerPoint</vt:lpstr>
      <vt:lpstr>¿Qué es una decisión?</vt:lpstr>
      <vt:lpstr>Las decisiones y los datos</vt:lpstr>
      <vt:lpstr>Uso de los datos para la toma de decisiones</vt:lpstr>
      <vt:lpstr>La racionalidad de las decisiones</vt:lpstr>
      <vt:lpstr>¿Cuántas decisiones operativas se toman a diario en su entidad? </vt:lpstr>
      <vt:lpstr>Tipos de Análisis de Datos</vt:lpstr>
      <vt:lpstr>Presentación de PowerPoint</vt:lpstr>
      <vt:lpstr>Algunos ejemplos de Análisis de Datos con su pregunta respectiva</vt:lpstr>
      <vt:lpstr>Decisiones de las entidades con análisis de datos</vt:lpstr>
      <vt:lpstr>Decisiones de las entidades con análisis de datos</vt:lpstr>
      <vt:lpstr>Decisiones de las entidades con análisis de datos</vt:lpstr>
      <vt:lpstr>Ahora vamos a aplicar la metodología de CRISP-DM en nuestro proyecto</vt:lpstr>
      <vt:lpstr>Data Thinking = Design Thinking + Data Science</vt:lpstr>
      <vt:lpstr>Pensamiento de Diseño</vt:lpstr>
      <vt:lpstr>¿Qué es Design Thinking?</vt:lpstr>
      <vt:lpstr>Jobs To Be Done (JTBD). Tareas a realizar. Herramienta que se usa en el pensamiento de diseño</vt:lpstr>
      <vt:lpstr>¿Cómo aplicar el JTBD en el Design Thinking?</vt:lpstr>
      <vt:lpstr>Plantilla Design Thinking para nuestro taller</vt:lpstr>
      <vt:lpstr>Taller 1: Empatizar: contexto </vt:lpstr>
      <vt:lpstr>Presentación de PowerPoint</vt:lpstr>
      <vt:lpstr>Presentación de PowerPoint</vt:lpstr>
      <vt:lpstr>Presentación de PowerPoint</vt:lpstr>
      <vt:lpstr>Taller 2: Empatizar: decisiones</vt:lpstr>
      <vt:lpstr>Presentación de PowerPoint</vt:lpstr>
      <vt:lpstr>Presentación de PowerPoint</vt:lpstr>
      <vt:lpstr>Presentación de PowerPoint</vt:lpstr>
      <vt:lpstr>¿Qué es el Análisis de Datos o Ciencia de Datos?</vt:lpstr>
      <vt:lpstr>Presentación de PowerPoint</vt:lpstr>
      <vt:lpstr>Tipos de Análisis de Datos</vt:lpstr>
      <vt:lpstr>Características de una buena pregunta</vt:lpstr>
      <vt:lpstr>Presentación de PowerPoint</vt:lpstr>
      <vt:lpstr>Preguntas Descriptivas</vt:lpstr>
      <vt:lpstr>Preguntas Diagnosticas</vt:lpstr>
      <vt:lpstr>Preguntas Predictivas</vt:lpstr>
      <vt:lpstr>Análisis Prescriptivo</vt:lpstr>
      <vt:lpstr>Preguntas que apoyan la decisión</vt:lpstr>
      <vt:lpstr>Presentación de PowerPoint</vt:lpstr>
      <vt:lpstr>Taller 3: Empatizar: preguntas</vt:lpstr>
      <vt:lpstr>Propuesta metodológica del taller</vt:lpstr>
      <vt:lpstr>Entender los datos.  Identificar atributos (característicos) y las fuentes. Cargar datos y hacer un análisis exploratorio.</vt:lpstr>
      <vt:lpstr>¿Qué son los datos?</vt:lpstr>
      <vt:lpstr>Dato Estructurado y No Estructurado</vt:lpstr>
      <vt:lpstr>Presentación de PowerPoint</vt:lpstr>
      <vt:lpstr>¿Qué es una variable?</vt:lpstr>
      <vt:lpstr>Taxonomía de una Variable</vt:lpstr>
      <vt:lpstr>Identificación de variables o características a partir de las preguntas</vt:lpstr>
      <vt:lpstr>Identificación de variables o características. Convertir los conceptos en variables medibles</vt:lpstr>
      <vt:lpstr>Presentación de PowerPoint</vt:lpstr>
      <vt:lpstr>Presentación de PowerPoint</vt:lpstr>
      <vt:lpstr>Preguntas que apoyan la decisión</vt:lpstr>
      <vt:lpstr>Presentación de PowerPoint</vt:lpstr>
      <vt:lpstr>Meta data</vt:lpstr>
      <vt:lpstr>Tidy Data. Tablón de Datos. Data rectangular. Dataframe. Dataset</vt:lpstr>
      <vt:lpstr>Identificación de Fuentes para cada una de las variables</vt:lpstr>
      <vt:lpstr>Taller 3 de identificar variables</vt:lpstr>
      <vt:lpstr>Construir los modelos de análisis</vt:lpstr>
      <vt:lpstr>Análisis Exploratorio de Datos EDA BI</vt:lpstr>
      <vt:lpstr>Data Cleaning (calidad de datos para análisis)</vt:lpstr>
      <vt:lpstr>Propuesta metodológica del taller</vt:lpstr>
      <vt:lpstr>Definir y diseñar los modelos de análisis .  Descriptivos, Diagnósticos o Predictivos</vt:lpstr>
      <vt:lpstr>Presentación de PowerPoint</vt:lpstr>
      <vt:lpstr>Tipos de Análisis de Datos</vt:lpstr>
      <vt:lpstr>Presentación de PowerPoint</vt:lpstr>
      <vt:lpstr>Preguntas que apoyan la decisión</vt:lpstr>
      <vt:lpstr>Presentación de PowerPoint</vt:lpstr>
      <vt:lpstr>Modelos Descriptivos</vt:lpstr>
      <vt:lpstr>Estadística Descriptiva:   Análisis de 1 variable</vt:lpstr>
      <vt:lpstr>Análisis Grafico. Análisis de 1 variable</vt:lpstr>
      <vt:lpstr>Estadística Descriptiva:   Análisis de 2 variables</vt:lpstr>
      <vt:lpstr>Ejemplo de tabla de distribución de frecuencias</vt:lpstr>
      <vt:lpstr>Análisis Grafico. Análisis de 2 variables</vt:lpstr>
      <vt:lpstr>Análisis Grafico</vt:lpstr>
      <vt:lpstr>3 o mas variables</vt:lpstr>
      <vt:lpstr>Modelos Diagnósticos</vt:lpstr>
      <vt:lpstr>Probabilidad para la ciencia de datos y las variables aleatorias</vt:lpstr>
      <vt:lpstr>Muestreo</vt:lpstr>
      <vt:lpstr>Usos del análisis diagnóstico. Test estadísticos</vt:lpstr>
      <vt:lpstr>Hipótesis y el análisis diagnóstico</vt:lpstr>
      <vt:lpstr>Determine su nivel de significancia p</vt:lpstr>
      <vt:lpstr>Técnicas estadísticas para calcular el nivel de significancia</vt:lpstr>
      <vt:lpstr>Prueba de hipótesis para probar la relación entre dos variables de un dataset.</vt:lpstr>
      <vt:lpstr>Pruebas A/B</vt:lpstr>
      <vt:lpstr>Modelos Predictivos</vt:lpstr>
      <vt:lpstr>Machine Learning y el análisis predictivo</vt:lpstr>
      <vt:lpstr>Presentación de PowerPoint</vt:lpstr>
      <vt:lpstr>Machine Learning</vt:lpstr>
      <vt:lpstr>Taxonomía de una Variable</vt:lpstr>
      <vt:lpstr>Presentación de PowerPoint</vt:lpstr>
      <vt:lpstr>¿Qué es Machine Learning o Aprendizaje de Maquina?</vt:lpstr>
      <vt:lpstr>Preguntas que apoyan la decisión</vt:lpstr>
      <vt:lpstr>Presentación de PowerPoint</vt:lpstr>
      <vt:lpstr>Realizar la construcción de los modelos y analizar el resultado.  En Python bajo la filosofía de Low Code/No Code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Taller: Ciencia de los Datos Básico</dc:title>
  <dc:creator>Jorge Mario Calvo Londono</dc:creator>
  <cp:lastModifiedBy>Norbey Muñoz</cp:lastModifiedBy>
  <cp:revision>122</cp:revision>
  <dcterms:created xsi:type="dcterms:W3CDTF">2022-01-12T14:36:15Z</dcterms:created>
  <dcterms:modified xsi:type="dcterms:W3CDTF">2024-10-23T15:07:31Z</dcterms:modified>
</cp:coreProperties>
</file>