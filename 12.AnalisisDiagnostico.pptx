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sldIdLst>
    <p:sldId id="580" r:id="rId2"/>
    <p:sldId id="611" r:id="rId3"/>
    <p:sldId id="474" r:id="rId4"/>
    <p:sldId id="614" r:id="rId5"/>
    <p:sldId id="581" r:id="rId6"/>
    <p:sldId id="582" r:id="rId7"/>
    <p:sldId id="471" r:id="rId8"/>
    <p:sldId id="612" r:id="rId9"/>
    <p:sldId id="613" r:id="rId10"/>
    <p:sldId id="584" r:id="rId11"/>
    <p:sldId id="615" r:id="rId12"/>
    <p:sldId id="1337" r:id="rId13"/>
    <p:sldId id="476" r:id="rId14"/>
    <p:sldId id="501" r:id="rId15"/>
    <p:sldId id="502" r:id="rId16"/>
    <p:sldId id="50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F631A5-8DEF-5C7E-8933-CFBC633F7956}" v="26" dt="2024-04-22T03:19:10.257"/>
    <p1510:client id="{D221CAA7-2CC3-0D23-9395-C964D7FCCB7A}" v="4" dt="2024-04-22T02:32:26.09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32" autoAdjust="0"/>
    <p:restoredTop sz="93351" autoAdjust="0"/>
  </p:normalViewPr>
  <p:slideViewPr>
    <p:cSldViewPr snapToGrid="0">
      <p:cViewPr varScale="1">
        <p:scale>
          <a:sx n="78" d="100"/>
          <a:sy n="78" d="100"/>
        </p:scale>
        <p:origin x="42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DANILO MUÑOZ CAÑON" userId="S::ndmunozc@udistrital.edu.co::29f64d73-8b12-4c53-a9f3-1c223397a229" providerId="AD" clId="Web-{D221CAA7-2CC3-0D23-9395-C964D7FCCB7A}"/>
    <pc:docChg chg="modSld">
      <pc:chgData name="NORBEY DANILO MUÑOZ CAÑON" userId="S::ndmunozc@udistrital.edu.co::29f64d73-8b12-4c53-a9f3-1c223397a229" providerId="AD" clId="Web-{D221CAA7-2CC3-0D23-9395-C964D7FCCB7A}" dt="2024-04-22T02:32:26.093" v="2" actId="20577"/>
      <pc:docMkLst>
        <pc:docMk/>
      </pc:docMkLst>
      <pc:sldChg chg="modSp">
        <pc:chgData name="NORBEY DANILO MUÑOZ CAÑON" userId="S::ndmunozc@udistrital.edu.co::29f64d73-8b12-4c53-a9f3-1c223397a229" providerId="AD" clId="Web-{D221CAA7-2CC3-0D23-9395-C964D7FCCB7A}" dt="2024-04-22T02:32:26.093" v="2" actId="20577"/>
        <pc:sldMkLst>
          <pc:docMk/>
          <pc:sldMk cId="2729958027" sldId="471"/>
        </pc:sldMkLst>
        <pc:spChg chg="mod">
          <ac:chgData name="NORBEY DANILO MUÑOZ CAÑON" userId="S::ndmunozc@udistrital.edu.co::29f64d73-8b12-4c53-a9f3-1c223397a229" providerId="AD" clId="Web-{D221CAA7-2CC3-0D23-9395-C964D7FCCB7A}" dt="2024-04-22T02:32:26.093" v="2" actId="20577"/>
          <ac:spMkLst>
            <pc:docMk/>
            <pc:sldMk cId="2729958027" sldId="471"/>
            <ac:spMk id="3" creationId="{4DEDD463-C2C9-41D8-97AB-94F95B9A1020}"/>
          </ac:spMkLst>
        </pc:spChg>
      </pc:sldChg>
      <pc:sldChg chg="modSp">
        <pc:chgData name="NORBEY DANILO MUÑOZ CAÑON" userId="S::ndmunozc@udistrital.edu.co::29f64d73-8b12-4c53-a9f3-1c223397a229" providerId="AD" clId="Web-{D221CAA7-2CC3-0D23-9395-C964D7FCCB7A}" dt="2024-04-22T02:31:58.373" v="1" actId="20577"/>
        <pc:sldMkLst>
          <pc:docMk/>
          <pc:sldMk cId="1732990182" sldId="580"/>
        </pc:sldMkLst>
        <pc:spChg chg="mod">
          <ac:chgData name="NORBEY DANILO MUÑOZ CAÑON" userId="S::ndmunozc@udistrital.edu.co::29f64d73-8b12-4c53-a9f3-1c223397a229" providerId="AD" clId="Web-{D221CAA7-2CC3-0D23-9395-C964D7FCCB7A}" dt="2024-04-22T02:31:58.373" v="1" actId="20577"/>
          <ac:spMkLst>
            <pc:docMk/>
            <pc:sldMk cId="1732990182" sldId="580"/>
            <ac:spMk id="4" creationId="{05337B50-1B0B-4F3D-8F8E-A88353ECE44D}"/>
          </ac:spMkLst>
        </pc:spChg>
      </pc:sldChg>
    </pc:docChg>
  </pc:docChgLst>
  <pc:docChgLst>
    <pc:chgData name="Norbey Danilo Muñoz Cañon" userId="f9b99cdf-5c7d-4531-9d80-51358d80de39" providerId="ADAL" clId="{E7E33C01-800C-457F-A9AF-161043BA1390}"/>
    <pc:docChg chg="custSel modSld">
      <pc:chgData name="Norbey Danilo Muñoz Cañon" userId="f9b99cdf-5c7d-4531-9d80-51358d80de39" providerId="ADAL" clId="{E7E33C01-800C-457F-A9AF-161043BA1390}" dt="2022-10-28T22:57:36.781" v="1" actId="478"/>
      <pc:docMkLst>
        <pc:docMk/>
      </pc:docMkLst>
      <pc:sldChg chg="addSp delSp modSp mod">
        <pc:chgData name="Norbey Danilo Muñoz Cañon" userId="f9b99cdf-5c7d-4531-9d80-51358d80de39" providerId="ADAL" clId="{E7E33C01-800C-457F-A9AF-161043BA1390}" dt="2022-10-28T22:57:36.781" v="1" actId="478"/>
        <pc:sldMkLst>
          <pc:docMk/>
          <pc:sldMk cId="1732990182" sldId="580"/>
        </pc:sldMkLst>
        <pc:spChg chg="add del mod">
          <ac:chgData name="Norbey Danilo Muñoz Cañon" userId="f9b99cdf-5c7d-4531-9d80-51358d80de39" providerId="ADAL" clId="{E7E33C01-800C-457F-A9AF-161043BA1390}" dt="2022-10-28T22:57:36.781" v="1" actId="478"/>
          <ac:spMkLst>
            <pc:docMk/>
            <pc:sldMk cId="1732990182" sldId="580"/>
            <ac:spMk id="3" creationId="{E17D726D-CFD2-37DB-83EB-D6CC8890CE5B}"/>
          </ac:spMkLst>
        </pc:spChg>
        <pc:spChg chg="del">
          <ac:chgData name="Norbey Danilo Muñoz Cañon" userId="f9b99cdf-5c7d-4531-9d80-51358d80de39" providerId="ADAL" clId="{E7E33C01-800C-457F-A9AF-161043BA1390}" dt="2022-10-28T22:57:35.040" v="0" actId="478"/>
          <ac:spMkLst>
            <pc:docMk/>
            <pc:sldMk cId="1732990182" sldId="580"/>
            <ac:spMk id="5" creationId="{3BEE3512-94D7-4A54-9FF6-4E89BF167242}"/>
          </ac:spMkLst>
        </pc:spChg>
      </pc:sldChg>
    </pc:docChg>
  </pc:docChgLst>
  <pc:docChgLst>
    <pc:chgData name="NORBEY DANILO MUÑOZ CAÑON" userId="S::ndmunozc@udistrital.edu.co::29f64d73-8b12-4c53-a9f3-1c223397a229" providerId="AD" clId="Web-{CDF631A5-8DEF-5C7E-8933-CFBC633F7956}"/>
    <pc:docChg chg="modSld">
      <pc:chgData name="NORBEY DANILO MUÑOZ CAÑON" userId="S::ndmunozc@udistrital.edu.co::29f64d73-8b12-4c53-a9f3-1c223397a229" providerId="AD" clId="Web-{CDF631A5-8DEF-5C7E-8933-CFBC633F7956}" dt="2024-04-22T03:19:07.445" v="24" actId="20577"/>
      <pc:docMkLst>
        <pc:docMk/>
      </pc:docMkLst>
      <pc:sldChg chg="modSp">
        <pc:chgData name="NORBEY DANILO MUÑOZ CAÑON" userId="S::ndmunozc@udistrital.edu.co::29f64d73-8b12-4c53-a9f3-1c223397a229" providerId="AD" clId="Web-{CDF631A5-8DEF-5C7E-8933-CFBC633F7956}" dt="2024-04-22T03:19:07.445" v="24" actId="20577"/>
        <pc:sldMkLst>
          <pc:docMk/>
          <pc:sldMk cId="3688861393" sldId="500"/>
        </pc:sldMkLst>
        <pc:spChg chg="mod">
          <ac:chgData name="NORBEY DANILO MUÑOZ CAÑON" userId="S::ndmunozc@udistrital.edu.co::29f64d73-8b12-4c53-a9f3-1c223397a229" providerId="AD" clId="Web-{CDF631A5-8DEF-5C7E-8933-CFBC633F7956}" dt="2024-04-22T03:19:07.445" v="24" actId="20577"/>
          <ac:spMkLst>
            <pc:docMk/>
            <pc:sldMk cId="3688861393" sldId="500"/>
            <ac:spMk id="4" creationId="{FE525038-B2B3-40D6-A47F-F6E846DB6A6F}"/>
          </ac:spMkLst>
        </pc:spChg>
      </pc:sldChg>
      <pc:sldChg chg="mod modShow">
        <pc:chgData name="NORBEY DANILO MUÑOZ CAÑON" userId="S::ndmunozc@udistrital.edu.co::29f64d73-8b12-4c53-a9f3-1c223397a229" providerId="AD" clId="Web-{CDF631A5-8DEF-5C7E-8933-CFBC633F7956}" dt="2024-04-22T03:14:59.267" v="16"/>
        <pc:sldMkLst>
          <pc:docMk/>
          <pc:sldMk cId="1755769708" sldId="501"/>
        </pc:sldMkLst>
      </pc:sldChg>
      <pc:sldChg chg="modSp">
        <pc:chgData name="NORBEY DANILO MUÑOZ CAÑON" userId="S::ndmunozc@udistrital.edu.co::29f64d73-8b12-4c53-a9f3-1c223397a229" providerId="AD" clId="Web-{CDF631A5-8DEF-5C7E-8933-CFBC633F7956}" dt="2024-04-22T03:17:19.411" v="22"/>
        <pc:sldMkLst>
          <pc:docMk/>
          <pc:sldMk cId="3695544734" sldId="502"/>
        </pc:sldMkLst>
        <pc:spChg chg="mod">
          <ac:chgData name="NORBEY DANILO MUÑOZ CAÑON" userId="S::ndmunozc@udistrital.edu.co::29f64d73-8b12-4c53-a9f3-1c223397a229" providerId="AD" clId="Web-{CDF631A5-8DEF-5C7E-8933-CFBC633F7956}" dt="2024-04-22T03:17:14.520" v="21"/>
          <ac:spMkLst>
            <pc:docMk/>
            <pc:sldMk cId="3695544734" sldId="502"/>
            <ac:spMk id="5" creationId="{55E090DD-B3C7-408C-9BD7-8737AFC9D162}"/>
          </ac:spMkLst>
        </pc:spChg>
        <pc:spChg chg="mod">
          <ac:chgData name="NORBEY DANILO MUÑOZ CAÑON" userId="S::ndmunozc@udistrital.edu.co::29f64d73-8b12-4c53-a9f3-1c223397a229" providerId="AD" clId="Web-{CDF631A5-8DEF-5C7E-8933-CFBC633F7956}" dt="2024-04-22T03:17:19.411" v="22"/>
          <ac:spMkLst>
            <pc:docMk/>
            <pc:sldMk cId="3695544734" sldId="502"/>
            <ac:spMk id="6" creationId="{C3D27635-6806-4ED7-B1AB-7ADFA5286888}"/>
          </ac:spMkLst>
        </pc:spChg>
      </pc:sldChg>
      <pc:sldChg chg="modSp">
        <pc:chgData name="NORBEY DANILO MUÑOZ CAÑON" userId="S::ndmunozc@udistrital.edu.co::29f64d73-8b12-4c53-a9f3-1c223397a229" providerId="AD" clId="Web-{CDF631A5-8DEF-5C7E-8933-CFBC633F7956}" dt="2024-04-22T03:12:37.306" v="1" actId="20577"/>
        <pc:sldMkLst>
          <pc:docMk/>
          <pc:sldMk cId="1217115694" sldId="581"/>
        </pc:sldMkLst>
        <pc:spChg chg="mod">
          <ac:chgData name="NORBEY DANILO MUÑOZ CAÑON" userId="S::ndmunozc@udistrital.edu.co::29f64d73-8b12-4c53-a9f3-1c223397a229" providerId="AD" clId="Web-{CDF631A5-8DEF-5C7E-8933-CFBC633F7956}" dt="2024-04-22T03:12:37.306" v="1" actId="20577"/>
          <ac:spMkLst>
            <pc:docMk/>
            <pc:sldMk cId="1217115694" sldId="581"/>
            <ac:spMk id="3" creationId="{C979B44B-B98C-42F9-8F64-9F4E56E23156}"/>
          </ac:spMkLst>
        </pc:spChg>
      </pc:sldChg>
      <pc:sldChg chg="modSp">
        <pc:chgData name="NORBEY DANILO MUÑOZ CAÑON" userId="S::ndmunozc@udistrital.edu.co::29f64d73-8b12-4c53-a9f3-1c223397a229" providerId="AD" clId="Web-{CDF631A5-8DEF-5C7E-8933-CFBC633F7956}" dt="2024-04-22T03:13:53.531" v="14" actId="20577"/>
        <pc:sldMkLst>
          <pc:docMk/>
          <pc:sldMk cId="1297550328" sldId="584"/>
        </pc:sldMkLst>
        <pc:spChg chg="mod">
          <ac:chgData name="NORBEY DANILO MUÑOZ CAÑON" userId="S::ndmunozc@udistrital.edu.co::29f64d73-8b12-4c53-a9f3-1c223397a229" providerId="AD" clId="Web-{CDF631A5-8DEF-5C7E-8933-CFBC633F7956}" dt="2024-04-22T03:13:53.531" v="14" actId="20577"/>
          <ac:spMkLst>
            <pc:docMk/>
            <pc:sldMk cId="1297550328" sldId="584"/>
            <ac:spMk id="3" creationId="{17FF16A6-524B-49EB-9946-69662C8C35E4}"/>
          </ac:spMkLst>
        </pc:spChg>
      </pc:sldChg>
      <pc:sldChg chg="modSp">
        <pc:chgData name="NORBEY DANILO MUÑOZ CAÑON" userId="S::ndmunozc@udistrital.edu.co::29f64d73-8b12-4c53-a9f3-1c223397a229" providerId="AD" clId="Web-{CDF631A5-8DEF-5C7E-8933-CFBC633F7956}" dt="2024-04-22T03:13:01.780" v="4" actId="20577"/>
        <pc:sldMkLst>
          <pc:docMk/>
          <pc:sldMk cId="2457863590" sldId="612"/>
        </pc:sldMkLst>
        <pc:spChg chg="mod">
          <ac:chgData name="NORBEY DANILO MUÑOZ CAÑON" userId="S::ndmunozc@udistrital.edu.co::29f64d73-8b12-4c53-a9f3-1c223397a229" providerId="AD" clId="Web-{CDF631A5-8DEF-5C7E-8933-CFBC633F7956}" dt="2024-04-22T03:13:01.780" v="4" actId="20577"/>
          <ac:spMkLst>
            <pc:docMk/>
            <pc:sldMk cId="2457863590" sldId="612"/>
            <ac:spMk id="3" creationId="{44884234-A4EF-47E1-AA98-51C03AD0F649}"/>
          </ac:spMkLst>
        </pc:spChg>
      </pc:sldChg>
      <pc:sldChg chg="modSp">
        <pc:chgData name="NORBEY DANILO MUÑOZ CAÑON" userId="S::ndmunozc@udistrital.edu.co::29f64d73-8b12-4c53-a9f3-1c223397a229" providerId="AD" clId="Web-{CDF631A5-8DEF-5C7E-8933-CFBC633F7956}" dt="2024-04-22T03:13:28.500" v="6" actId="20577"/>
        <pc:sldMkLst>
          <pc:docMk/>
          <pc:sldMk cId="84905798" sldId="613"/>
        </pc:sldMkLst>
        <pc:spChg chg="mod">
          <ac:chgData name="NORBEY DANILO MUÑOZ CAÑON" userId="S::ndmunozc@udistrital.edu.co::29f64d73-8b12-4c53-a9f3-1c223397a229" providerId="AD" clId="Web-{CDF631A5-8DEF-5C7E-8933-CFBC633F7956}" dt="2024-04-22T03:13:28.500" v="6" actId="20577"/>
          <ac:spMkLst>
            <pc:docMk/>
            <pc:sldMk cId="84905798" sldId="613"/>
            <ac:spMk id="3" creationId="{9D7E2FEE-7E1B-4778-8783-D197D258E1E3}"/>
          </ac:spMkLst>
        </pc:spChg>
      </pc:sldChg>
      <pc:sldChg chg="mod modShow">
        <pc:chgData name="NORBEY DANILO MUÑOZ CAÑON" userId="S::ndmunozc@udistrital.edu.co::29f64d73-8b12-4c53-a9f3-1c223397a229" providerId="AD" clId="Web-{CDF631A5-8DEF-5C7E-8933-CFBC633F7956}" dt="2024-04-22T03:13:59.203" v="15"/>
        <pc:sldMkLst>
          <pc:docMk/>
          <pc:sldMk cId="2172533562" sldId="61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56C0D3-A333-4C63-9C35-618B416B67E5}" type="doc">
      <dgm:prSet loTypeId="urn:microsoft.com/office/officeart/2005/8/layout/hProcess4" loCatId="process" qsTypeId="urn:microsoft.com/office/officeart/2005/8/quickstyle/simple1" qsCatId="simple" csTypeId="urn:microsoft.com/office/officeart/2005/8/colors/accent6_2" csCatId="accent6" phldr="1"/>
      <dgm:spPr/>
      <dgm:t>
        <a:bodyPr/>
        <a:lstStyle/>
        <a:p>
          <a:endParaRPr lang="es-CO"/>
        </a:p>
      </dgm:t>
    </dgm:pt>
    <dgm:pt modelId="{57E786D1-19A0-454D-AFFE-7B78B81E3067}">
      <dgm:prSet phldrT="[Text]"/>
      <dgm:spPr/>
      <dgm:t>
        <a:bodyPr/>
        <a:lstStyle/>
        <a:p>
          <a:r>
            <a:rPr lang="es-CO" dirty="0"/>
            <a:t>Entender el negocio y la preocupación</a:t>
          </a:r>
        </a:p>
      </dgm:t>
    </dgm:pt>
    <dgm:pt modelId="{31A4A1C7-8DA8-43FF-A4D1-6B99B6EDC618}" type="parTrans" cxnId="{2540D756-B9BB-44AD-85AA-6E03C6AA1BD5}">
      <dgm:prSet/>
      <dgm:spPr/>
      <dgm:t>
        <a:bodyPr/>
        <a:lstStyle/>
        <a:p>
          <a:endParaRPr lang="es-CO"/>
        </a:p>
      </dgm:t>
    </dgm:pt>
    <dgm:pt modelId="{417CBAE7-A02E-4B75-98C7-A4C313673957}" type="sibTrans" cxnId="{2540D756-B9BB-44AD-85AA-6E03C6AA1BD5}">
      <dgm:prSet/>
      <dgm:spPr/>
      <dgm:t>
        <a:bodyPr/>
        <a:lstStyle/>
        <a:p>
          <a:endParaRPr lang="es-CO"/>
        </a:p>
      </dgm:t>
    </dgm:pt>
    <dgm:pt modelId="{BAA26A2B-5615-4058-A9D7-4398A577D204}">
      <dgm:prSet phldrT="[Text]" custT="1"/>
      <dgm:spPr/>
      <dgm:t>
        <a:bodyPr/>
        <a:lstStyle/>
        <a:p>
          <a:r>
            <a:rPr lang="es-CO" sz="1600" dirty="0"/>
            <a:t>Identificar los interesados y sus preocupaciones</a:t>
          </a:r>
        </a:p>
      </dgm:t>
    </dgm:pt>
    <dgm:pt modelId="{ED421F66-16E4-4B92-824E-C4451FB594D4}" type="parTrans" cxnId="{94DF08AE-D1BA-40AB-AB6F-CB0403625323}">
      <dgm:prSet/>
      <dgm:spPr/>
      <dgm:t>
        <a:bodyPr/>
        <a:lstStyle/>
        <a:p>
          <a:endParaRPr lang="es-CO"/>
        </a:p>
      </dgm:t>
    </dgm:pt>
    <dgm:pt modelId="{B36514ED-FDA2-4AEA-83BF-89AA021CF4E5}" type="sibTrans" cxnId="{94DF08AE-D1BA-40AB-AB6F-CB0403625323}">
      <dgm:prSet/>
      <dgm:spPr/>
      <dgm:t>
        <a:bodyPr/>
        <a:lstStyle/>
        <a:p>
          <a:endParaRPr lang="es-CO"/>
        </a:p>
      </dgm:t>
    </dgm:pt>
    <dgm:pt modelId="{2EBA4C26-904C-40CB-82B7-E1A700E7BB6D}">
      <dgm:prSet phldrT="[Text]" custT="1"/>
      <dgm:spPr/>
      <dgm:t>
        <a:bodyPr/>
        <a:lstStyle/>
        <a:p>
          <a:r>
            <a:rPr lang="es-CO" sz="1600" dirty="0"/>
            <a:t>Definir los objetivos y preguntas iniciales de análisis</a:t>
          </a:r>
        </a:p>
      </dgm:t>
    </dgm:pt>
    <dgm:pt modelId="{DE85B62A-07F5-4D66-A061-DCA74659EE14}" type="parTrans" cxnId="{BAD18F82-5613-451F-B18A-E3C97FC6BC7A}">
      <dgm:prSet/>
      <dgm:spPr/>
      <dgm:t>
        <a:bodyPr/>
        <a:lstStyle/>
        <a:p>
          <a:endParaRPr lang="es-CO"/>
        </a:p>
      </dgm:t>
    </dgm:pt>
    <dgm:pt modelId="{6F9F7848-03ED-4D33-9248-9A951D1CE0E9}" type="sibTrans" cxnId="{BAD18F82-5613-451F-B18A-E3C97FC6BC7A}">
      <dgm:prSet/>
      <dgm:spPr/>
      <dgm:t>
        <a:bodyPr/>
        <a:lstStyle/>
        <a:p>
          <a:endParaRPr lang="es-CO"/>
        </a:p>
      </dgm:t>
    </dgm:pt>
    <dgm:pt modelId="{3A748501-BABA-4793-8416-F50E973F420B}">
      <dgm:prSet phldrT="[Text]"/>
      <dgm:spPr/>
      <dgm:t>
        <a:bodyPr/>
        <a:lstStyle/>
        <a:p>
          <a:r>
            <a:rPr lang="es-CO" dirty="0"/>
            <a:t>Curar los datos</a:t>
          </a:r>
        </a:p>
      </dgm:t>
    </dgm:pt>
    <dgm:pt modelId="{C10FB744-104E-47BE-B868-7BF7173237F1}" type="parTrans" cxnId="{AF7BFC35-F93F-478B-8C6B-F38D9C9214E3}">
      <dgm:prSet/>
      <dgm:spPr/>
      <dgm:t>
        <a:bodyPr/>
        <a:lstStyle/>
        <a:p>
          <a:endParaRPr lang="es-CO"/>
        </a:p>
      </dgm:t>
    </dgm:pt>
    <dgm:pt modelId="{A9022ED6-0D86-4909-9B7C-E5CDCFE38D79}" type="sibTrans" cxnId="{AF7BFC35-F93F-478B-8C6B-F38D9C9214E3}">
      <dgm:prSet/>
      <dgm:spPr/>
      <dgm:t>
        <a:bodyPr/>
        <a:lstStyle/>
        <a:p>
          <a:endParaRPr lang="es-CO"/>
        </a:p>
      </dgm:t>
    </dgm:pt>
    <dgm:pt modelId="{6A3E2312-7448-4BEB-B103-0B1A6568D2FB}">
      <dgm:prSet phldrT="[Text]" custT="1"/>
      <dgm:spPr/>
      <dgm:t>
        <a:bodyPr/>
        <a:lstStyle/>
        <a:p>
          <a:r>
            <a:rPr lang="es-CO" sz="1600" dirty="0"/>
            <a:t>Definir variables y conjuntos de datos</a:t>
          </a:r>
        </a:p>
      </dgm:t>
    </dgm:pt>
    <dgm:pt modelId="{FC839595-F7A6-499A-9125-A05CAE58C0F0}" type="parTrans" cxnId="{18657222-7B03-4E5E-A268-7F1C3F70A7AD}">
      <dgm:prSet/>
      <dgm:spPr/>
      <dgm:t>
        <a:bodyPr/>
        <a:lstStyle/>
        <a:p>
          <a:endParaRPr lang="es-CO"/>
        </a:p>
      </dgm:t>
    </dgm:pt>
    <dgm:pt modelId="{001803FD-FF01-4818-A28E-FE7E9067FDE8}" type="sibTrans" cxnId="{18657222-7B03-4E5E-A268-7F1C3F70A7AD}">
      <dgm:prSet/>
      <dgm:spPr/>
      <dgm:t>
        <a:bodyPr/>
        <a:lstStyle/>
        <a:p>
          <a:endParaRPr lang="es-CO"/>
        </a:p>
      </dgm:t>
    </dgm:pt>
    <dgm:pt modelId="{28646F93-A5F9-4591-A917-62FBC48644A1}">
      <dgm:prSet phldrT="[Text]" custT="1"/>
      <dgm:spPr/>
      <dgm:t>
        <a:bodyPr/>
        <a:lstStyle/>
        <a:p>
          <a:r>
            <a:rPr lang="es-CO" sz="1600" dirty="0"/>
            <a:t>Identificar fuentes</a:t>
          </a:r>
        </a:p>
      </dgm:t>
    </dgm:pt>
    <dgm:pt modelId="{341D9D26-E502-495C-8804-EA45579CABF7}" type="parTrans" cxnId="{C010855E-A54D-4CD9-AA24-C46982BDD995}">
      <dgm:prSet/>
      <dgm:spPr/>
      <dgm:t>
        <a:bodyPr/>
        <a:lstStyle/>
        <a:p>
          <a:endParaRPr lang="es-CO"/>
        </a:p>
      </dgm:t>
    </dgm:pt>
    <dgm:pt modelId="{486C1186-66B4-4D34-BB5F-A55689AEDD5B}" type="sibTrans" cxnId="{C010855E-A54D-4CD9-AA24-C46982BDD995}">
      <dgm:prSet/>
      <dgm:spPr/>
      <dgm:t>
        <a:bodyPr/>
        <a:lstStyle/>
        <a:p>
          <a:endParaRPr lang="es-CO"/>
        </a:p>
      </dgm:t>
    </dgm:pt>
    <dgm:pt modelId="{E9A5A311-6A18-41B8-A4C5-820C6E559731}">
      <dgm:prSet phldrT="[Text]"/>
      <dgm:spPr/>
      <dgm:t>
        <a:bodyPr/>
        <a:lstStyle/>
        <a:p>
          <a:r>
            <a:rPr lang="es-CO" dirty="0"/>
            <a:t>Construir los modelos de análisis</a:t>
          </a:r>
        </a:p>
      </dgm:t>
    </dgm:pt>
    <dgm:pt modelId="{E3685105-2506-41AD-873F-5D1570022382}" type="parTrans" cxnId="{CE5D9552-0368-4672-BAA6-C10EFFF6F4C9}">
      <dgm:prSet/>
      <dgm:spPr/>
      <dgm:t>
        <a:bodyPr/>
        <a:lstStyle/>
        <a:p>
          <a:endParaRPr lang="es-CO"/>
        </a:p>
      </dgm:t>
    </dgm:pt>
    <dgm:pt modelId="{519B3E8E-8D72-4ED1-A3A2-33E0427EF839}" type="sibTrans" cxnId="{CE5D9552-0368-4672-BAA6-C10EFFF6F4C9}">
      <dgm:prSet/>
      <dgm:spPr/>
      <dgm:t>
        <a:bodyPr/>
        <a:lstStyle/>
        <a:p>
          <a:endParaRPr lang="es-CO"/>
        </a:p>
      </dgm:t>
    </dgm:pt>
    <dgm:pt modelId="{FF50EE35-8899-47C4-9444-86990EEA75A6}">
      <dgm:prSet phldrT="[Text]" custT="1"/>
      <dgm:spPr/>
      <dgm:t>
        <a:bodyPr/>
        <a:lstStyle/>
        <a:p>
          <a:r>
            <a:rPr lang="es-CO" sz="1600" dirty="0"/>
            <a:t>Descriptivos</a:t>
          </a:r>
        </a:p>
      </dgm:t>
    </dgm:pt>
    <dgm:pt modelId="{B847BFDC-6DD7-4C53-8430-3597AFEAE41C}" type="parTrans" cxnId="{FCB0FEFC-2C66-454F-B028-EA544B5F9E13}">
      <dgm:prSet/>
      <dgm:spPr/>
      <dgm:t>
        <a:bodyPr/>
        <a:lstStyle/>
        <a:p>
          <a:endParaRPr lang="es-CO"/>
        </a:p>
      </dgm:t>
    </dgm:pt>
    <dgm:pt modelId="{5FDBA1E9-DCC2-496A-9B15-00DAF2E7533C}" type="sibTrans" cxnId="{FCB0FEFC-2C66-454F-B028-EA544B5F9E13}">
      <dgm:prSet/>
      <dgm:spPr/>
      <dgm:t>
        <a:bodyPr/>
        <a:lstStyle/>
        <a:p>
          <a:endParaRPr lang="es-CO"/>
        </a:p>
      </dgm:t>
    </dgm:pt>
    <dgm:pt modelId="{1EF4F1FC-1520-4382-BF23-B7C7A5807CC1}">
      <dgm:prSet phldrT="[Text]" custT="1"/>
      <dgm:spPr/>
      <dgm:t>
        <a:bodyPr/>
        <a:lstStyle/>
        <a:p>
          <a:r>
            <a:rPr lang="es-CO" sz="1600" dirty="0"/>
            <a:t>Diagnósticos</a:t>
          </a:r>
        </a:p>
      </dgm:t>
    </dgm:pt>
    <dgm:pt modelId="{D46F8134-6240-4245-9A16-220E48A51F87}" type="parTrans" cxnId="{A8B2E93B-DB23-4316-9191-6CFF1858DFF9}">
      <dgm:prSet/>
      <dgm:spPr/>
      <dgm:t>
        <a:bodyPr/>
        <a:lstStyle/>
        <a:p>
          <a:endParaRPr lang="es-CO"/>
        </a:p>
      </dgm:t>
    </dgm:pt>
    <dgm:pt modelId="{BBEF218F-C6FC-4B7D-9BDE-8EFB57FA5092}" type="sibTrans" cxnId="{A8B2E93B-DB23-4316-9191-6CFF1858DFF9}">
      <dgm:prSet/>
      <dgm:spPr/>
      <dgm:t>
        <a:bodyPr/>
        <a:lstStyle/>
        <a:p>
          <a:endParaRPr lang="es-CO"/>
        </a:p>
      </dgm:t>
    </dgm:pt>
    <dgm:pt modelId="{1B3E20A3-2BDB-4547-A79E-13EBEEF68FFB}">
      <dgm:prSet phldrT="[Text]" custT="1"/>
      <dgm:spPr/>
      <dgm:t>
        <a:bodyPr/>
        <a:lstStyle/>
        <a:p>
          <a:r>
            <a:rPr lang="es-CO" sz="1600" dirty="0"/>
            <a:t>Cargue y preparación de datos</a:t>
          </a:r>
        </a:p>
      </dgm:t>
    </dgm:pt>
    <dgm:pt modelId="{E0DDD3D4-A896-4059-B569-D3115EEC01F1}" type="parTrans" cxnId="{D478B612-221B-47F3-963F-7C53EB40BFFF}">
      <dgm:prSet/>
      <dgm:spPr/>
      <dgm:t>
        <a:bodyPr/>
        <a:lstStyle/>
        <a:p>
          <a:endParaRPr lang="es-CO"/>
        </a:p>
      </dgm:t>
    </dgm:pt>
    <dgm:pt modelId="{DF29A009-77F9-4F2F-B672-6DD7FC974765}" type="sibTrans" cxnId="{D478B612-221B-47F3-963F-7C53EB40BFFF}">
      <dgm:prSet/>
      <dgm:spPr/>
      <dgm:t>
        <a:bodyPr/>
        <a:lstStyle/>
        <a:p>
          <a:endParaRPr lang="es-CO"/>
        </a:p>
      </dgm:t>
    </dgm:pt>
    <dgm:pt modelId="{6F7DF7A2-38A4-4F3C-8C32-27A6C66EC8C7}">
      <dgm:prSet phldrT="[Text]" custT="1"/>
      <dgm:spPr/>
      <dgm:t>
        <a:bodyPr/>
        <a:lstStyle/>
        <a:p>
          <a:r>
            <a:rPr lang="es-CO" sz="1600" dirty="0"/>
            <a:t>Predictivos</a:t>
          </a:r>
        </a:p>
      </dgm:t>
    </dgm:pt>
    <dgm:pt modelId="{7CD592F1-E5AB-42AF-9426-F4D5FD6A0E63}" type="parTrans" cxnId="{6EB0B18E-59A5-4E8A-B3CD-1E2AD50435A8}">
      <dgm:prSet/>
      <dgm:spPr/>
      <dgm:t>
        <a:bodyPr/>
        <a:lstStyle/>
        <a:p>
          <a:endParaRPr lang="es-CO"/>
        </a:p>
      </dgm:t>
    </dgm:pt>
    <dgm:pt modelId="{DC5416B9-F7DD-4408-9D7F-9BBE4107015C}" type="sibTrans" cxnId="{6EB0B18E-59A5-4E8A-B3CD-1E2AD50435A8}">
      <dgm:prSet/>
      <dgm:spPr/>
      <dgm:t>
        <a:bodyPr/>
        <a:lstStyle/>
        <a:p>
          <a:endParaRPr lang="es-CO"/>
        </a:p>
      </dgm:t>
    </dgm:pt>
    <dgm:pt modelId="{79C6ACBE-E19F-4E3B-B1D6-8AE118229F51}">
      <dgm:prSet phldrT="[Text]"/>
      <dgm:spPr/>
      <dgm:t>
        <a:bodyPr/>
        <a:lstStyle/>
        <a:p>
          <a:r>
            <a:rPr lang="es-CO"/>
            <a:t>Implementar</a:t>
          </a:r>
        </a:p>
      </dgm:t>
    </dgm:pt>
    <dgm:pt modelId="{AFEB4C06-A550-4187-9FB4-88D4906E7C72}" type="parTrans" cxnId="{065F27A4-4069-444C-84ED-E75765D3A6B2}">
      <dgm:prSet/>
      <dgm:spPr/>
      <dgm:t>
        <a:bodyPr/>
        <a:lstStyle/>
        <a:p>
          <a:endParaRPr lang="es-CO"/>
        </a:p>
      </dgm:t>
    </dgm:pt>
    <dgm:pt modelId="{5DB50DA5-356D-4D2D-884C-3B033AD600C4}" type="sibTrans" cxnId="{065F27A4-4069-444C-84ED-E75765D3A6B2}">
      <dgm:prSet/>
      <dgm:spPr/>
      <dgm:t>
        <a:bodyPr/>
        <a:lstStyle/>
        <a:p>
          <a:endParaRPr lang="es-CO"/>
        </a:p>
      </dgm:t>
    </dgm:pt>
    <dgm:pt modelId="{23503A90-CCDE-47A3-92B1-0294573E0073}">
      <dgm:prSet phldrT="[Text]" custT="1"/>
      <dgm:spPr/>
      <dgm:t>
        <a:bodyPr/>
        <a:lstStyle/>
        <a:p>
          <a:r>
            <a:rPr lang="es-CO" sz="1600" dirty="0"/>
            <a:t>Comunicar los resultados</a:t>
          </a:r>
        </a:p>
      </dgm:t>
    </dgm:pt>
    <dgm:pt modelId="{92BB3001-C66E-43F3-9B21-0F6CCD24C7D6}" type="parTrans" cxnId="{F0F1530E-A807-49C0-BD10-C364B1D71723}">
      <dgm:prSet/>
      <dgm:spPr/>
      <dgm:t>
        <a:bodyPr/>
        <a:lstStyle/>
        <a:p>
          <a:endParaRPr lang="es-CO"/>
        </a:p>
      </dgm:t>
    </dgm:pt>
    <dgm:pt modelId="{EE163889-9CDB-4E29-A0C8-A4BAF14219C1}" type="sibTrans" cxnId="{F0F1530E-A807-49C0-BD10-C364B1D71723}">
      <dgm:prSet/>
      <dgm:spPr/>
      <dgm:t>
        <a:bodyPr/>
        <a:lstStyle/>
        <a:p>
          <a:endParaRPr lang="es-CO"/>
        </a:p>
      </dgm:t>
    </dgm:pt>
    <dgm:pt modelId="{75FD2E88-CE0D-4082-B757-F1CE6E58E45A}">
      <dgm:prSet phldrT="[Text]" custT="1"/>
      <dgm:spPr/>
      <dgm:t>
        <a:bodyPr/>
        <a:lstStyle/>
        <a:p>
          <a:r>
            <a:rPr lang="es-CO" sz="1600" dirty="0"/>
            <a:t>Construir los productos de datos</a:t>
          </a:r>
        </a:p>
      </dgm:t>
    </dgm:pt>
    <dgm:pt modelId="{E1E9D321-0187-4A15-A00E-66BC707764E1}" type="parTrans" cxnId="{191DF89B-D6AA-47B7-B36F-B86516B1D860}">
      <dgm:prSet/>
      <dgm:spPr/>
      <dgm:t>
        <a:bodyPr/>
        <a:lstStyle/>
        <a:p>
          <a:endParaRPr lang="es-CO"/>
        </a:p>
      </dgm:t>
    </dgm:pt>
    <dgm:pt modelId="{1198029B-7280-40AC-9B20-4A8E6FC1A85C}" type="sibTrans" cxnId="{191DF89B-D6AA-47B7-B36F-B86516B1D860}">
      <dgm:prSet/>
      <dgm:spPr/>
      <dgm:t>
        <a:bodyPr/>
        <a:lstStyle/>
        <a:p>
          <a:endParaRPr lang="es-CO"/>
        </a:p>
      </dgm:t>
    </dgm:pt>
    <dgm:pt modelId="{10246F5C-1123-4DDD-A88C-22087B368725}">
      <dgm:prSet phldrT="[Text]" custT="1"/>
      <dgm:spPr/>
      <dgm:t>
        <a:bodyPr/>
        <a:lstStyle/>
        <a:p>
          <a:r>
            <a:rPr lang="es-CO" sz="1600" dirty="0"/>
            <a:t>Tomar las acciones</a:t>
          </a:r>
        </a:p>
      </dgm:t>
    </dgm:pt>
    <dgm:pt modelId="{76BD9219-3694-448E-BC1B-75CC4D43A335}" type="parTrans" cxnId="{CC87F582-EBE8-45E1-862A-3B3FEAF0A85E}">
      <dgm:prSet/>
      <dgm:spPr/>
      <dgm:t>
        <a:bodyPr/>
        <a:lstStyle/>
        <a:p>
          <a:endParaRPr lang="es-CO"/>
        </a:p>
      </dgm:t>
    </dgm:pt>
    <dgm:pt modelId="{AFCE9408-9C82-451B-906D-C6BBD9C819C0}" type="sibTrans" cxnId="{CC87F582-EBE8-45E1-862A-3B3FEAF0A85E}">
      <dgm:prSet/>
      <dgm:spPr/>
      <dgm:t>
        <a:bodyPr/>
        <a:lstStyle/>
        <a:p>
          <a:endParaRPr lang="es-CO"/>
        </a:p>
      </dgm:t>
    </dgm:pt>
    <dgm:pt modelId="{BCE79480-6217-4B58-96B8-DFABB13BCB10}">
      <dgm:prSet phldrT="[Text]" custT="1"/>
      <dgm:spPr/>
      <dgm:t>
        <a:bodyPr/>
        <a:lstStyle/>
        <a:p>
          <a:r>
            <a:rPr lang="es-CO" sz="1600" dirty="0"/>
            <a:t>Decisiones que toma</a:t>
          </a:r>
        </a:p>
      </dgm:t>
    </dgm:pt>
    <dgm:pt modelId="{83DCDFC4-4D6B-416B-A71A-9B036A44E7E9}" type="parTrans" cxnId="{9305314A-3361-42F6-99C0-AF41CF808812}">
      <dgm:prSet/>
      <dgm:spPr/>
      <dgm:t>
        <a:bodyPr/>
        <a:lstStyle/>
        <a:p>
          <a:endParaRPr lang="es-CO"/>
        </a:p>
      </dgm:t>
    </dgm:pt>
    <dgm:pt modelId="{590A07B4-39ED-4572-BB62-5CFF9039821A}" type="sibTrans" cxnId="{9305314A-3361-42F6-99C0-AF41CF808812}">
      <dgm:prSet/>
      <dgm:spPr/>
      <dgm:t>
        <a:bodyPr/>
        <a:lstStyle/>
        <a:p>
          <a:endParaRPr lang="es-CO"/>
        </a:p>
      </dgm:t>
    </dgm:pt>
    <dgm:pt modelId="{A8489C4C-7D72-4AB4-BD1A-7DA763F732CB}" type="pres">
      <dgm:prSet presAssocID="{EC56C0D3-A333-4C63-9C35-618B416B67E5}" presName="Name0" presStyleCnt="0">
        <dgm:presLayoutVars>
          <dgm:dir/>
          <dgm:animLvl val="lvl"/>
          <dgm:resizeHandles val="exact"/>
        </dgm:presLayoutVars>
      </dgm:prSet>
      <dgm:spPr/>
    </dgm:pt>
    <dgm:pt modelId="{96A364AC-29CB-472D-94BC-D2C3C4838938}" type="pres">
      <dgm:prSet presAssocID="{EC56C0D3-A333-4C63-9C35-618B416B67E5}" presName="tSp" presStyleCnt="0"/>
      <dgm:spPr/>
    </dgm:pt>
    <dgm:pt modelId="{3E41EBAB-FD10-4F86-8F48-FC9233EE593F}" type="pres">
      <dgm:prSet presAssocID="{EC56C0D3-A333-4C63-9C35-618B416B67E5}" presName="bSp" presStyleCnt="0"/>
      <dgm:spPr/>
    </dgm:pt>
    <dgm:pt modelId="{2AC0EDCC-F902-447F-9BEA-A2B64B209D00}" type="pres">
      <dgm:prSet presAssocID="{EC56C0D3-A333-4C63-9C35-618B416B67E5}" presName="process" presStyleCnt="0"/>
      <dgm:spPr/>
    </dgm:pt>
    <dgm:pt modelId="{5AB16EE5-F16D-4A12-B86E-4CC600D0D703}" type="pres">
      <dgm:prSet presAssocID="{57E786D1-19A0-454D-AFFE-7B78B81E3067}" presName="composite1" presStyleCnt="0"/>
      <dgm:spPr/>
    </dgm:pt>
    <dgm:pt modelId="{3D7E6664-AF01-49E7-951B-CB6C85C6B2B5}" type="pres">
      <dgm:prSet presAssocID="{57E786D1-19A0-454D-AFFE-7B78B81E3067}" presName="dummyNode1" presStyleLbl="node1" presStyleIdx="0" presStyleCnt="4"/>
      <dgm:spPr/>
    </dgm:pt>
    <dgm:pt modelId="{820A576B-49CD-4ADB-9571-2D5555F9D383}" type="pres">
      <dgm:prSet presAssocID="{57E786D1-19A0-454D-AFFE-7B78B81E3067}" presName="childNode1" presStyleLbl="bgAcc1" presStyleIdx="0" presStyleCnt="4" custScaleX="116684" custScaleY="134605">
        <dgm:presLayoutVars>
          <dgm:bulletEnabled val="1"/>
        </dgm:presLayoutVars>
      </dgm:prSet>
      <dgm:spPr/>
    </dgm:pt>
    <dgm:pt modelId="{155D411B-F0C1-4673-B4FD-62CF1FBA01C9}" type="pres">
      <dgm:prSet presAssocID="{57E786D1-19A0-454D-AFFE-7B78B81E3067}" presName="childNode1tx" presStyleLbl="bgAcc1" presStyleIdx="0" presStyleCnt="4">
        <dgm:presLayoutVars>
          <dgm:bulletEnabled val="1"/>
        </dgm:presLayoutVars>
      </dgm:prSet>
      <dgm:spPr/>
    </dgm:pt>
    <dgm:pt modelId="{8B184F43-5FCC-45A2-B0CB-9F026FCC8DF0}" type="pres">
      <dgm:prSet presAssocID="{57E786D1-19A0-454D-AFFE-7B78B81E3067}" presName="parentNode1" presStyleLbl="node1" presStyleIdx="0" presStyleCnt="4" custLinFactNeighborX="-23620" custLinFactNeighborY="29092">
        <dgm:presLayoutVars>
          <dgm:chMax val="1"/>
          <dgm:bulletEnabled val="1"/>
        </dgm:presLayoutVars>
      </dgm:prSet>
      <dgm:spPr/>
    </dgm:pt>
    <dgm:pt modelId="{C61F82EC-AC3E-4767-8072-7BBC4DA5A878}" type="pres">
      <dgm:prSet presAssocID="{57E786D1-19A0-454D-AFFE-7B78B81E3067}" presName="connSite1" presStyleCnt="0"/>
      <dgm:spPr/>
    </dgm:pt>
    <dgm:pt modelId="{FEC3521D-C948-4B84-8408-68633D9B1575}" type="pres">
      <dgm:prSet presAssocID="{417CBAE7-A02E-4B75-98C7-A4C313673957}" presName="Name9" presStyleLbl="sibTrans2D1" presStyleIdx="0" presStyleCnt="3"/>
      <dgm:spPr/>
    </dgm:pt>
    <dgm:pt modelId="{55139C81-B2C5-47DE-A465-9E6214F3FB93}" type="pres">
      <dgm:prSet presAssocID="{3A748501-BABA-4793-8416-F50E973F420B}" presName="composite2" presStyleCnt="0"/>
      <dgm:spPr/>
    </dgm:pt>
    <dgm:pt modelId="{949A7C28-2255-4033-93CE-A401EFA36E55}" type="pres">
      <dgm:prSet presAssocID="{3A748501-BABA-4793-8416-F50E973F420B}" presName="dummyNode2" presStyleLbl="node1" presStyleIdx="0" presStyleCnt="4"/>
      <dgm:spPr/>
    </dgm:pt>
    <dgm:pt modelId="{9AA55983-150B-4086-85AF-DABC33479B06}" type="pres">
      <dgm:prSet presAssocID="{3A748501-BABA-4793-8416-F50E973F420B}" presName="childNode2" presStyleLbl="bgAcc1" presStyleIdx="1" presStyleCnt="4" custScaleX="119797" custScaleY="116394">
        <dgm:presLayoutVars>
          <dgm:bulletEnabled val="1"/>
        </dgm:presLayoutVars>
      </dgm:prSet>
      <dgm:spPr/>
    </dgm:pt>
    <dgm:pt modelId="{C6E66FD7-D399-4DB0-B150-7DA8957BFC55}" type="pres">
      <dgm:prSet presAssocID="{3A748501-BABA-4793-8416-F50E973F420B}" presName="childNode2tx" presStyleLbl="bgAcc1" presStyleIdx="1" presStyleCnt="4">
        <dgm:presLayoutVars>
          <dgm:bulletEnabled val="1"/>
        </dgm:presLayoutVars>
      </dgm:prSet>
      <dgm:spPr/>
    </dgm:pt>
    <dgm:pt modelId="{C6E84FAA-B646-47F8-931D-28EFD271F3DB}" type="pres">
      <dgm:prSet presAssocID="{3A748501-BABA-4793-8416-F50E973F420B}" presName="parentNode2" presStyleLbl="node1" presStyleIdx="1" presStyleCnt="4">
        <dgm:presLayoutVars>
          <dgm:chMax val="0"/>
          <dgm:bulletEnabled val="1"/>
        </dgm:presLayoutVars>
      </dgm:prSet>
      <dgm:spPr/>
    </dgm:pt>
    <dgm:pt modelId="{67994A2F-69D8-4939-A0B3-F7A9ADD5DB49}" type="pres">
      <dgm:prSet presAssocID="{3A748501-BABA-4793-8416-F50E973F420B}" presName="connSite2" presStyleCnt="0"/>
      <dgm:spPr/>
    </dgm:pt>
    <dgm:pt modelId="{E34D8FFF-D2CE-407A-847D-C4DB022F7712}" type="pres">
      <dgm:prSet presAssocID="{A9022ED6-0D86-4909-9B7C-E5CDCFE38D79}" presName="Name18" presStyleLbl="sibTrans2D1" presStyleIdx="1" presStyleCnt="3"/>
      <dgm:spPr/>
    </dgm:pt>
    <dgm:pt modelId="{1BD72D23-1ACC-44E0-AE4B-91A83776C80F}" type="pres">
      <dgm:prSet presAssocID="{E9A5A311-6A18-41B8-A4C5-820C6E559731}" presName="composite1" presStyleCnt="0"/>
      <dgm:spPr/>
    </dgm:pt>
    <dgm:pt modelId="{BE142F19-BDDE-4AFC-AAC8-54FFFD22450D}" type="pres">
      <dgm:prSet presAssocID="{E9A5A311-6A18-41B8-A4C5-820C6E559731}" presName="dummyNode1" presStyleLbl="node1" presStyleIdx="1" presStyleCnt="4"/>
      <dgm:spPr/>
    </dgm:pt>
    <dgm:pt modelId="{C727B6A1-03E8-44A3-AFCC-B4BF85BCF064}" type="pres">
      <dgm:prSet presAssocID="{E9A5A311-6A18-41B8-A4C5-820C6E559731}" presName="childNode1" presStyleLbl="bgAcc1" presStyleIdx="2" presStyleCnt="4">
        <dgm:presLayoutVars>
          <dgm:bulletEnabled val="1"/>
        </dgm:presLayoutVars>
      </dgm:prSet>
      <dgm:spPr/>
    </dgm:pt>
    <dgm:pt modelId="{E5FFA0F1-464B-455C-85FD-DE2FB5A1D7E0}" type="pres">
      <dgm:prSet presAssocID="{E9A5A311-6A18-41B8-A4C5-820C6E559731}" presName="childNode1tx" presStyleLbl="bgAcc1" presStyleIdx="2" presStyleCnt="4">
        <dgm:presLayoutVars>
          <dgm:bulletEnabled val="1"/>
        </dgm:presLayoutVars>
      </dgm:prSet>
      <dgm:spPr/>
    </dgm:pt>
    <dgm:pt modelId="{F24D3251-EA37-446F-9EB1-E33C6B0C42D4}" type="pres">
      <dgm:prSet presAssocID="{E9A5A311-6A18-41B8-A4C5-820C6E559731}" presName="parentNode1" presStyleLbl="node1" presStyleIdx="2" presStyleCnt="4">
        <dgm:presLayoutVars>
          <dgm:chMax val="1"/>
          <dgm:bulletEnabled val="1"/>
        </dgm:presLayoutVars>
      </dgm:prSet>
      <dgm:spPr/>
    </dgm:pt>
    <dgm:pt modelId="{DFFBF902-5C9F-430B-8AAC-6550E530492B}" type="pres">
      <dgm:prSet presAssocID="{E9A5A311-6A18-41B8-A4C5-820C6E559731}" presName="connSite1" presStyleCnt="0"/>
      <dgm:spPr/>
    </dgm:pt>
    <dgm:pt modelId="{5998D767-CCB7-4BEB-9AAA-94729426F7CA}" type="pres">
      <dgm:prSet presAssocID="{519B3E8E-8D72-4ED1-A3A2-33E0427EF839}" presName="Name9" presStyleLbl="sibTrans2D1" presStyleIdx="2" presStyleCnt="3"/>
      <dgm:spPr/>
    </dgm:pt>
    <dgm:pt modelId="{3E3D42FD-D670-46CD-96A8-B0774D7B6D8E}" type="pres">
      <dgm:prSet presAssocID="{79C6ACBE-E19F-4E3B-B1D6-8AE118229F51}" presName="composite2" presStyleCnt="0"/>
      <dgm:spPr/>
    </dgm:pt>
    <dgm:pt modelId="{C0D23CCC-6FDD-4ABF-B438-29211F2065B7}" type="pres">
      <dgm:prSet presAssocID="{79C6ACBE-E19F-4E3B-B1D6-8AE118229F51}" presName="dummyNode2" presStyleLbl="node1" presStyleIdx="2" presStyleCnt="4"/>
      <dgm:spPr/>
    </dgm:pt>
    <dgm:pt modelId="{6B538D61-3A55-4488-BBFD-C6B9C908B8CB}" type="pres">
      <dgm:prSet presAssocID="{79C6ACBE-E19F-4E3B-B1D6-8AE118229F51}" presName="childNode2" presStyleLbl="bgAcc1" presStyleIdx="3" presStyleCnt="4">
        <dgm:presLayoutVars>
          <dgm:bulletEnabled val="1"/>
        </dgm:presLayoutVars>
      </dgm:prSet>
      <dgm:spPr/>
    </dgm:pt>
    <dgm:pt modelId="{9323AF8B-7311-451B-83FF-A955A7066F18}" type="pres">
      <dgm:prSet presAssocID="{79C6ACBE-E19F-4E3B-B1D6-8AE118229F51}" presName="childNode2tx" presStyleLbl="bgAcc1" presStyleIdx="3" presStyleCnt="4">
        <dgm:presLayoutVars>
          <dgm:bulletEnabled val="1"/>
        </dgm:presLayoutVars>
      </dgm:prSet>
      <dgm:spPr/>
    </dgm:pt>
    <dgm:pt modelId="{16B30115-7A97-4B14-B291-33BBE7D3B53E}" type="pres">
      <dgm:prSet presAssocID="{79C6ACBE-E19F-4E3B-B1D6-8AE118229F51}" presName="parentNode2" presStyleLbl="node1" presStyleIdx="3" presStyleCnt="4">
        <dgm:presLayoutVars>
          <dgm:chMax val="0"/>
          <dgm:bulletEnabled val="1"/>
        </dgm:presLayoutVars>
      </dgm:prSet>
      <dgm:spPr/>
    </dgm:pt>
    <dgm:pt modelId="{67CD5885-3230-487A-B803-FDD1E57C291B}" type="pres">
      <dgm:prSet presAssocID="{79C6ACBE-E19F-4E3B-B1D6-8AE118229F51}" presName="connSite2" presStyleCnt="0"/>
      <dgm:spPr/>
    </dgm:pt>
  </dgm:ptLst>
  <dgm:cxnLst>
    <dgm:cxn modelId="{DE3F9104-0D3C-494A-88B6-1D2600E988E0}" type="presOf" srcId="{79C6ACBE-E19F-4E3B-B1D6-8AE118229F51}" destId="{16B30115-7A97-4B14-B291-33BBE7D3B53E}" srcOrd="0" destOrd="0" presId="urn:microsoft.com/office/officeart/2005/8/layout/hProcess4"/>
    <dgm:cxn modelId="{8F43900D-C05E-4C74-B9BA-A1EC328AC6BD}" type="presOf" srcId="{1B3E20A3-2BDB-4547-A79E-13EBEEF68FFB}" destId="{9AA55983-150B-4086-85AF-DABC33479B06}" srcOrd="0" destOrd="2" presId="urn:microsoft.com/office/officeart/2005/8/layout/hProcess4"/>
    <dgm:cxn modelId="{F0F1530E-A807-49C0-BD10-C364B1D71723}" srcId="{79C6ACBE-E19F-4E3B-B1D6-8AE118229F51}" destId="{23503A90-CCDE-47A3-92B1-0294573E0073}" srcOrd="0" destOrd="0" parTransId="{92BB3001-C66E-43F3-9B21-0F6CCD24C7D6}" sibTransId="{EE163889-9CDB-4E29-A0C8-A4BAF14219C1}"/>
    <dgm:cxn modelId="{F2CF9F0F-2C2B-4AD1-9A22-A951A2781F3B}" type="presOf" srcId="{6A3E2312-7448-4BEB-B103-0B1A6568D2FB}" destId="{C6E66FD7-D399-4DB0-B150-7DA8957BFC55}" srcOrd="1" destOrd="0" presId="urn:microsoft.com/office/officeart/2005/8/layout/hProcess4"/>
    <dgm:cxn modelId="{D478B612-221B-47F3-963F-7C53EB40BFFF}" srcId="{3A748501-BABA-4793-8416-F50E973F420B}" destId="{1B3E20A3-2BDB-4547-A79E-13EBEEF68FFB}" srcOrd="2" destOrd="0" parTransId="{E0DDD3D4-A896-4059-B569-D3115EEC01F1}" sibTransId="{DF29A009-77F9-4F2F-B672-6DD7FC974765}"/>
    <dgm:cxn modelId="{9342B113-CD4F-4704-AF54-295875BF27C4}" type="presOf" srcId="{10246F5C-1123-4DDD-A88C-22087B368725}" destId="{6B538D61-3A55-4488-BBFD-C6B9C908B8CB}" srcOrd="0" destOrd="2" presId="urn:microsoft.com/office/officeart/2005/8/layout/hProcess4"/>
    <dgm:cxn modelId="{5670B61C-2717-4067-97AA-1D99104554FA}" type="presOf" srcId="{BCE79480-6217-4B58-96B8-DFABB13BCB10}" destId="{155D411B-F0C1-4673-B4FD-62CF1FBA01C9}" srcOrd="1" destOrd="1" presId="urn:microsoft.com/office/officeart/2005/8/layout/hProcess4"/>
    <dgm:cxn modelId="{18657222-7B03-4E5E-A268-7F1C3F70A7AD}" srcId="{3A748501-BABA-4793-8416-F50E973F420B}" destId="{6A3E2312-7448-4BEB-B103-0B1A6568D2FB}" srcOrd="0" destOrd="0" parTransId="{FC839595-F7A6-499A-9125-A05CAE58C0F0}" sibTransId="{001803FD-FF01-4818-A28E-FE7E9067FDE8}"/>
    <dgm:cxn modelId="{CE960223-DEFF-4D89-AFAC-7F7F826D010E}" type="presOf" srcId="{6A3E2312-7448-4BEB-B103-0B1A6568D2FB}" destId="{9AA55983-150B-4086-85AF-DABC33479B06}" srcOrd="0" destOrd="0" presId="urn:microsoft.com/office/officeart/2005/8/layout/hProcess4"/>
    <dgm:cxn modelId="{D5223527-B6DA-4049-B66A-40D50DB1A616}" type="presOf" srcId="{FF50EE35-8899-47C4-9444-86990EEA75A6}" destId="{E5FFA0F1-464B-455C-85FD-DE2FB5A1D7E0}" srcOrd="1" destOrd="0" presId="urn:microsoft.com/office/officeart/2005/8/layout/hProcess4"/>
    <dgm:cxn modelId="{E9160E28-3A09-4E05-A592-EF9E96D8B520}" type="presOf" srcId="{E9A5A311-6A18-41B8-A4C5-820C6E559731}" destId="{F24D3251-EA37-446F-9EB1-E33C6B0C42D4}" srcOrd="0" destOrd="0" presId="urn:microsoft.com/office/officeart/2005/8/layout/hProcess4"/>
    <dgm:cxn modelId="{AF7BFC35-F93F-478B-8C6B-F38D9C9214E3}" srcId="{EC56C0D3-A333-4C63-9C35-618B416B67E5}" destId="{3A748501-BABA-4793-8416-F50E973F420B}" srcOrd="1" destOrd="0" parTransId="{C10FB744-104E-47BE-B868-7BF7173237F1}" sibTransId="{A9022ED6-0D86-4909-9B7C-E5CDCFE38D79}"/>
    <dgm:cxn modelId="{A8B2E93B-DB23-4316-9191-6CFF1858DFF9}" srcId="{E9A5A311-6A18-41B8-A4C5-820C6E559731}" destId="{1EF4F1FC-1520-4382-BF23-B7C7A5807CC1}" srcOrd="1" destOrd="0" parTransId="{D46F8134-6240-4245-9A16-220E48A51F87}" sibTransId="{BBEF218F-C6FC-4B7D-9BDE-8EFB57FA5092}"/>
    <dgm:cxn modelId="{A4F91D3D-EA7A-4133-932F-1B41435E1602}" type="presOf" srcId="{2EBA4C26-904C-40CB-82B7-E1A700E7BB6D}" destId="{820A576B-49CD-4ADB-9571-2D5555F9D383}" srcOrd="0" destOrd="2" presId="urn:microsoft.com/office/officeart/2005/8/layout/hProcess4"/>
    <dgm:cxn modelId="{FFF7303E-B28D-4EE0-99A5-B89EAA7E349A}" type="presOf" srcId="{28646F93-A5F9-4591-A917-62FBC48644A1}" destId="{9AA55983-150B-4086-85AF-DABC33479B06}" srcOrd="0" destOrd="1" presId="urn:microsoft.com/office/officeart/2005/8/layout/hProcess4"/>
    <dgm:cxn modelId="{137F895B-54C7-4C4A-A7E1-9FAC864C8C50}" type="presOf" srcId="{75FD2E88-CE0D-4082-B757-F1CE6E58E45A}" destId="{9323AF8B-7311-451B-83FF-A955A7066F18}" srcOrd="1" destOrd="1" presId="urn:microsoft.com/office/officeart/2005/8/layout/hProcess4"/>
    <dgm:cxn modelId="{C010855E-A54D-4CD9-AA24-C46982BDD995}" srcId="{3A748501-BABA-4793-8416-F50E973F420B}" destId="{28646F93-A5F9-4591-A917-62FBC48644A1}" srcOrd="1" destOrd="0" parTransId="{341D9D26-E502-495C-8804-EA45579CABF7}" sibTransId="{486C1186-66B4-4D34-BB5F-A55689AEDD5B}"/>
    <dgm:cxn modelId="{9305314A-3361-42F6-99C0-AF41CF808812}" srcId="{57E786D1-19A0-454D-AFFE-7B78B81E3067}" destId="{BCE79480-6217-4B58-96B8-DFABB13BCB10}" srcOrd="1" destOrd="0" parTransId="{83DCDFC4-4D6B-416B-A71A-9B036A44E7E9}" sibTransId="{590A07B4-39ED-4572-BB62-5CFF9039821A}"/>
    <dgm:cxn modelId="{381FE74D-08CD-4A46-A893-CBB014216D4B}" type="presOf" srcId="{A9022ED6-0D86-4909-9B7C-E5CDCFE38D79}" destId="{E34D8FFF-D2CE-407A-847D-C4DB022F7712}" srcOrd="0" destOrd="0" presId="urn:microsoft.com/office/officeart/2005/8/layout/hProcess4"/>
    <dgm:cxn modelId="{CE5D9552-0368-4672-BAA6-C10EFFF6F4C9}" srcId="{EC56C0D3-A333-4C63-9C35-618B416B67E5}" destId="{E9A5A311-6A18-41B8-A4C5-820C6E559731}" srcOrd="2" destOrd="0" parTransId="{E3685105-2506-41AD-873F-5D1570022382}" sibTransId="{519B3E8E-8D72-4ED1-A3A2-33E0427EF839}"/>
    <dgm:cxn modelId="{3BB5F454-CCB7-4895-AA4A-B545C26EA964}" type="presOf" srcId="{2EBA4C26-904C-40CB-82B7-E1A700E7BB6D}" destId="{155D411B-F0C1-4673-B4FD-62CF1FBA01C9}" srcOrd="1" destOrd="2" presId="urn:microsoft.com/office/officeart/2005/8/layout/hProcess4"/>
    <dgm:cxn modelId="{B2B47556-4319-4A06-B3C5-9879E4D151D6}" type="presOf" srcId="{6F7DF7A2-38A4-4F3C-8C32-27A6C66EC8C7}" destId="{E5FFA0F1-464B-455C-85FD-DE2FB5A1D7E0}" srcOrd="1" destOrd="2" presId="urn:microsoft.com/office/officeart/2005/8/layout/hProcess4"/>
    <dgm:cxn modelId="{2540D756-B9BB-44AD-85AA-6E03C6AA1BD5}" srcId="{EC56C0D3-A333-4C63-9C35-618B416B67E5}" destId="{57E786D1-19A0-454D-AFFE-7B78B81E3067}" srcOrd="0" destOrd="0" parTransId="{31A4A1C7-8DA8-43FF-A4D1-6B99B6EDC618}" sibTransId="{417CBAE7-A02E-4B75-98C7-A4C313673957}"/>
    <dgm:cxn modelId="{7CC95D7C-471D-4ADC-8F03-71ED99C2397D}" type="presOf" srcId="{1EF4F1FC-1520-4382-BF23-B7C7A5807CC1}" destId="{C727B6A1-03E8-44A3-AFCC-B4BF85BCF064}" srcOrd="0" destOrd="1" presId="urn:microsoft.com/office/officeart/2005/8/layout/hProcess4"/>
    <dgm:cxn modelId="{BAD18F82-5613-451F-B18A-E3C97FC6BC7A}" srcId="{57E786D1-19A0-454D-AFFE-7B78B81E3067}" destId="{2EBA4C26-904C-40CB-82B7-E1A700E7BB6D}" srcOrd="2" destOrd="0" parTransId="{DE85B62A-07F5-4D66-A061-DCA74659EE14}" sibTransId="{6F9F7848-03ED-4D33-9248-9A951D1CE0E9}"/>
    <dgm:cxn modelId="{CC87F582-EBE8-45E1-862A-3B3FEAF0A85E}" srcId="{79C6ACBE-E19F-4E3B-B1D6-8AE118229F51}" destId="{10246F5C-1123-4DDD-A88C-22087B368725}" srcOrd="2" destOrd="0" parTransId="{76BD9219-3694-448E-BC1B-75CC4D43A335}" sibTransId="{AFCE9408-9C82-451B-906D-C6BBD9C819C0}"/>
    <dgm:cxn modelId="{18C61883-9763-42CB-BAB2-7B0EB059ABCF}" type="presOf" srcId="{BAA26A2B-5615-4058-A9D7-4398A577D204}" destId="{820A576B-49CD-4ADB-9571-2D5555F9D383}" srcOrd="0" destOrd="0" presId="urn:microsoft.com/office/officeart/2005/8/layout/hProcess4"/>
    <dgm:cxn modelId="{1433B98B-727F-4C42-B757-FC0307A54717}" type="presOf" srcId="{417CBAE7-A02E-4B75-98C7-A4C313673957}" destId="{FEC3521D-C948-4B84-8408-68633D9B1575}" srcOrd="0" destOrd="0" presId="urn:microsoft.com/office/officeart/2005/8/layout/hProcess4"/>
    <dgm:cxn modelId="{6EB0B18E-59A5-4E8A-B3CD-1E2AD50435A8}" srcId="{E9A5A311-6A18-41B8-A4C5-820C6E559731}" destId="{6F7DF7A2-38A4-4F3C-8C32-27A6C66EC8C7}" srcOrd="2" destOrd="0" parTransId="{7CD592F1-E5AB-42AF-9426-F4D5FD6A0E63}" sibTransId="{DC5416B9-F7DD-4408-9D7F-9BBE4107015C}"/>
    <dgm:cxn modelId="{2A45788F-DC08-4E7D-94C7-108A218B448C}" type="presOf" srcId="{3A748501-BABA-4793-8416-F50E973F420B}" destId="{C6E84FAA-B646-47F8-931D-28EFD271F3DB}" srcOrd="0" destOrd="0" presId="urn:microsoft.com/office/officeart/2005/8/layout/hProcess4"/>
    <dgm:cxn modelId="{A49A1294-D519-4F55-80CA-074113A23F6F}" type="presOf" srcId="{FF50EE35-8899-47C4-9444-86990EEA75A6}" destId="{C727B6A1-03E8-44A3-AFCC-B4BF85BCF064}" srcOrd="0" destOrd="0" presId="urn:microsoft.com/office/officeart/2005/8/layout/hProcess4"/>
    <dgm:cxn modelId="{4AD80096-D3F6-4DB3-BD7E-B0B094CC2D84}" type="presOf" srcId="{519B3E8E-8D72-4ED1-A3A2-33E0427EF839}" destId="{5998D767-CCB7-4BEB-9AAA-94729426F7CA}" srcOrd="0" destOrd="0" presId="urn:microsoft.com/office/officeart/2005/8/layout/hProcess4"/>
    <dgm:cxn modelId="{DF699396-3765-49BB-9D36-1CA1AD146AB4}" type="presOf" srcId="{BAA26A2B-5615-4058-A9D7-4398A577D204}" destId="{155D411B-F0C1-4673-B4FD-62CF1FBA01C9}" srcOrd="1" destOrd="0" presId="urn:microsoft.com/office/officeart/2005/8/layout/hProcess4"/>
    <dgm:cxn modelId="{191DF89B-D6AA-47B7-B36F-B86516B1D860}" srcId="{79C6ACBE-E19F-4E3B-B1D6-8AE118229F51}" destId="{75FD2E88-CE0D-4082-B757-F1CE6E58E45A}" srcOrd="1" destOrd="0" parTransId="{E1E9D321-0187-4A15-A00E-66BC707764E1}" sibTransId="{1198029B-7280-40AC-9B20-4A8E6FC1A85C}"/>
    <dgm:cxn modelId="{119EF4A1-6DD4-4093-AA38-04BE334CBF08}" type="presOf" srcId="{1EF4F1FC-1520-4382-BF23-B7C7A5807CC1}" destId="{E5FFA0F1-464B-455C-85FD-DE2FB5A1D7E0}" srcOrd="1" destOrd="1" presId="urn:microsoft.com/office/officeart/2005/8/layout/hProcess4"/>
    <dgm:cxn modelId="{065F27A4-4069-444C-84ED-E75765D3A6B2}" srcId="{EC56C0D3-A333-4C63-9C35-618B416B67E5}" destId="{79C6ACBE-E19F-4E3B-B1D6-8AE118229F51}" srcOrd="3" destOrd="0" parTransId="{AFEB4C06-A550-4187-9FB4-88D4906E7C72}" sibTransId="{5DB50DA5-356D-4D2D-884C-3B033AD600C4}"/>
    <dgm:cxn modelId="{94DF08AE-D1BA-40AB-AB6F-CB0403625323}" srcId="{57E786D1-19A0-454D-AFFE-7B78B81E3067}" destId="{BAA26A2B-5615-4058-A9D7-4398A577D204}" srcOrd="0" destOrd="0" parTransId="{ED421F66-16E4-4B92-824E-C4451FB594D4}" sibTransId="{B36514ED-FDA2-4AEA-83BF-89AA021CF4E5}"/>
    <dgm:cxn modelId="{66E350B0-7D1E-4539-B8CC-23A7567A494C}" type="presOf" srcId="{EC56C0D3-A333-4C63-9C35-618B416B67E5}" destId="{A8489C4C-7D72-4AB4-BD1A-7DA763F732CB}" srcOrd="0" destOrd="0" presId="urn:microsoft.com/office/officeart/2005/8/layout/hProcess4"/>
    <dgm:cxn modelId="{047F3AB5-29A6-4B05-8BC7-F514759A34DE}" type="presOf" srcId="{57E786D1-19A0-454D-AFFE-7B78B81E3067}" destId="{8B184F43-5FCC-45A2-B0CB-9F026FCC8DF0}" srcOrd="0" destOrd="0" presId="urn:microsoft.com/office/officeart/2005/8/layout/hProcess4"/>
    <dgm:cxn modelId="{ECE8A7B8-756F-45A9-A989-528FCDB6FC0F}" type="presOf" srcId="{BCE79480-6217-4B58-96B8-DFABB13BCB10}" destId="{820A576B-49CD-4ADB-9571-2D5555F9D383}" srcOrd="0" destOrd="1" presId="urn:microsoft.com/office/officeart/2005/8/layout/hProcess4"/>
    <dgm:cxn modelId="{9FBEC4C5-2FA5-4AD4-9E34-23FDB43EB515}" type="presOf" srcId="{75FD2E88-CE0D-4082-B757-F1CE6E58E45A}" destId="{6B538D61-3A55-4488-BBFD-C6B9C908B8CB}" srcOrd="0" destOrd="1" presId="urn:microsoft.com/office/officeart/2005/8/layout/hProcess4"/>
    <dgm:cxn modelId="{8BCDEFDB-BD23-437D-A320-1121CA9D2CBF}" type="presOf" srcId="{1B3E20A3-2BDB-4547-A79E-13EBEEF68FFB}" destId="{C6E66FD7-D399-4DB0-B150-7DA8957BFC55}" srcOrd="1" destOrd="2" presId="urn:microsoft.com/office/officeart/2005/8/layout/hProcess4"/>
    <dgm:cxn modelId="{214185E1-15BF-4977-9B68-B0F7F69A00A1}" type="presOf" srcId="{28646F93-A5F9-4591-A917-62FBC48644A1}" destId="{C6E66FD7-D399-4DB0-B150-7DA8957BFC55}" srcOrd="1" destOrd="1" presId="urn:microsoft.com/office/officeart/2005/8/layout/hProcess4"/>
    <dgm:cxn modelId="{E4396EE3-6FBC-4B22-B185-C0ABD7D1AC2F}" type="presOf" srcId="{6F7DF7A2-38A4-4F3C-8C32-27A6C66EC8C7}" destId="{C727B6A1-03E8-44A3-AFCC-B4BF85BCF064}" srcOrd="0" destOrd="2" presId="urn:microsoft.com/office/officeart/2005/8/layout/hProcess4"/>
    <dgm:cxn modelId="{758DE2E5-6FE9-49A7-9A28-CF0FCFF229C5}" type="presOf" srcId="{23503A90-CCDE-47A3-92B1-0294573E0073}" destId="{9323AF8B-7311-451B-83FF-A955A7066F18}" srcOrd="1" destOrd="0" presId="urn:microsoft.com/office/officeart/2005/8/layout/hProcess4"/>
    <dgm:cxn modelId="{6DC5E9F1-E934-4F7A-A0CE-274619595D08}" type="presOf" srcId="{23503A90-CCDE-47A3-92B1-0294573E0073}" destId="{6B538D61-3A55-4488-BBFD-C6B9C908B8CB}" srcOrd="0" destOrd="0" presId="urn:microsoft.com/office/officeart/2005/8/layout/hProcess4"/>
    <dgm:cxn modelId="{FCB0FEFC-2C66-454F-B028-EA544B5F9E13}" srcId="{E9A5A311-6A18-41B8-A4C5-820C6E559731}" destId="{FF50EE35-8899-47C4-9444-86990EEA75A6}" srcOrd="0" destOrd="0" parTransId="{B847BFDC-6DD7-4C53-8430-3597AFEAE41C}" sibTransId="{5FDBA1E9-DCC2-496A-9B15-00DAF2E7533C}"/>
    <dgm:cxn modelId="{F3738CFD-8F73-4AFE-AD74-0866F2DEFDDB}" type="presOf" srcId="{10246F5C-1123-4DDD-A88C-22087B368725}" destId="{9323AF8B-7311-451B-83FF-A955A7066F18}" srcOrd="1" destOrd="2" presId="urn:microsoft.com/office/officeart/2005/8/layout/hProcess4"/>
    <dgm:cxn modelId="{57E80D6A-4281-405B-B631-20C3FE4399BA}" type="presParOf" srcId="{A8489C4C-7D72-4AB4-BD1A-7DA763F732CB}" destId="{96A364AC-29CB-472D-94BC-D2C3C4838938}" srcOrd="0" destOrd="0" presId="urn:microsoft.com/office/officeart/2005/8/layout/hProcess4"/>
    <dgm:cxn modelId="{9609C12C-9C23-4C02-A820-792824D48239}" type="presParOf" srcId="{A8489C4C-7D72-4AB4-BD1A-7DA763F732CB}" destId="{3E41EBAB-FD10-4F86-8F48-FC9233EE593F}" srcOrd="1" destOrd="0" presId="urn:microsoft.com/office/officeart/2005/8/layout/hProcess4"/>
    <dgm:cxn modelId="{85877136-E23C-4CFB-94A9-06B233A192A3}" type="presParOf" srcId="{A8489C4C-7D72-4AB4-BD1A-7DA763F732CB}" destId="{2AC0EDCC-F902-447F-9BEA-A2B64B209D00}" srcOrd="2" destOrd="0" presId="urn:microsoft.com/office/officeart/2005/8/layout/hProcess4"/>
    <dgm:cxn modelId="{2599E2DA-402E-47F0-A164-77E7E0EAEA64}" type="presParOf" srcId="{2AC0EDCC-F902-447F-9BEA-A2B64B209D00}" destId="{5AB16EE5-F16D-4A12-B86E-4CC600D0D703}" srcOrd="0" destOrd="0" presId="urn:microsoft.com/office/officeart/2005/8/layout/hProcess4"/>
    <dgm:cxn modelId="{EE2D5277-168E-478F-8040-A5F55DDB20D8}" type="presParOf" srcId="{5AB16EE5-F16D-4A12-B86E-4CC600D0D703}" destId="{3D7E6664-AF01-49E7-951B-CB6C85C6B2B5}" srcOrd="0" destOrd="0" presId="urn:microsoft.com/office/officeart/2005/8/layout/hProcess4"/>
    <dgm:cxn modelId="{48AAA556-1C27-4F66-8534-85A240F4F168}" type="presParOf" srcId="{5AB16EE5-F16D-4A12-B86E-4CC600D0D703}" destId="{820A576B-49CD-4ADB-9571-2D5555F9D383}" srcOrd="1" destOrd="0" presId="urn:microsoft.com/office/officeart/2005/8/layout/hProcess4"/>
    <dgm:cxn modelId="{ABE9BE64-9D36-4871-8B53-C5E4B7ECF044}" type="presParOf" srcId="{5AB16EE5-F16D-4A12-B86E-4CC600D0D703}" destId="{155D411B-F0C1-4673-B4FD-62CF1FBA01C9}" srcOrd="2" destOrd="0" presId="urn:microsoft.com/office/officeart/2005/8/layout/hProcess4"/>
    <dgm:cxn modelId="{DCB63DFF-8B8D-47A6-BB06-C721C48F5834}" type="presParOf" srcId="{5AB16EE5-F16D-4A12-B86E-4CC600D0D703}" destId="{8B184F43-5FCC-45A2-B0CB-9F026FCC8DF0}" srcOrd="3" destOrd="0" presId="urn:microsoft.com/office/officeart/2005/8/layout/hProcess4"/>
    <dgm:cxn modelId="{43E08630-4252-4018-996B-F8DED308FB41}" type="presParOf" srcId="{5AB16EE5-F16D-4A12-B86E-4CC600D0D703}" destId="{C61F82EC-AC3E-4767-8072-7BBC4DA5A878}" srcOrd="4" destOrd="0" presId="urn:microsoft.com/office/officeart/2005/8/layout/hProcess4"/>
    <dgm:cxn modelId="{697E4ABF-6F7E-4C8B-9579-03A62C176C0B}" type="presParOf" srcId="{2AC0EDCC-F902-447F-9BEA-A2B64B209D00}" destId="{FEC3521D-C948-4B84-8408-68633D9B1575}" srcOrd="1" destOrd="0" presId="urn:microsoft.com/office/officeart/2005/8/layout/hProcess4"/>
    <dgm:cxn modelId="{AFEC515E-55EE-4891-8BED-AB4A94E9A09D}" type="presParOf" srcId="{2AC0EDCC-F902-447F-9BEA-A2B64B209D00}" destId="{55139C81-B2C5-47DE-A465-9E6214F3FB93}" srcOrd="2" destOrd="0" presId="urn:microsoft.com/office/officeart/2005/8/layout/hProcess4"/>
    <dgm:cxn modelId="{3163643E-59C6-4089-A4C6-AA1E9BFB5D93}" type="presParOf" srcId="{55139C81-B2C5-47DE-A465-9E6214F3FB93}" destId="{949A7C28-2255-4033-93CE-A401EFA36E55}" srcOrd="0" destOrd="0" presId="urn:microsoft.com/office/officeart/2005/8/layout/hProcess4"/>
    <dgm:cxn modelId="{21338E74-A760-464A-862D-B62BC6AE30EA}" type="presParOf" srcId="{55139C81-B2C5-47DE-A465-9E6214F3FB93}" destId="{9AA55983-150B-4086-85AF-DABC33479B06}" srcOrd="1" destOrd="0" presId="urn:microsoft.com/office/officeart/2005/8/layout/hProcess4"/>
    <dgm:cxn modelId="{51EED426-0A9A-456A-98D6-965A7F7BC4B8}" type="presParOf" srcId="{55139C81-B2C5-47DE-A465-9E6214F3FB93}" destId="{C6E66FD7-D399-4DB0-B150-7DA8957BFC55}" srcOrd="2" destOrd="0" presId="urn:microsoft.com/office/officeart/2005/8/layout/hProcess4"/>
    <dgm:cxn modelId="{B4A227FC-A561-449A-BC06-DBB2145E1CD0}" type="presParOf" srcId="{55139C81-B2C5-47DE-A465-9E6214F3FB93}" destId="{C6E84FAA-B646-47F8-931D-28EFD271F3DB}" srcOrd="3" destOrd="0" presId="urn:microsoft.com/office/officeart/2005/8/layout/hProcess4"/>
    <dgm:cxn modelId="{5EE278D5-1F2B-45E7-A7A9-66BB617654D7}" type="presParOf" srcId="{55139C81-B2C5-47DE-A465-9E6214F3FB93}" destId="{67994A2F-69D8-4939-A0B3-F7A9ADD5DB49}" srcOrd="4" destOrd="0" presId="urn:microsoft.com/office/officeart/2005/8/layout/hProcess4"/>
    <dgm:cxn modelId="{AF5C2DE2-1878-426F-8229-E1E8205B805B}" type="presParOf" srcId="{2AC0EDCC-F902-447F-9BEA-A2B64B209D00}" destId="{E34D8FFF-D2CE-407A-847D-C4DB022F7712}" srcOrd="3" destOrd="0" presId="urn:microsoft.com/office/officeart/2005/8/layout/hProcess4"/>
    <dgm:cxn modelId="{52446447-7FF4-4669-99F4-C9203AC6FB64}" type="presParOf" srcId="{2AC0EDCC-F902-447F-9BEA-A2B64B209D00}" destId="{1BD72D23-1ACC-44E0-AE4B-91A83776C80F}" srcOrd="4" destOrd="0" presId="urn:microsoft.com/office/officeart/2005/8/layout/hProcess4"/>
    <dgm:cxn modelId="{A8F8148B-67A0-4582-8823-66ACBD4D3C1D}" type="presParOf" srcId="{1BD72D23-1ACC-44E0-AE4B-91A83776C80F}" destId="{BE142F19-BDDE-4AFC-AAC8-54FFFD22450D}" srcOrd="0" destOrd="0" presId="urn:microsoft.com/office/officeart/2005/8/layout/hProcess4"/>
    <dgm:cxn modelId="{E5DB7E98-71D0-4A98-B831-A6CCD49A2BEF}" type="presParOf" srcId="{1BD72D23-1ACC-44E0-AE4B-91A83776C80F}" destId="{C727B6A1-03E8-44A3-AFCC-B4BF85BCF064}" srcOrd="1" destOrd="0" presId="urn:microsoft.com/office/officeart/2005/8/layout/hProcess4"/>
    <dgm:cxn modelId="{7314FA6A-228D-49D0-B2A0-9AC745103DAC}" type="presParOf" srcId="{1BD72D23-1ACC-44E0-AE4B-91A83776C80F}" destId="{E5FFA0F1-464B-455C-85FD-DE2FB5A1D7E0}" srcOrd="2" destOrd="0" presId="urn:microsoft.com/office/officeart/2005/8/layout/hProcess4"/>
    <dgm:cxn modelId="{A7201F78-AC5A-412D-9F45-979CB0D925D8}" type="presParOf" srcId="{1BD72D23-1ACC-44E0-AE4B-91A83776C80F}" destId="{F24D3251-EA37-446F-9EB1-E33C6B0C42D4}" srcOrd="3" destOrd="0" presId="urn:microsoft.com/office/officeart/2005/8/layout/hProcess4"/>
    <dgm:cxn modelId="{2DB6F5FB-C94A-4F29-9384-F56A5DE732FC}" type="presParOf" srcId="{1BD72D23-1ACC-44E0-AE4B-91A83776C80F}" destId="{DFFBF902-5C9F-430B-8AAC-6550E530492B}" srcOrd="4" destOrd="0" presId="urn:microsoft.com/office/officeart/2005/8/layout/hProcess4"/>
    <dgm:cxn modelId="{2FB67487-92BE-4575-9B26-4C5834E60D34}" type="presParOf" srcId="{2AC0EDCC-F902-447F-9BEA-A2B64B209D00}" destId="{5998D767-CCB7-4BEB-9AAA-94729426F7CA}" srcOrd="5" destOrd="0" presId="urn:microsoft.com/office/officeart/2005/8/layout/hProcess4"/>
    <dgm:cxn modelId="{EE5B953B-97AE-417D-8D4E-C5A3D7A9F653}" type="presParOf" srcId="{2AC0EDCC-F902-447F-9BEA-A2B64B209D00}" destId="{3E3D42FD-D670-46CD-96A8-B0774D7B6D8E}" srcOrd="6" destOrd="0" presId="urn:microsoft.com/office/officeart/2005/8/layout/hProcess4"/>
    <dgm:cxn modelId="{1D5719C6-69FD-4D81-AB10-549489974F9A}" type="presParOf" srcId="{3E3D42FD-D670-46CD-96A8-B0774D7B6D8E}" destId="{C0D23CCC-6FDD-4ABF-B438-29211F2065B7}" srcOrd="0" destOrd="0" presId="urn:microsoft.com/office/officeart/2005/8/layout/hProcess4"/>
    <dgm:cxn modelId="{91E9C587-4780-412A-8EA6-391DF7AB48A2}" type="presParOf" srcId="{3E3D42FD-D670-46CD-96A8-B0774D7B6D8E}" destId="{6B538D61-3A55-4488-BBFD-C6B9C908B8CB}" srcOrd="1" destOrd="0" presId="urn:microsoft.com/office/officeart/2005/8/layout/hProcess4"/>
    <dgm:cxn modelId="{F3CF4E8B-2D4A-47BB-AAE2-D38A80D6FE61}" type="presParOf" srcId="{3E3D42FD-D670-46CD-96A8-B0774D7B6D8E}" destId="{9323AF8B-7311-451B-83FF-A955A7066F18}" srcOrd="2" destOrd="0" presId="urn:microsoft.com/office/officeart/2005/8/layout/hProcess4"/>
    <dgm:cxn modelId="{4E7D1386-86FC-469E-9E0A-25C3FDB03474}" type="presParOf" srcId="{3E3D42FD-D670-46CD-96A8-B0774D7B6D8E}" destId="{16B30115-7A97-4B14-B291-33BBE7D3B53E}" srcOrd="3" destOrd="0" presId="urn:microsoft.com/office/officeart/2005/8/layout/hProcess4"/>
    <dgm:cxn modelId="{C56CA8C2-3AA8-45CC-A856-2E1847F75EE0}" type="presParOf" srcId="{3E3D42FD-D670-46CD-96A8-B0774D7B6D8E}" destId="{67CD5885-3230-487A-B803-FDD1E57C291B}"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623CD4-84A5-46A6-A465-83D07608A47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C6840D0-03B4-443C-AA01-39ECFF766BA7}">
      <dgm:prSet/>
      <dgm:spPr/>
      <dgm:t>
        <a:bodyPr/>
        <a:lstStyle/>
        <a:p>
          <a:r>
            <a:rPr lang="es-CO"/>
            <a:t>Identificar relación entre variables de un dataset</a:t>
          </a:r>
          <a:endParaRPr lang="en-US"/>
        </a:p>
      </dgm:t>
    </dgm:pt>
    <dgm:pt modelId="{F55E0ED1-64F6-4257-926B-6C5174CFFE52}" type="parTrans" cxnId="{33226C2E-B9D5-4880-A03C-B84F9167FB3E}">
      <dgm:prSet/>
      <dgm:spPr/>
      <dgm:t>
        <a:bodyPr/>
        <a:lstStyle/>
        <a:p>
          <a:endParaRPr lang="en-US"/>
        </a:p>
      </dgm:t>
    </dgm:pt>
    <dgm:pt modelId="{BD12A8C9-8167-447F-86FD-2C1466D8509E}" type="sibTrans" cxnId="{33226C2E-B9D5-4880-A03C-B84F9167FB3E}">
      <dgm:prSet/>
      <dgm:spPr/>
      <dgm:t>
        <a:bodyPr/>
        <a:lstStyle/>
        <a:p>
          <a:endParaRPr lang="en-US"/>
        </a:p>
      </dgm:t>
    </dgm:pt>
    <dgm:pt modelId="{06A8AED3-603D-4863-A2E8-00FE40F0FBB7}">
      <dgm:prSet/>
      <dgm:spPr/>
      <dgm:t>
        <a:bodyPr/>
        <a:lstStyle/>
        <a:p>
          <a:r>
            <a:rPr lang="es-CO"/>
            <a:t>Dependientes (relación estadística)</a:t>
          </a:r>
          <a:endParaRPr lang="en-US"/>
        </a:p>
      </dgm:t>
    </dgm:pt>
    <dgm:pt modelId="{F652F3B5-33F6-44D8-85AB-665959E5520F}" type="parTrans" cxnId="{94546E72-EE6F-4054-9739-262C7A6582A9}">
      <dgm:prSet/>
      <dgm:spPr/>
      <dgm:t>
        <a:bodyPr/>
        <a:lstStyle/>
        <a:p>
          <a:endParaRPr lang="en-US"/>
        </a:p>
      </dgm:t>
    </dgm:pt>
    <dgm:pt modelId="{69E747F0-00DF-4215-BED5-F64F390FE1DB}" type="sibTrans" cxnId="{94546E72-EE6F-4054-9739-262C7A6582A9}">
      <dgm:prSet/>
      <dgm:spPr/>
      <dgm:t>
        <a:bodyPr/>
        <a:lstStyle/>
        <a:p>
          <a:endParaRPr lang="en-US"/>
        </a:p>
      </dgm:t>
    </dgm:pt>
    <dgm:pt modelId="{6977AC90-1973-47DA-ADB2-3AB50AF5CBE6}">
      <dgm:prSet/>
      <dgm:spPr/>
      <dgm:t>
        <a:bodyPr/>
        <a:lstStyle/>
        <a:p>
          <a:r>
            <a:rPr lang="es-CO"/>
            <a:t>Relación estadística no necesariamente implica causalidad</a:t>
          </a:r>
          <a:endParaRPr lang="en-US"/>
        </a:p>
      </dgm:t>
    </dgm:pt>
    <dgm:pt modelId="{332C3690-E11F-4587-AB2F-4C47297BB671}" type="parTrans" cxnId="{5C7637CF-98AF-408F-AE0B-AB18B25C3450}">
      <dgm:prSet/>
      <dgm:spPr/>
      <dgm:t>
        <a:bodyPr/>
        <a:lstStyle/>
        <a:p>
          <a:endParaRPr lang="en-US"/>
        </a:p>
      </dgm:t>
    </dgm:pt>
    <dgm:pt modelId="{80CC2741-CFC7-44D6-BB65-602FC82551AA}" type="sibTrans" cxnId="{5C7637CF-98AF-408F-AE0B-AB18B25C3450}">
      <dgm:prSet/>
      <dgm:spPr/>
      <dgm:t>
        <a:bodyPr/>
        <a:lstStyle/>
        <a:p>
          <a:endParaRPr lang="en-US"/>
        </a:p>
      </dgm:t>
    </dgm:pt>
    <dgm:pt modelId="{010F827C-D56D-4238-B1F4-CA608746C27F}">
      <dgm:prSet/>
      <dgm:spPr/>
      <dgm:t>
        <a:bodyPr/>
        <a:lstStyle/>
        <a:p>
          <a:r>
            <a:rPr lang="es-CO"/>
            <a:t>Independientes</a:t>
          </a:r>
          <a:endParaRPr lang="en-US"/>
        </a:p>
      </dgm:t>
    </dgm:pt>
    <dgm:pt modelId="{21C8F385-EB3F-44A8-9762-FE5EAB0DB09C}" type="parTrans" cxnId="{2A2D70BE-2946-40C5-BD1A-5F5D36E4F178}">
      <dgm:prSet/>
      <dgm:spPr/>
      <dgm:t>
        <a:bodyPr/>
        <a:lstStyle/>
        <a:p>
          <a:endParaRPr lang="en-US"/>
        </a:p>
      </dgm:t>
    </dgm:pt>
    <dgm:pt modelId="{41916133-37BB-4292-9B92-EF35EECCFDC9}" type="sibTrans" cxnId="{2A2D70BE-2946-40C5-BD1A-5F5D36E4F178}">
      <dgm:prSet/>
      <dgm:spPr/>
      <dgm:t>
        <a:bodyPr/>
        <a:lstStyle/>
        <a:p>
          <a:endParaRPr lang="en-US"/>
        </a:p>
      </dgm:t>
    </dgm:pt>
    <dgm:pt modelId="{67D4F859-7802-4A83-957E-9B180E233AFF}">
      <dgm:prSet/>
      <dgm:spPr/>
      <dgm:t>
        <a:bodyPr/>
        <a:lstStyle/>
        <a:p>
          <a:r>
            <a:rPr lang="es-CO"/>
            <a:t>Relación entre dos grupos</a:t>
          </a:r>
          <a:endParaRPr lang="en-US"/>
        </a:p>
      </dgm:t>
    </dgm:pt>
    <dgm:pt modelId="{73169D1E-CBDB-40FB-976E-9ED5B61624B7}" type="parTrans" cxnId="{F229D850-DDDF-4FAF-A109-E95AE50B0D85}">
      <dgm:prSet/>
      <dgm:spPr/>
      <dgm:t>
        <a:bodyPr/>
        <a:lstStyle/>
        <a:p>
          <a:endParaRPr lang="en-US"/>
        </a:p>
      </dgm:t>
    </dgm:pt>
    <dgm:pt modelId="{7508852C-6986-4491-9C3E-09BFB0E12720}" type="sibTrans" cxnId="{F229D850-DDDF-4FAF-A109-E95AE50B0D85}">
      <dgm:prSet/>
      <dgm:spPr/>
      <dgm:t>
        <a:bodyPr/>
        <a:lstStyle/>
        <a:p>
          <a:endParaRPr lang="en-US"/>
        </a:p>
      </dgm:t>
    </dgm:pt>
    <dgm:pt modelId="{B075F9A2-3569-414F-818F-AA73A718A68F}">
      <dgm:prSet/>
      <dgm:spPr/>
      <dgm:t>
        <a:bodyPr/>
        <a:lstStyle/>
        <a:p>
          <a:r>
            <a:rPr lang="es-CO"/>
            <a:t>2 muestras</a:t>
          </a:r>
          <a:endParaRPr lang="en-US"/>
        </a:p>
      </dgm:t>
    </dgm:pt>
    <dgm:pt modelId="{CD9B5A57-137E-4FE3-9188-7EC1DECCC3B6}" type="parTrans" cxnId="{02FD9685-CA5F-4A1C-B3DC-8AE0C04C6018}">
      <dgm:prSet/>
      <dgm:spPr/>
      <dgm:t>
        <a:bodyPr/>
        <a:lstStyle/>
        <a:p>
          <a:endParaRPr lang="en-US"/>
        </a:p>
      </dgm:t>
    </dgm:pt>
    <dgm:pt modelId="{AC23737E-0AB0-419D-8AAC-10A971326BBC}" type="sibTrans" cxnId="{02FD9685-CA5F-4A1C-B3DC-8AE0C04C6018}">
      <dgm:prSet/>
      <dgm:spPr/>
      <dgm:t>
        <a:bodyPr/>
        <a:lstStyle/>
        <a:p>
          <a:endParaRPr lang="en-US"/>
        </a:p>
      </dgm:t>
    </dgm:pt>
    <dgm:pt modelId="{CC5D56E6-B3ED-47AA-B596-6650AA4054B1}">
      <dgm:prSet/>
      <dgm:spPr/>
      <dgm:t>
        <a:bodyPr/>
        <a:lstStyle/>
        <a:p>
          <a:r>
            <a:rPr lang="es-CO"/>
            <a:t>1 muestra y el universo</a:t>
          </a:r>
          <a:endParaRPr lang="en-US"/>
        </a:p>
      </dgm:t>
    </dgm:pt>
    <dgm:pt modelId="{39F48285-EAA7-4758-8073-B934BD3719E3}" type="parTrans" cxnId="{68C933C8-98E4-4010-9D92-A7B8C78C3367}">
      <dgm:prSet/>
      <dgm:spPr/>
      <dgm:t>
        <a:bodyPr/>
        <a:lstStyle/>
        <a:p>
          <a:endParaRPr lang="en-US"/>
        </a:p>
      </dgm:t>
    </dgm:pt>
    <dgm:pt modelId="{DF186067-B920-401B-A8C2-C2572F3AC8D8}" type="sibTrans" cxnId="{68C933C8-98E4-4010-9D92-A7B8C78C3367}">
      <dgm:prSet/>
      <dgm:spPr/>
      <dgm:t>
        <a:bodyPr/>
        <a:lstStyle/>
        <a:p>
          <a:endParaRPr lang="en-US"/>
        </a:p>
      </dgm:t>
    </dgm:pt>
    <dgm:pt modelId="{15016A21-13C9-4F31-BE9F-01740963B32F}" type="pres">
      <dgm:prSet presAssocID="{C8623CD4-84A5-46A6-A465-83D07608A475}" presName="linear" presStyleCnt="0">
        <dgm:presLayoutVars>
          <dgm:animLvl val="lvl"/>
          <dgm:resizeHandles val="exact"/>
        </dgm:presLayoutVars>
      </dgm:prSet>
      <dgm:spPr/>
    </dgm:pt>
    <dgm:pt modelId="{169C681A-0303-4F8A-B3FA-A356BB355155}" type="pres">
      <dgm:prSet presAssocID="{2C6840D0-03B4-443C-AA01-39ECFF766BA7}" presName="parentText" presStyleLbl="node1" presStyleIdx="0" presStyleCnt="2">
        <dgm:presLayoutVars>
          <dgm:chMax val="0"/>
          <dgm:bulletEnabled val="1"/>
        </dgm:presLayoutVars>
      </dgm:prSet>
      <dgm:spPr/>
    </dgm:pt>
    <dgm:pt modelId="{026C550B-69E9-4E93-9803-59D3F6A89830}" type="pres">
      <dgm:prSet presAssocID="{2C6840D0-03B4-443C-AA01-39ECFF766BA7}" presName="childText" presStyleLbl="revTx" presStyleIdx="0" presStyleCnt="2">
        <dgm:presLayoutVars>
          <dgm:bulletEnabled val="1"/>
        </dgm:presLayoutVars>
      </dgm:prSet>
      <dgm:spPr/>
    </dgm:pt>
    <dgm:pt modelId="{AFBD883E-72D3-4978-84DA-09B881AB4649}" type="pres">
      <dgm:prSet presAssocID="{67D4F859-7802-4A83-957E-9B180E233AFF}" presName="parentText" presStyleLbl="node1" presStyleIdx="1" presStyleCnt="2">
        <dgm:presLayoutVars>
          <dgm:chMax val="0"/>
          <dgm:bulletEnabled val="1"/>
        </dgm:presLayoutVars>
      </dgm:prSet>
      <dgm:spPr/>
    </dgm:pt>
    <dgm:pt modelId="{4C957A0A-7EAE-46AA-81C2-1B59ABD82809}" type="pres">
      <dgm:prSet presAssocID="{67D4F859-7802-4A83-957E-9B180E233AFF}" presName="childText" presStyleLbl="revTx" presStyleIdx="1" presStyleCnt="2">
        <dgm:presLayoutVars>
          <dgm:bulletEnabled val="1"/>
        </dgm:presLayoutVars>
      </dgm:prSet>
      <dgm:spPr/>
    </dgm:pt>
  </dgm:ptLst>
  <dgm:cxnLst>
    <dgm:cxn modelId="{33226C2E-B9D5-4880-A03C-B84F9167FB3E}" srcId="{C8623CD4-84A5-46A6-A465-83D07608A475}" destId="{2C6840D0-03B4-443C-AA01-39ECFF766BA7}" srcOrd="0" destOrd="0" parTransId="{F55E0ED1-64F6-4257-926B-6C5174CFFE52}" sibTransId="{BD12A8C9-8167-447F-86FD-2C1466D8509E}"/>
    <dgm:cxn modelId="{F62DFE40-3707-485A-B08E-E12E667ABD2A}" type="presOf" srcId="{2C6840D0-03B4-443C-AA01-39ECFF766BA7}" destId="{169C681A-0303-4F8A-B3FA-A356BB355155}" srcOrd="0" destOrd="0" presId="urn:microsoft.com/office/officeart/2005/8/layout/vList2"/>
    <dgm:cxn modelId="{9CE4934B-1B2F-40BD-A254-7BD16FF2C3FF}" type="presOf" srcId="{010F827C-D56D-4238-B1F4-CA608746C27F}" destId="{026C550B-69E9-4E93-9803-59D3F6A89830}" srcOrd="0" destOrd="2" presId="urn:microsoft.com/office/officeart/2005/8/layout/vList2"/>
    <dgm:cxn modelId="{F229D850-DDDF-4FAF-A109-E95AE50B0D85}" srcId="{C8623CD4-84A5-46A6-A465-83D07608A475}" destId="{67D4F859-7802-4A83-957E-9B180E233AFF}" srcOrd="1" destOrd="0" parTransId="{73169D1E-CBDB-40FB-976E-9ED5B61624B7}" sibTransId="{7508852C-6986-4491-9C3E-09BFB0E12720}"/>
    <dgm:cxn modelId="{94546E72-EE6F-4054-9739-262C7A6582A9}" srcId="{2C6840D0-03B4-443C-AA01-39ECFF766BA7}" destId="{06A8AED3-603D-4863-A2E8-00FE40F0FBB7}" srcOrd="0" destOrd="0" parTransId="{F652F3B5-33F6-44D8-85AB-665959E5520F}" sibTransId="{69E747F0-00DF-4215-BED5-F64F390FE1DB}"/>
    <dgm:cxn modelId="{519C2653-5332-418F-8FCE-D09D381A94BD}" type="presOf" srcId="{6977AC90-1973-47DA-ADB2-3AB50AF5CBE6}" destId="{026C550B-69E9-4E93-9803-59D3F6A89830}" srcOrd="0" destOrd="1" presId="urn:microsoft.com/office/officeart/2005/8/layout/vList2"/>
    <dgm:cxn modelId="{E9937258-8178-40F3-8982-2DFF3FDAAB1E}" type="presOf" srcId="{67D4F859-7802-4A83-957E-9B180E233AFF}" destId="{AFBD883E-72D3-4978-84DA-09B881AB4649}" srcOrd="0" destOrd="0" presId="urn:microsoft.com/office/officeart/2005/8/layout/vList2"/>
    <dgm:cxn modelId="{02FD9685-CA5F-4A1C-B3DC-8AE0C04C6018}" srcId="{67D4F859-7802-4A83-957E-9B180E233AFF}" destId="{B075F9A2-3569-414F-818F-AA73A718A68F}" srcOrd="0" destOrd="0" parTransId="{CD9B5A57-137E-4FE3-9188-7EC1DECCC3B6}" sibTransId="{AC23737E-0AB0-419D-8AAC-10A971326BBC}"/>
    <dgm:cxn modelId="{B4B4EDB8-291B-4D9D-88D6-0C5A6F81D18A}" type="presOf" srcId="{C8623CD4-84A5-46A6-A465-83D07608A475}" destId="{15016A21-13C9-4F31-BE9F-01740963B32F}" srcOrd="0" destOrd="0" presId="urn:microsoft.com/office/officeart/2005/8/layout/vList2"/>
    <dgm:cxn modelId="{2A2D70BE-2946-40C5-BD1A-5F5D36E4F178}" srcId="{2C6840D0-03B4-443C-AA01-39ECFF766BA7}" destId="{010F827C-D56D-4238-B1F4-CA608746C27F}" srcOrd="1" destOrd="0" parTransId="{21C8F385-EB3F-44A8-9762-FE5EAB0DB09C}" sibTransId="{41916133-37BB-4292-9B92-EF35EECCFDC9}"/>
    <dgm:cxn modelId="{A6DA95BE-40E7-466C-8259-86D5210883DD}" type="presOf" srcId="{B075F9A2-3569-414F-818F-AA73A718A68F}" destId="{4C957A0A-7EAE-46AA-81C2-1B59ABD82809}" srcOrd="0" destOrd="0" presId="urn:microsoft.com/office/officeart/2005/8/layout/vList2"/>
    <dgm:cxn modelId="{68C933C8-98E4-4010-9D92-A7B8C78C3367}" srcId="{67D4F859-7802-4A83-957E-9B180E233AFF}" destId="{CC5D56E6-B3ED-47AA-B596-6650AA4054B1}" srcOrd="1" destOrd="0" parTransId="{39F48285-EAA7-4758-8073-B934BD3719E3}" sibTransId="{DF186067-B920-401B-A8C2-C2572F3AC8D8}"/>
    <dgm:cxn modelId="{40AE17CC-3C22-4EB0-A3A2-557247D42EAB}" type="presOf" srcId="{CC5D56E6-B3ED-47AA-B596-6650AA4054B1}" destId="{4C957A0A-7EAE-46AA-81C2-1B59ABD82809}" srcOrd="0" destOrd="1" presId="urn:microsoft.com/office/officeart/2005/8/layout/vList2"/>
    <dgm:cxn modelId="{5C7637CF-98AF-408F-AE0B-AB18B25C3450}" srcId="{06A8AED3-603D-4863-A2E8-00FE40F0FBB7}" destId="{6977AC90-1973-47DA-ADB2-3AB50AF5CBE6}" srcOrd="0" destOrd="0" parTransId="{332C3690-E11F-4587-AB2F-4C47297BB671}" sibTransId="{80CC2741-CFC7-44D6-BB65-602FC82551AA}"/>
    <dgm:cxn modelId="{5F44F4DF-267F-479F-90EE-51A800E1FC14}" type="presOf" srcId="{06A8AED3-603D-4863-A2E8-00FE40F0FBB7}" destId="{026C550B-69E9-4E93-9803-59D3F6A89830}" srcOrd="0" destOrd="0" presId="urn:microsoft.com/office/officeart/2005/8/layout/vList2"/>
    <dgm:cxn modelId="{3998A55C-FD8C-4A55-8893-42082626C352}" type="presParOf" srcId="{15016A21-13C9-4F31-BE9F-01740963B32F}" destId="{169C681A-0303-4F8A-B3FA-A356BB355155}" srcOrd="0" destOrd="0" presId="urn:microsoft.com/office/officeart/2005/8/layout/vList2"/>
    <dgm:cxn modelId="{F3418852-0FDD-4CA8-904F-601F15EDB22B}" type="presParOf" srcId="{15016A21-13C9-4F31-BE9F-01740963B32F}" destId="{026C550B-69E9-4E93-9803-59D3F6A89830}" srcOrd="1" destOrd="0" presId="urn:microsoft.com/office/officeart/2005/8/layout/vList2"/>
    <dgm:cxn modelId="{C3C1F274-F2CA-4FFC-9780-8A0713D2CD70}" type="presParOf" srcId="{15016A21-13C9-4F31-BE9F-01740963B32F}" destId="{AFBD883E-72D3-4978-84DA-09B881AB4649}" srcOrd="2" destOrd="0" presId="urn:microsoft.com/office/officeart/2005/8/layout/vList2"/>
    <dgm:cxn modelId="{2BDB1F23-FC14-4189-B51C-3C59613E93F6}" type="presParOf" srcId="{15016A21-13C9-4F31-BE9F-01740963B32F}" destId="{4C957A0A-7EAE-46AA-81C2-1B59ABD82809}"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1C13F9-C3E6-49D8-839D-0CC36D374395}" type="doc">
      <dgm:prSet loTypeId="urn:microsoft.com/office/officeart/2008/layout/LinedList" loCatId="list" qsTypeId="urn:microsoft.com/office/officeart/2005/8/quickstyle/simple5" qsCatId="simple" csTypeId="urn:microsoft.com/office/officeart/2005/8/colors/accent0_3" csCatId="mainScheme"/>
      <dgm:spPr/>
      <dgm:t>
        <a:bodyPr/>
        <a:lstStyle/>
        <a:p>
          <a:endParaRPr lang="en-US"/>
        </a:p>
      </dgm:t>
    </dgm:pt>
    <dgm:pt modelId="{0BCFF60B-18CB-44BE-A0F3-5F872F7B0E5F}">
      <dgm:prSet/>
      <dgm:spPr/>
      <dgm:t>
        <a:bodyPr/>
        <a:lstStyle/>
        <a:p>
          <a:r>
            <a:rPr lang="es-CO"/>
            <a:t>Un error de Tipo I se produce cuando una hipótesis nula se rechaza siendo, en realidad, verdadera. Por ejemplo, se produciría un error de Tipo I si nuestra investigación mostrara que los salarios de los dos grupos de mujeres son significativamente diferentes cuando, de hecho, no hay diferencia entre ellos.</a:t>
          </a:r>
          <a:endParaRPr lang="en-US"/>
        </a:p>
      </dgm:t>
    </dgm:pt>
    <dgm:pt modelId="{0CFFE167-29D2-4FFF-9863-C7CFF59FF39E}" type="parTrans" cxnId="{27F76F8F-9376-4977-982A-EDB6B6D2CA6E}">
      <dgm:prSet/>
      <dgm:spPr/>
      <dgm:t>
        <a:bodyPr/>
        <a:lstStyle/>
        <a:p>
          <a:endParaRPr lang="en-US"/>
        </a:p>
      </dgm:t>
    </dgm:pt>
    <dgm:pt modelId="{0FD426DD-3510-4D00-8F2C-3883A60BE0AB}" type="sibTrans" cxnId="{27F76F8F-9376-4977-982A-EDB6B6D2CA6E}">
      <dgm:prSet/>
      <dgm:spPr/>
      <dgm:t>
        <a:bodyPr/>
        <a:lstStyle/>
        <a:p>
          <a:endParaRPr lang="en-US"/>
        </a:p>
      </dgm:t>
    </dgm:pt>
    <dgm:pt modelId="{07B5B253-2F8C-4200-9BF1-F3C8FA53A1D9}">
      <dgm:prSet/>
      <dgm:spPr/>
      <dgm:t>
        <a:bodyPr/>
        <a:lstStyle/>
        <a:p>
          <a:r>
            <a:rPr lang="es-CO"/>
            <a:t>Ocurre un error de Tipo II cuando la hipótesis nula no se rechaza, siendo realmente falsa. En nuestro ejemplo, esto significaría que hemos concluido que los salarios de los grupos A y B son equivalentes, pero en realidad difieren significativamente.</a:t>
          </a:r>
          <a:endParaRPr lang="en-US"/>
        </a:p>
      </dgm:t>
    </dgm:pt>
    <dgm:pt modelId="{5584CAFD-9357-4599-85C3-9973F973CE8A}" type="parTrans" cxnId="{77C51B2E-C03C-4D40-9FCF-BD8FE81E00DF}">
      <dgm:prSet/>
      <dgm:spPr/>
      <dgm:t>
        <a:bodyPr/>
        <a:lstStyle/>
        <a:p>
          <a:endParaRPr lang="en-US"/>
        </a:p>
      </dgm:t>
    </dgm:pt>
    <dgm:pt modelId="{5A2B89BD-D707-4520-8B4F-11513D4F9394}" type="sibTrans" cxnId="{77C51B2E-C03C-4D40-9FCF-BD8FE81E00DF}">
      <dgm:prSet/>
      <dgm:spPr/>
      <dgm:t>
        <a:bodyPr/>
        <a:lstStyle/>
        <a:p>
          <a:endParaRPr lang="en-US"/>
        </a:p>
      </dgm:t>
    </dgm:pt>
    <dgm:pt modelId="{21D0587C-EC30-40DA-9C9C-E2C2538CC73E}" type="pres">
      <dgm:prSet presAssocID="{7E1C13F9-C3E6-49D8-839D-0CC36D374395}" presName="vert0" presStyleCnt="0">
        <dgm:presLayoutVars>
          <dgm:dir/>
          <dgm:animOne val="branch"/>
          <dgm:animLvl val="lvl"/>
        </dgm:presLayoutVars>
      </dgm:prSet>
      <dgm:spPr/>
    </dgm:pt>
    <dgm:pt modelId="{E01B25A0-4765-468C-979B-FF1EEB640B5F}" type="pres">
      <dgm:prSet presAssocID="{0BCFF60B-18CB-44BE-A0F3-5F872F7B0E5F}" presName="thickLine" presStyleLbl="alignNode1" presStyleIdx="0" presStyleCnt="2"/>
      <dgm:spPr/>
    </dgm:pt>
    <dgm:pt modelId="{3C7666AF-BCB3-47CB-8BE7-E19CCD65CE29}" type="pres">
      <dgm:prSet presAssocID="{0BCFF60B-18CB-44BE-A0F3-5F872F7B0E5F}" presName="horz1" presStyleCnt="0"/>
      <dgm:spPr/>
    </dgm:pt>
    <dgm:pt modelId="{307744C8-336A-4299-86F7-12DEBED2CD92}" type="pres">
      <dgm:prSet presAssocID="{0BCFF60B-18CB-44BE-A0F3-5F872F7B0E5F}" presName="tx1" presStyleLbl="revTx" presStyleIdx="0" presStyleCnt="2"/>
      <dgm:spPr/>
    </dgm:pt>
    <dgm:pt modelId="{0892CBEE-36EE-464F-9AA2-4ED057862BCC}" type="pres">
      <dgm:prSet presAssocID="{0BCFF60B-18CB-44BE-A0F3-5F872F7B0E5F}" presName="vert1" presStyleCnt="0"/>
      <dgm:spPr/>
    </dgm:pt>
    <dgm:pt modelId="{E2EC0EE5-18C0-4A10-A4E8-AADBD33E808B}" type="pres">
      <dgm:prSet presAssocID="{07B5B253-2F8C-4200-9BF1-F3C8FA53A1D9}" presName="thickLine" presStyleLbl="alignNode1" presStyleIdx="1" presStyleCnt="2"/>
      <dgm:spPr/>
    </dgm:pt>
    <dgm:pt modelId="{BD878CC9-CA3C-4D87-BDCB-DE963E053610}" type="pres">
      <dgm:prSet presAssocID="{07B5B253-2F8C-4200-9BF1-F3C8FA53A1D9}" presName="horz1" presStyleCnt="0"/>
      <dgm:spPr/>
    </dgm:pt>
    <dgm:pt modelId="{999A77BB-C760-42D5-938E-F24A3E4BB7D6}" type="pres">
      <dgm:prSet presAssocID="{07B5B253-2F8C-4200-9BF1-F3C8FA53A1D9}" presName="tx1" presStyleLbl="revTx" presStyleIdx="1" presStyleCnt="2"/>
      <dgm:spPr/>
    </dgm:pt>
    <dgm:pt modelId="{72E95D7B-1D94-4FE9-AAF2-F71A0B3EB5CC}" type="pres">
      <dgm:prSet presAssocID="{07B5B253-2F8C-4200-9BF1-F3C8FA53A1D9}" presName="vert1" presStyleCnt="0"/>
      <dgm:spPr/>
    </dgm:pt>
  </dgm:ptLst>
  <dgm:cxnLst>
    <dgm:cxn modelId="{77C51B2E-C03C-4D40-9FCF-BD8FE81E00DF}" srcId="{7E1C13F9-C3E6-49D8-839D-0CC36D374395}" destId="{07B5B253-2F8C-4200-9BF1-F3C8FA53A1D9}" srcOrd="1" destOrd="0" parTransId="{5584CAFD-9357-4599-85C3-9973F973CE8A}" sibTransId="{5A2B89BD-D707-4520-8B4F-11513D4F9394}"/>
    <dgm:cxn modelId="{790A1462-FA39-4828-83F8-AA08389D368E}" type="presOf" srcId="{0BCFF60B-18CB-44BE-A0F3-5F872F7B0E5F}" destId="{307744C8-336A-4299-86F7-12DEBED2CD92}" srcOrd="0" destOrd="0" presId="urn:microsoft.com/office/officeart/2008/layout/LinedList"/>
    <dgm:cxn modelId="{A6140380-0D85-4767-AAC7-AFAA440B85BB}" type="presOf" srcId="{07B5B253-2F8C-4200-9BF1-F3C8FA53A1D9}" destId="{999A77BB-C760-42D5-938E-F24A3E4BB7D6}" srcOrd="0" destOrd="0" presId="urn:microsoft.com/office/officeart/2008/layout/LinedList"/>
    <dgm:cxn modelId="{27F76F8F-9376-4977-982A-EDB6B6D2CA6E}" srcId="{7E1C13F9-C3E6-49D8-839D-0CC36D374395}" destId="{0BCFF60B-18CB-44BE-A0F3-5F872F7B0E5F}" srcOrd="0" destOrd="0" parTransId="{0CFFE167-29D2-4FFF-9863-C7CFF59FF39E}" sibTransId="{0FD426DD-3510-4D00-8F2C-3883A60BE0AB}"/>
    <dgm:cxn modelId="{20A18AD6-8C79-48AB-B42A-9EE9C27DD67C}" type="presOf" srcId="{7E1C13F9-C3E6-49D8-839D-0CC36D374395}" destId="{21D0587C-EC30-40DA-9C9C-E2C2538CC73E}" srcOrd="0" destOrd="0" presId="urn:microsoft.com/office/officeart/2008/layout/LinedList"/>
    <dgm:cxn modelId="{DA9307F6-6244-435D-9410-C82495F6BF3D}" type="presParOf" srcId="{21D0587C-EC30-40DA-9C9C-E2C2538CC73E}" destId="{E01B25A0-4765-468C-979B-FF1EEB640B5F}" srcOrd="0" destOrd="0" presId="urn:microsoft.com/office/officeart/2008/layout/LinedList"/>
    <dgm:cxn modelId="{FB5BC9A4-C4CF-4A42-A565-8E3C8599F5F9}" type="presParOf" srcId="{21D0587C-EC30-40DA-9C9C-E2C2538CC73E}" destId="{3C7666AF-BCB3-47CB-8BE7-E19CCD65CE29}" srcOrd="1" destOrd="0" presId="urn:microsoft.com/office/officeart/2008/layout/LinedList"/>
    <dgm:cxn modelId="{6911B961-B9A9-4D56-B15E-03B1A7976153}" type="presParOf" srcId="{3C7666AF-BCB3-47CB-8BE7-E19CCD65CE29}" destId="{307744C8-336A-4299-86F7-12DEBED2CD92}" srcOrd="0" destOrd="0" presId="urn:microsoft.com/office/officeart/2008/layout/LinedList"/>
    <dgm:cxn modelId="{45F265DD-1B28-4358-82B3-39816180BBCD}" type="presParOf" srcId="{3C7666AF-BCB3-47CB-8BE7-E19CCD65CE29}" destId="{0892CBEE-36EE-464F-9AA2-4ED057862BCC}" srcOrd="1" destOrd="0" presId="urn:microsoft.com/office/officeart/2008/layout/LinedList"/>
    <dgm:cxn modelId="{0F541D0F-03D3-4FE4-AB45-3E981FCF3674}" type="presParOf" srcId="{21D0587C-EC30-40DA-9C9C-E2C2538CC73E}" destId="{E2EC0EE5-18C0-4A10-A4E8-AADBD33E808B}" srcOrd="2" destOrd="0" presId="urn:microsoft.com/office/officeart/2008/layout/LinedList"/>
    <dgm:cxn modelId="{D44DB7ED-1388-4F67-AAF6-FE80EC417A55}" type="presParOf" srcId="{21D0587C-EC30-40DA-9C9C-E2C2538CC73E}" destId="{BD878CC9-CA3C-4D87-BDCB-DE963E053610}" srcOrd="3" destOrd="0" presId="urn:microsoft.com/office/officeart/2008/layout/LinedList"/>
    <dgm:cxn modelId="{DD95F9D7-AEEB-4EFB-B516-DBF322CCBD5E}" type="presParOf" srcId="{BD878CC9-CA3C-4D87-BDCB-DE963E053610}" destId="{999A77BB-C760-42D5-938E-F24A3E4BB7D6}" srcOrd="0" destOrd="0" presId="urn:microsoft.com/office/officeart/2008/layout/LinedList"/>
    <dgm:cxn modelId="{92DED178-96C0-41D9-B465-0C6ADF9CB29F}" type="presParOf" srcId="{BD878CC9-CA3C-4D87-BDCB-DE963E053610}" destId="{72E95D7B-1D94-4FE9-AAF2-F71A0B3EB5C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A576B-49CD-4ADB-9571-2D5555F9D383}">
      <dsp:nvSpPr>
        <dsp:cNvPr id="0" name=""/>
        <dsp:cNvSpPr/>
      </dsp:nvSpPr>
      <dsp:spPr>
        <a:xfrm>
          <a:off x="3474" y="960341"/>
          <a:ext cx="2567071" cy="244248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dirty="0"/>
            <a:t>Identificar los interesados y sus preocupaciones</a:t>
          </a:r>
        </a:p>
        <a:p>
          <a:pPr marL="171450" lvl="1" indent="-171450" algn="l" defTabSz="711200">
            <a:lnSpc>
              <a:spcPct val="90000"/>
            </a:lnSpc>
            <a:spcBef>
              <a:spcPct val="0"/>
            </a:spcBef>
            <a:spcAft>
              <a:spcPct val="15000"/>
            </a:spcAft>
            <a:buChar char="•"/>
          </a:pPr>
          <a:r>
            <a:rPr lang="es-CO" sz="1600" kern="1200" dirty="0"/>
            <a:t>Decisiones que toma</a:t>
          </a:r>
        </a:p>
        <a:p>
          <a:pPr marL="171450" lvl="1" indent="-171450" algn="l" defTabSz="711200">
            <a:lnSpc>
              <a:spcPct val="90000"/>
            </a:lnSpc>
            <a:spcBef>
              <a:spcPct val="0"/>
            </a:spcBef>
            <a:spcAft>
              <a:spcPct val="15000"/>
            </a:spcAft>
            <a:buChar char="•"/>
          </a:pPr>
          <a:r>
            <a:rPr lang="es-CO" sz="1600" kern="1200" dirty="0"/>
            <a:t>Definir los objetivos y preguntas iniciales de análisis</a:t>
          </a:r>
        </a:p>
      </dsp:txBody>
      <dsp:txXfrm>
        <a:off x="59682" y="1016549"/>
        <a:ext cx="2454655" cy="1806678"/>
      </dsp:txXfrm>
    </dsp:sp>
    <dsp:sp modelId="{FEC3521D-C948-4B84-8408-68633D9B1575}">
      <dsp:nvSpPr>
        <dsp:cNvPr id="0" name=""/>
        <dsp:cNvSpPr/>
      </dsp:nvSpPr>
      <dsp:spPr>
        <a:xfrm>
          <a:off x="800779" y="1087015"/>
          <a:ext cx="3429549" cy="3429549"/>
        </a:xfrm>
        <a:prstGeom prst="leftCircularArrow">
          <a:avLst>
            <a:gd name="adj1" fmla="val 3037"/>
            <a:gd name="adj2" fmla="val 372655"/>
            <a:gd name="adj3" fmla="val 1867234"/>
            <a:gd name="adj4" fmla="val 8743557"/>
            <a:gd name="adj5" fmla="val 3543"/>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B184F43-5FCC-45A2-B0CB-9F026FCC8DF0}">
      <dsp:nvSpPr>
        <dsp:cNvPr id="0" name=""/>
        <dsp:cNvSpPr/>
      </dsp:nvSpPr>
      <dsp:spPr>
        <a:xfrm>
          <a:off x="213986" y="2926266"/>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dirty="0"/>
            <a:t>Entender el negocio y la preocupación</a:t>
          </a:r>
        </a:p>
      </dsp:txBody>
      <dsp:txXfrm>
        <a:off x="236763" y="2949043"/>
        <a:ext cx="1910019" cy="732113"/>
      </dsp:txXfrm>
    </dsp:sp>
    <dsp:sp modelId="{9AA55983-150B-4086-85AF-DABC33479B06}">
      <dsp:nvSpPr>
        <dsp:cNvPr id="0" name=""/>
        <dsp:cNvSpPr/>
      </dsp:nvSpPr>
      <dsp:spPr>
        <a:xfrm>
          <a:off x="3127376" y="1122260"/>
          <a:ext cx="2635557" cy="2112034"/>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dirty="0"/>
            <a:t>Definir variables y conjuntos de datos</a:t>
          </a:r>
        </a:p>
        <a:p>
          <a:pPr marL="171450" lvl="1" indent="-171450" algn="l" defTabSz="711200">
            <a:lnSpc>
              <a:spcPct val="90000"/>
            </a:lnSpc>
            <a:spcBef>
              <a:spcPct val="0"/>
            </a:spcBef>
            <a:spcAft>
              <a:spcPct val="15000"/>
            </a:spcAft>
            <a:buChar char="•"/>
          </a:pPr>
          <a:r>
            <a:rPr lang="es-CO" sz="1600" kern="1200" dirty="0"/>
            <a:t>Identificar fuentes</a:t>
          </a:r>
        </a:p>
        <a:p>
          <a:pPr marL="171450" lvl="1" indent="-171450" algn="l" defTabSz="711200">
            <a:lnSpc>
              <a:spcPct val="90000"/>
            </a:lnSpc>
            <a:spcBef>
              <a:spcPct val="0"/>
            </a:spcBef>
            <a:spcAft>
              <a:spcPct val="15000"/>
            </a:spcAft>
            <a:buChar char="•"/>
          </a:pPr>
          <a:r>
            <a:rPr lang="es-CO" sz="1600" kern="1200" dirty="0"/>
            <a:t>Cargue y preparación de datos</a:t>
          </a:r>
        </a:p>
      </dsp:txBody>
      <dsp:txXfrm>
        <a:off x="3175980" y="1623443"/>
        <a:ext cx="2538349" cy="1562247"/>
      </dsp:txXfrm>
    </dsp:sp>
    <dsp:sp modelId="{E34D8FFF-D2CE-407A-847D-C4DB022F7712}">
      <dsp:nvSpPr>
        <dsp:cNvPr id="0" name=""/>
        <dsp:cNvSpPr/>
      </dsp:nvSpPr>
      <dsp:spPr>
        <a:xfrm>
          <a:off x="4523093" y="88378"/>
          <a:ext cx="2918344" cy="2918344"/>
        </a:xfrm>
        <a:prstGeom prst="circularArrow">
          <a:avLst>
            <a:gd name="adj1" fmla="val 3569"/>
            <a:gd name="adj2" fmla="val 443494"/>
            <a:gd name="adj3" fmla="val 19382555"/>
            <a:gd name="adj4" fmla="val 12577071"/>
            <a:gd name="adj5" fmla="val 4163"/>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6E84FAA-B646-47F8-931D-28EFD271F3DB}">
      <dsp:nvSpPr>
        <dsp:cNvPr id="0" name=""/>
        <dsp:cNvSpPr/>
      </dsp:nvSpPr>
      <dsp:spPr>
        <a:xfrm>
          <a:off x="3834038" y="882166"/>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dirty="0"/>
            <a:t>Curar los datos</a:t>
          </a:r>
        </a:p>
      </dsp:txBody>
      <dsp:txXfrm>
        <a:off x="3856815" y="904943"/>
        <a:ext cx="1910019" cy="732113"/>
      </dsp:txXfrm>
    </dsp:sp>
    <dsp:sp modelId="{C727B6A1-03E8-44A3-AFCC-B4BF85BCF064}">
      <dsp:nvSpPr>
        <dsp:cNvPr id="0" name=""/>
        <dsp:cNvSpPr/>
      </dsp:nvSpPr>
      <dsp:spPr>
        <a:xfrm>
          <a:off x="6285522" y="1272062"/>
          <a:ext cx="2200019" cy="1814556"/>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dirty="0"/>
            <a:t>Descriptivos</a:t>
          </a:r>
        </a:p>
        <a:p>
          <a:pPr marL="171450" lvl="1" indent="-171450" algn="l" defTabSz="711200">
            <a:lnSpc>
              <a:spcPct val="90000"/>
            </a:lnSpc>
            <a:spcBef>
              <a:spcPct val="0"/>
            </a:spcBef>
            <a:spcAft>
              <a:spcPct val="15000"/>
            </a:spcAft>
            <a:buChar char="•"/>
          </a:pPr>
          <a:r>
            <a:rPr lang="es-CO" sz="1600" kern="1200" dirty="0"/>
            <a:t>Diagnósticos</a:t>
          </a:r>
        </a:p>
        <a:p>
          <a:pPr marL="171450" lvl="1" indent="-171450" algn="l" defTabSz="711200">
            <a:lnSpc>
              <a:spcPct val="90000"/>
            </a:lnSpc>
            <a:spcBef>
              <a:spcPct val="0"/>
            </a:spcBef>
            <a:spcAft>
              <a:spcPct val="15000"/>
            </a:spcAft>
            <a:buChar char="•"/>
          </a:pPr>
          <a:r>
            <a:rPr lang="es-CO" sz="1600" kern="1200" dirty="0"/>
            <a:t>Predictivos</a:t>
          </a:r>
        </a:p>
      </dsp:txBody>
      <dsp:txXfrm>
        <a:off x="6327280" y="1313820"/>
        <a:ext cx="2116503" cy="1342206"/>
      </dsp:txXfrm>
    </dsp:sp>
    <dsp:sp modelId="{5998D767-CCB7-4BEB-9AAA-94729426F7CA}">
      <dsp:nvSpPr>
        <dsp:cNvPr id="0" name=""/>
        <dsp:cNvSpPr/>
      </dsp:nvSpPr>
      <dsp:spPr>
        <a:xfrm>
          <a:off x="7482105" y="1561393"/>
          <a:ext cx="2637230" cy="2637230"/>
        </a:xfrm>
        <a:prstGeom prst="leftCircularArrow">
          <a:avLst>
            <a:gd name="adj1" fmla="val 3949"/>
            <a:gd name="adj2" fmla="val 495276"/>
            <a:gd name="adj3" fmla="val 2270786"/>
            <a:gd name="adj4" fmla="val 9024489"/>
            <a:gd name="adj5" fmla="val 4607"/>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24D3251-EA37-446F-9EB1-E33C6B0C42D4}">
      <dsp:nvSpPr>
        <dsp:cNvPr id="0" name=""/>
        <dsp:cNvSpPr/>
      </dsp:nvSpPr>
      <dsp:spPr>
        <a:xfrm>
          <a:off x="6774415" y="2697785"/>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dirty="0"/>
            <a:t>Construir los modelos de análisis</a:t>
          </a:r>
        </a:p>
      </dsp:txBody>
      <dsp:txXfrm>
        <a:off x="6797192" y="2720562"/>
        <a:ext cx="1910019" cy="732113"/>
      </dsp:txXfrm>
    </dsp:sp>
    <dsp:sp modelId="{6B538D61-3A55-4488-BBFD-C6B9C908B8CB}">
      <dsp:nvSpPr>
        <dsp:cNvPr id="0" name=""/>
        <dsp:cNvSpPr/>
      </dsp:nvSpPr>
      <dsp:spPr>
        <a:xfrm>
          <a:off x="9225899" y="1272062"/>
          <a:ext cx="2200019" cy="1814556"/>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dirty="0"/>
            <a:t>Comunicar los resultados</a:t>
          </a:r>
        </a:p>
        <a:p>
          <a:pPr marL="171450" lvl="1" indent="-171450" algn="l" defTabSz="711200">
            <a:lnSpc>
              <a:spcPct val="90000"/>
            </a:lnSpc>
            <a:spcBef>
              <a:spcPct val="0"/>
            </a:spcBef>
            <a:spcAft>
              <a:spcPct val="15000"/>
            </a:spcAft>
            <a:buChar char="•"/>
          </a:pPr>
          <a:r>
            <a:rPr lang="es-CO" sz="1600" kern="1200" dirty="0"/>
            <a:t>Construir los productos de datos</a:t>
          </a:r>
        </a:p>
        <a:p>
          <a:pPr marL="171450" lvl="1" indent="-171450" algn="l" defTabSz="711200">
            <a:lnSpc>
              <a:spcPct val="90000"/>
            </a:lnSpc>
            <a:spcBef>
              <a:spcPct val="0"/>
            </a:spcBef>
            <a:spcAft>
              <a:spcPct val="15000"/>
            </a:spcAft>
            <a:buChar char="•"/>
          </a:pPr>
          <a:r>
            <a:rPr lang="es-CO" sz="1600" kern="1200" dirty="0"/>
            <a:t>Tomar las acciones</a:t>
          </a:r>
        </a:p>
      </dsp:txBody>
      <dsp:txXfrm>
        <a:off x="9267657" y="1702653"/>
        <a:ext cx="2116503" cy="1342206"/>
      </dsp:txXfrm>
    </dsp:sp>
    <dsp:sp modelId="{16B30115-7A97-4B14-B291-33BBE7D3B53E}">
      <dsp:nvSpPr>
        <dsp:cNvPr id="0" name=""/>
        <dsp:cNvSpPr/>
      </dsp:nvSpPr>
      <dsp:spPr>
        <a:xfrm>
          <a:off x="9714792" y="883228"/>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Implementar</a:t>
          </a:r>
        </a:p>
      </dsp:txBody>
      <dsp:txXfrm>
        <a:off x="9737569" y="906005"/>
        <a:ext cx="1910019" cy="7321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9C681A-0303-4F8A-B3FA-A356BB355155}">
      <dsp:nvSpPr>
        <dsp:cNvPr id="0" name=""/>
        <dsp:cNvSpPr/>
      </dsp:nvSpPr>
      <dsp:spPr>
        <a:xfrm>
          <a:off x="0" y="6178"/>
          <a:ext cx="6364224" cy="139229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s-CO" sz="3500" kern="1200"/>
            <a:t>Identificar relación entre variables de un dataset</a:t>
          </a:r>
          <a:endParaRPr lang="en-US" sz="3500" kern="1200"/>
        </a:p>
      </dsp:txBody>
      <dsp:txXfrm>
        <a:off x="67966" y="74144"/>
        <a:ext cx="6228292" cy="1256367"/>
      </dsp:txXfrm>
    </dsp:sp>
    <dsp:sp modelId="{026C550B-69E9-4E93-9803-59D3F6A89830}">
      <dsp:nvSpPr>
        <dsp:cNvPr id="0" name=""/>
        <dsp:cNvSpPr/>
      </dsp:nvSpPr>
      <dsp:spPr>
        <a:xfrm>
          <a:off x="0" y="1398478"/>
          <a:ext cx="6364224" cy="1775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s-CO" sz="2700" kern="1200"/>
            <a:t>Dependientes (relación estadística)</a:t>
          </a:r>
          <a:endParaRPr lang="en-US" sz="2700" kern="1200"/>
        </a:p>
        <a:p>
          <a:pPr marL="457200" lvl="2" indent="-228600" algn="l" defTabSz="1200150">
            <a:lnSpc>
              <a:spcPct val="90000"/>
            </a:lnSpc>
            <a:spcBef>
              <a:spcPct val="0"/>
            </a:spcBef>
            <a:spcAft>
              <a:spcPct val="20000"/>
            </a:spcAft>
            <a:buChar char="•"/>
          </a:pPr>
          <a:r>
            <a:rPr lang="es-CO" sz="2700" kern="1200"/>
            <a:t>Relación estadística no necesariamente implica causalidad</a:t>
          </a:r>
          <a:endParaRPr lang="en-US" sz="2700" kern="1200"/>
        </a:p>
        <a:p>
          <a:pPr marL="228600" lvl="1" indent="-228600" algn="l" defTabSz="1200150">
            <a:lnSpc>
              <a:spcPct val="90000"/>
            </a:lnSpc>
            <a:spcBef>
              <a:spcPct val="0"/>
            </a:spcBef>
            <a:spcAft>
              <a:spcPct val="20000"/>
            </a:spcAft>
            <a:buChar char="•"/>
          </a:pPr>
          <a:r>
            <a:rPr lang="es-CO" sz="2700" kern="1200"/>
            <a:t>Independientes</a:t>
          </a:r>
          <a:endParaRPr lang="en-US" sz="2700" kern="1200"/>
        </a:p>
      </dsp:txBody>
      <dsp:txXfrm>
        <a:off x="0" y="1398478"/>
        <a:ext cx="6364224" cy="1775025"/>
      </dsp:txXfrm>
    </dsp:sp>
    <dsp:sp modelId="{AFBD883E-72D3-4978-84DA-09B881AB4649}">
      <dsp:nvSpPr>
        <dsp:cNvPr id="0" name=""/>
        <dsp:cNvSpPr/>
      </dsp:nvSpPr>
      <dsp:spPr>
        <a:xfrm>
          <a:off x="0" y="3173503"/>
          <a:ext cx="6364224" cy="139229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s-CO" sz="3500" kern="1200"/>
            <a:t>Relación entre dos grupos</a:t>
          </a:r>
          <a:endParaRPr lang="en-US" sz="3500" kern="1200"/>
        </a:p>
      </dsp:txBody>
      <dsp:txXfrm>
        <a:off x="67966" y="3241469"/>
        <a:ext cx="6228292" cy="1256367"/>
      </dsp:txXfrm>
    </dsp:sp>
    <dsp:sp modelId="{4C957A0A-7EAE-46AA-81C2-1B59ABD82809}">
      <dsp:nvSpPr>
        <dsp:cNvPr id="0" name=""/>
        <dsp:cNvSpPr/>
      </dsp:nvSpPr>
      <dsp:spPr>
        <a:xfrm>
          <a:off x="0" y="4565803"/>
          <a:ext cx="6364224" cy="941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s-CO" sz="2700" kern="1200"/>
            <a:t>2 muestras</a:t>
          </a:r>
          <a:endParaRPr lang="en-US" sz="2700" kern="1200"/>
        </a:p>
        <a:p>
          <a:pPr marL="228600" lvl="1" indent="-228600" algn="l" defTabSz="1200150">
            <a:lnSpc>
              <a:spcPct val="90000"/>
            </a:lnSpc>
            <a:spcBef>
              <a:spcPct val="0"/>
            </a:spcBef>
            <a:spcAft>
              <a:spcPct val="20000"/>
            </a:spcAft>
            <a:buChar char="•"/>
          </a:pPr>
          <a:r>
            <a:rPr lang="es-CO" sz="2700" kern="1200"/>
            <a:t>1 muestra y el universo</a:t>
          </a:r>
          <a:endParaRPr lang="en-US" sz="2700" kern="1200"/>
        </a:p>
      </dsp:txBody>
      <dsp:txXfrm>
        <a:off x="0" y="4565803"/>
        <a:ext cx="6364224" cy="9418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1B25A0-4765-468C-979B-FF1EEB640B5F}">
      <dsp:nvSpPr>
        <dsp:cNvPr id="0" name=""/>
        <dsp:cNvSpPr/>
      </dsp:nvSpPr>
      <dsp:spPr>
        <a:xfrm>
          <a:off x="0" y="0"/>
          <a:ext cx="10515600"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07744C8-336A-4299-86F7-12DEBED2CD92}">
      <dsp:nvSpPr>
        <dsp:cNvPr id="0" name=""/>
        <dsp:cNvSpPr/>
      </dsp:nvSpPr>
      <dsp:spPr>
        <a:xfrm>
          <a:off x="0" y="0"/>
          <a:ext cx="10515600" cy="2040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s-CO" sz="2600" kern="1200"/>
            <a:t>Un error de Tipo I se produce cuando una hipótesis nula se rechaza siendo, en realidad, verdadera. Por ejemplo, se produciría un error de Tipo I si nuestra investigación mostrara que los salarios de los dos grupos de mujeres son significativamente diferentes cuando, de hecho, no hay diferencia entre ellos.</a:t>
          </a:r>
          <a:endParaRPr lang="en-US" sz="2600" kern="1200"/>
        </a:p>
      </dsp:txBody>
      <dsp:txXfrm>
        <a:off x="0" y="0"/>
        <a:ext cx="10515600" cy="2040487"/>
      </dsp:txXfrm>
    </dsp:sp>
    <dsp:sp modelId="{E2EC0EE5-18C0-4A10-A4E8-AADBD33E808B}">
      <dsp:nvSpPr>
        <dsp:cNvPr id="0" name=""/>
        <dsp:cNvSpPr/>
      </dsp:nvSpPr>
      <dsp:spPr>
        <a:xfrm>
          <a:off x="0" y="2040487"/>
          <a:ext cx="10515600"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999A77BB-C760-42D5-938E-F24A3E4BB7D6}">
      <dsp:nvSpPr>
        <dsp:cNvPr id="0" name=""/>
        <dsp:cNvSpPr/>
      </dsp:nvSpPr>
      <dsp:spPr>
        <a:xfrm>
          <a:off x="0" y="2040487"/>
          <a:ext cx="10515600" cy="2040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s-CO" sz="2600" kern="1200"/>
            <a:t>Ocurre un error de Tipo II cuando la hipótesis nula no se rechaza, siendo realmente falsa. En nuestro ejemplo, esto significaría que hemos concluido que los salarios de los grupos A y B son equivalentes, pero en realidad difieren significativamente.</a:t>
          </a:r>
          <a:endParaRPr lang="en-US" sz="2600" kern="1200"/>
        </a:p>
      </dsp:txBody>
      <dsp:txXfrm>
        <a:off x="0" y="2040487"/>
        <a:ext cx="10515600" cy="204048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A62360-618F-4CBB-9075-A2EB6E24B7D2}" type="datetimeFigureOut">
              <a:rPr lang="es-CO" smtClean="0"/>
              <a:t>21/04/2024</a:t>
            </a:fld>
            <a:endParaRPr lang="es-C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0C15D3-B81C-4F2B-8986-10836A0EAC97}" type="slidenum">
              <a:rPr lang="es-CO" smtClean="0"/>
              <a:t>‹#›</a:t>
            </a:fld>
            <a:endParaRPr lang="es-CO"/>
          </a:p>
        </p:txBody>
      </p:sp>
    </p:spTree>
    <p:extLst>
      <p:ext uri="{BB962C8B-B14F-4D97-AF65-F5344CB8AC3E}">
        <p14:creationId xmlns:p14="http://schemas.microsoft.com/office/powerpoint/2010/main" val="2334202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1001423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4139934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338689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6C6B00-988E-4DF5-829B-D7C065CCB68F}" type="datetimeFigureOut">
              <a:rPr lang="es-CO" smtClean="0"/>
              <a:t>21/04/2024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338422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6C6B00-988E-4DF5-829B-D7C065CCB68F}" type="datetimeFigureOut">
              <a:rPr lang="es-CO" smtClean="0"/>
              <a:t>21/04/2024</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3267638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6C6B00-988E-4DF5-829B-D7C065CCB68F}" type="datetimeFigureOut">
              <a:rPr lang="es-CO" smtClean="0"/>
              <a:t>21/04/2024</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14828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6C6B00-988E-4DF5-829B-D7C065CCB68F}" type="datetimeFigureOut">
              <a:rPr lang="es-CO" smtClean="0"/>
              <a:t>21/04/2024</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1477056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6C6B00-988E-4DF5-829B-D7C065CCB68F}" type="datetimeFigureOut">
              <a:rPr lang="es-CO" smtClean="0"/>
              <a:t>21/04/2024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2482551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6C6B00-988E-4DF5-829B-D7C065CCB68F}" type="datetimeFigureOut">
              <a:rPr lang="es-CO" smtClean="0"/>
              <a:t>21/04/2024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2723142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44998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2941502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6C6B00-988E-4DF5-829B-D7C065CCB68F}" type="datetimeFigureOut">
              <a:rPr lang="es-CO" smtClean="0"/>
              <a:t>21/04/2024</a:t>
            </a:fld>
            <a:endParaRPr lang="es-C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77832B-202C-4971-8420-52340F5A434F}" type="slidenum">
              <a:rPr lang="es-CO" smtClean="0"/>
              <a:t>‹#›</a:t>
            </a:fld>
            <a:endParaRPr lang="es-CO"/>
          </a:p>
        </p:txBody>
      </p:sp>
    </p:spTree>
    <p:extLst>
      <p:ext uri="{BB962C8B-B14F-4D97-AF65-F5344CB8AC3E}">
        <p14:creationId xmlns:p14="http://schemas.microsoft.com/office/powerpoint/2010/main" val="27959836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towardsdatascience.com/log-book-guide-to-hypothesis-testing-802b1980d0b8" TargetMode="External"/><Relationship Id="rId2" Type="http://schemas.openxmlformats.org/officeDocument/2006/relationships/hyperlink" Target="https://towardsdatascience.com/understanding-probability-and-statistics-chi-squared-student-t-and-f-distributions-e46b4f802707"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4" name="Título 3">
            <a:extLst>
              <a:ext uri="{FF2B5EF4-FFF2-40B4-BE49-F238E27FC236}">
                <a16:creationId xmlns:a16="http://schemas.microsoft.com/office/drawing/2014/main" id="{05337B50-1B0B-4F3D-8F8E-A88353ECE44D}"/>
              </a:ext>
            </a:extLst>
          </p:cNvPr>
          <p:cNvSpPr>
            <a:spLocks noGrp="1"/>
          </p:cNvSpPr>
          <p:nvPr>
            <p:ph type="ctrTitle"/>
          </p:nvPr>
        </p:nvSpPr>
        <p:spPr>
          <a:xfrm>
            <a:off x="804484" y="1191796"/>
            <a:ext cx="10021446" cy="2976344"/>
          </a:xfrm>
        </p:spPr>
        <p:txBody>
          <a:bodyPr anchor="ctr">
            <a:normAutofit/>
          </a:bodyPr>
          <a:lstStyle/>
          <a:p>
            <a:pPr algn="l"/>
            <a:r>
              <a:rPr lang="es-CO" sz="6600" dirty="0">
                <a:solidFill>
                  <a:srgbClr val="FFFFFF"/>
                </a:solidFill>
              </a:rPr>
              <a:t>Análisis Diagnóstico</a:t>
            </a:r>
          </a:p>
        </p:txBody>
      </p:sp>
    </p:spTree>
    <p:extLst>
      <p:ext uri="{BB962C8B-B14F-4D97-AF65-F5344CB8AC3E}">
        <p14:creationId xmlns:p14="http://schemas.microsoft.com/office/powerpoint/2010/main" val="1732990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9161029"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EE4266-2285-4114-8560-D202C6999AF3}"/>
              </a:ext>
            </a:extLst>
          </p:cNvPr>
          <p:cNvSpPr>
            <a:spLocks noGrp="1"/>
          </p:cNvSpPr>
          <p:nvPr>
            <p:ph type="title"/>
          </p:nvPr>
        </p:nvSpPr>
        <p:spPr>
          <a:xfrm>
            <a:off x="838200" y="5529884"/>
            <a:ext cx="7719381" cy="1096331"/>
          </a:xfrm>
        </p:spPr>
        <p:txBody>
          <a:bodyPr>
            <a:normAutofit/>
          </a:bodyPr>
          <a:lstStyle/>
          <a:p>
            <a:r>
              <a:rPr lang="es-CO"/>
              <a:t>Etapas del Análisis de Datos</a:t>
            </a:r>
          </a:p>
        </p:txBody>
      </p:sp>
      <p:sp>
        <p:nvSpPr>
          <p:cNvPr id="11" name="Freeform: Shape 10">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37" y="5367908"/>
            <a:ext cx="342896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ontent Placeholder 3">
            <a:extLst>
              <a:ext uri="{FF2B5EF4-FFF2-40B4-BE49-F238E27FC236}">
                <a16:creationId xmlns:a16="http://schemas.microsoft.com/office/drawing/2014/main" id="{DEC25392-0F34-42C7-A033-64FD6E9BC4BA}"/>
              </a:ext>
            </a:extLst>
          </p:cNvPr>
          <p:cNvGraphicFramePr>
            <a:graphicFrameLocks noGrp="1"/>
          </p:cNvGraphicFramePr>
          <p:nvPr>
            <p:ph idx="1"/>
          </p:nvPr>
        </p:nvGraphicFramePr>
        <p:xfrm>
          <a:off x="233680" y="365760"/>
          <a:ext cx="11673840" cy="43586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Arrow: Left 18">
            <a:extLst>
              <a:ext uri="{FF2B5EF4-FFF2-40B4-BE49-F238E27FC236}">
                <a16:creationId xmlns:a16="http://schemas.microsoft.com/office/drawing/2014/main" id="{57341D80-AE32-4EA3-BDF6-6CE09EF7F0E4}"/>
              </a:ext>
            </a:extLst>
          </p:cNvPr>
          <p:cNvSpPr/>
          <p:nvPr/>
        </p:nvSpPr>
        <p:spPr>
          <a:xfrm>
            <a:off x="2847975" y="2545100"/>
            <a:ext cx="466725" cy="20954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
        <p:nvSpPr>
          <p:cNvPr id="20" name="Arrow: Left 19">
            <a:extLst>
              <a:ext uri="{FF2B5EF4-FFF2-40B4-BE49-F238E27FC236}">
                <a16:creationId xmlns:a16="http://schemas.microsoft.com/office/drawing/2014/main" id="{189E2EA7-9AF7-4D83-9AA5-BF3A743AE8F2}"/>
              </a:ext>
            </a:extLst>
          </p:cNvPr>
          <p:cNvSpPr/>
          <p:nvPr/>
        </p:nvSpPr>
        <p:spPr>
          <a:xfrm>
            <a:off x="6003925" y="2545100"/>
            <a:ext cx="466725" cy="20954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
        <p:nvSpPr>
          <p:cNvPr id="21" name="Arrow: Left 20">
            <a:extLst>
              <a:ext uri="{FF2B5EF4-FFF2-40B4-BE49-F238E27FC236}">
                <a16:creationId xmlns:a16="http://schemas.microsoft.com/office/drawing/2014/main" id="{87C61D3D-6BBF-41BA-8DFD-AE4F0EED9DB8}"/>
              </a:ext>
            </a:extLst>
          </p:cNvPr>
          <p:cNvSpPr/>
          <p:nvPr/>
        </p:nvSpPr>
        <p:spPr>
          <a:xfrm>
            <a:off x="8763037" y="2545100"/>
            <a:ext cx="611857" cy="20954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1709116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6ECB93-D7FF-4F09-A8ED-D4588EE7C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19110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68B0E8B-5418-4726-9FD0-A6724F1BCFCC}"/>
              </a:ext>
            </a:extLst>
          </p:cNvPr>
          <p:cNvSpPr>
            <a:spLocks noGrp="1"/>
          </p:cNvSpPr>
          <p:nvPr>
            <p:ph type="title"/>
          </p:nvPr>
        </p:nvSpPr>
        <p:spPr>
          <a:xfrm>
            <a:off x="838200" y="365760"/>
            <a:ext cx="10515600" cy="1325563"/>
          </a:xfrm>
        </p:spPr>
        <p:txBody>
          <a:bodyPr vert="horz" lIns="91440" tIns="45720" rIns="91440" bIns="45720" rtlCol="0" anchor="ctr">
            <a:normAutofit/>
          </a:bodyPr>
          <a:lstStyle/>
          <a:p>
            <a:r>
              <a:rPr lang="en-US">
                <a:solidFill>
                  <a:schemeClr val="bg1"/>
                </a:solidFill>
              </a:rPr>
              <a:t>Muestreo</a:t>
            </a:r>
          </a:p>
        </p:txBody>
      </p:sp>
      <p:sp>
        <p:nvSpPr>
          <p:cNvPr id="5" name="Content Placeholder 4">
            <a:extLst>
              <a:ext uri="{FF2B5EF4-FFF2-40B4-BE49-F238E27FC236}">
                <a16:creationId xmlns:a16="http://schemas.microsoft.com/office/drawing/2014/main" id="{61C7CB68-65A4-4BC4-A579-7BB1E6BAC12E}"/>
              </a:ext>
            </a:extLst>
          </p:cNvPr>
          <p:cNvSpPr>
            <a:spLocks noGrp="1"/>
          </p:cNvSpPr>
          <p:nvPr>
            <p:ph sz="half" idx="1"/>
          </p:nvPr>
        </p:nvSpPr>
        <p:spPr>
          <a:xfrm>
            <a:off x="250371" y="2276856"/>
            <a:ext cx="5758543" cy="4215384"/>
          </a:xfrm>
        </p:spPr>
        <p:txBody>
          <a:bodyPr vert="horz" lIns="91440" tIns="45720" rIns="91440" bIns="45720" rtlCol="0" anchor="ctr">
            <a:normAutofit/>
          </a:bodyPr>
          <a:lstStyle/>
          <a:p>
            <a:r>
              <a:rPr lang="es-CO" sz="1700" dirty="0"/>
              <a:t>Es la selección de un(os) subconjunto(s) (muestra(s)) de observaciones (registros) de una población para estimar las características de la población total, por: </a:t>
            </a:r>
          </a:p>
          <a:p>
            <a:pPr lvl="1"/>
            <a:r>
              <a:rPr lang="es-CO" sz="1700" dirty="0"/>
              <a:t>Costos de procesamiento en el caso de que tengas toda la población o muchas observaciones (Big Data N=n)</a:t>
            </a:r>
          </a:p>
          <a:p>
            <a:pPr lvl="1"/>
            <a:r>
              <a:rPr lang="es-CO" sz="1700" dirty="0"/>
              <a:t>Es muy costoso recolectar la información de toda la población.</a:t>
            </a:r>
          </a:p>
          <a:p>
            <a:r>
              <a:rPr lang="es-CO" sz="1700" dirty="0"/>
              <a:t>El objetivo del investigador no es sacar conclusiones sobre la muestra, sino sacar conclusiones sobre la población a partir de la muestra proporcionada.</a:t>
            </a:r>
          </a:p>
          <a:p>
            <a:r>
              <a:rPr lang="es-CO" sz="1700" dirty="0"/>
              <a:t>Tipos de muestreo</a:t>
            </a:r>
          </a:p>
          <a:p>
            <a:pPr lvl="1"/>
            <a:r>
              <a:rPr lang="es-CO" sz="1700" dirty="0"/>
              <a:t>muestreo aleatorio</a:t>
            </a:r>
          </a:p>
          <a:p>
            <a:pPr lvl="1"/>
            <a:r>
              <a:rPr lang="es-CO" sz="1700" dirty="0"/>
              <a:t>muestreo Ad Hoc</a:t>
            </a:r>
          </a:p>
        </p:txBody>
      </p:sp>
      <p:pic>
        <p:nvPicPr>
          <p:cNvPr id="2" name="Picture 1">
            <a:extLst>
              <a:ext uri="{FF2B5EF4-FFF2-40B4-BE49-F238E27FC236}">
                <a16:creationId xmlns:a16="http://schemas.microsoft.com/office/drawing/2014/main" id="{14393560-35BF-4E1F-8FFA-8F38E059BB42}"/>
              </a:ext>
            </a:extLst>
          </p:cNvPr>
          <p:cNvPicPr>
            <a:picLocks noChangeAspect="1"/>
          </p:cNvPicPr>
          <p:nvPr/>
        </p:nvPicPr>
        <p:blipFill rotWithShape="1">
          <a:blip r:embed="rId2"/>
          <a:srcRect r="2" b="2801"/>
          <a:stretch/>
        </p:blipFill>
        <p:spPr>
          <a:xfrm>
            <a:off x="6335270" y="2276857"/>
            <a:ext cx="5015484" cy="3900106"/>
          </a:xfrm>
          <a:prstGeom prst="rect">
            <a:avLst/>
          </a:prstGeom>
        </p:spPr>
      </p:pic>
    </p:spTree>
    <p:extLst>
      <p:ext uri="{BB962C8B-B14F-4D97-AF65-F5344CB8AC3E}">
        <p14:creationId xmlns:p14="http://schemas.microsoft.com/office/powerpoint/2010/main" val="4266413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2F4DA32-DA73-413A-8C14-18BF1DD7F499}"/>
              </a:ext>
            </a:extLst>
          </p:cNvPr>
          <p:cNvSpPr>
            <a:spLocks noGrp="1"/>
          </p:cNvSpPr>
          <p:nvPr>
            <p:ph type="title"/>
          </p:nvPr>
        </p:nvSpPr>
        <p:spPr>
          <a:xfrm>
            <a:off x="621792" y="1161288"/>
            <a:ext cx="3602736" cy="4526280"/>
          </a:xfrm>
        </p:spPr>
        <p:txBody>
          <a:bodyPr vert="horz" lIns="91440" tIns="45720" rIns="91440" bIns="45720" rtlCol="0" anchor="ctr">
            <a:normAutofit/>
          </a:bodyPr>
          <a:lstStyle/>
          <a:p>
            <a:r>
              <a:rPr lang="en-US" sz="4000" kern="1200">
                <a:solidFill>
                  <a:schemeClr val="tx1"/>
                </a:solidFill>
                <a:latin typeface="+mj-lt"/>
                <a:ea typeface="+mj-ea"/>
                <a:cs typeface="+mj-cs"/>
              </a:rPr>
              <a:t>Usos del análisis diagnostico. Test estadísticos</a:t>
            </a:r>
          </a:p>
        </p:txBody>
      </p:sp>
      <p:sp>
        <p:nvSpPr>
          <p:cNvPr id="27" name="Rectangle 26">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7" name="Marcador de contenido 3">
            <a:extLst>
              <a:ext uri="{FF2B5EF4-FFF2-40B4-BE49-F238E27FC236}">
                <a16:creationId xmlns:a16="http://schemas.microsoft.com/office/drawing/2014/main" id="{5F9CA0B0-E141-45C9-A84C-F41B18D15B5B}"/>
              </a:ext>
            </a:extLst>
          </p:cNvPr>
          <p:cNvGraphicFramePr>
            <a:graphicFrameLocks noGrp="1"/>
          </p:cNvGraphicFramePr>
          <p:nvPr>
            <p:ph sz="half" idx="1"/>
            <p:extLst>
              <p:ext uri="{D42A27DB-BD31-4B8C-83A1-F6EECF244321}">
                <p14:modId xmlns:p14="http://schemas.microsoft.com/office/powerpoint/2010/main" val="75957496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3988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B3D04E0E-4647-4E46-BE42-77DA11C6730E}"/>
              </a:ext>
            </a:extLst>
          </p:cNvPr>
          <p:cNvSpPr>
            <a:spLocks noGrp="1"/>
          </p:cNvSpPr>
          <p:nvPr>
            <p:ph type="title"/>
          </p:nvPr>
        </p:nvSpPr>
        <p:spPr>
          <a:xfrm>
            <a:off x="6090574" y="215818"/>
            <a:ext cx="4977976" cy="995023"/>
          </a:xfrm>
        </p:spPr>
        <p:txBody>
          <a:bodyPr>
            <a:normAutofit/>
          </a:bodyPr>
          <a:lstStyle/>
          <a:p>
            <a:r>
              <a:rPr lang="es-CO" dirty="0">
                <a:solidFill>
                  <a:srgbClr val="000000"/>
                </a:solidFill>
              </a:rPr>
              <a:t>Prueba de Hipótesis</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Marcador de contenido 2">
            <a:extLst>
              <a:ext uri="{FF2B5EF4-FFF2-40B4-BE49-F238E27FC236}">
                <a16:creationId xmlns:a16="http://schemas.microsoft.com/office/drawing/2014/main" id="{C979B44B-B98C-42F9-8F64-9F4E56E23156}"/>
              </a:ext>
            </a:extLst>
          </p:cNvPr>
          <p:cNvSpPr>
            <a:spLocks noGrp="1"/>
          </p:cNvSpPr>
          <p:nvPr>
            <p:ph idx="1"/>
          </p:nvPr>
        </p:nvSpPr>
        <p:spPr>
          <a:xfrm>
            <a:off x="5800210" y="1210841"/>
            <a:ext cx="6076715" cy="5251604"/>
          </a:xfrm>
        </p:spPr>
        <p:txBody>
          <a:bodyPr anchor="ctr">
            <a:normAutofit lnSpcReduction="10000"/>
          </a:bodyPr>
          <a:lstStyle/>
          <a:p>
            <a:r>
              <a:rPr lang="es-CO" sz="2400" dirty="0">
                <a:solidFill>
                  <a:srgbClr val="000000"/>
                </a:solidFill>
              </a:rPr>
              <a:t>En nuestras vidas, ciertamente creemos una cosa sobre otra.</a:t>
            </a:r>
          </a:p>
          <a:p>
            <a:pPr lvl="1"/>
            <a:r>
              <a:rPr lang="es-CO" sz="2000" dirty="0">
                <a:solidFill>
                  <a:srgbClr val="000000"/>
                </a:solidFill>
              </a:rPr>
              <a:t>Sesgos de pensamiento. Ejemplos: confirmación, últimos datos, </a:t>
            </a:r>
            <a:r>
              <a:rPr lang="es-CO" sz="2000">
                <a:solidFill>
                  <a:srgbClr val="000000"/>
                </a:solidFill>
              </a:rPr>
              <a:t>etc.</a:t>
            </a:r>
            <a:endParaRPr lang="es-CO" sz="2000" dirty="0">
              <a:solidFill>
                <a:srgbClr val="000000"/>
              </a:solidFill>
            </a:endParaRPr>
          </a:p>
          <a:p>
            <a:r>
              <a:rPr lang="es-CO" sz="2400" dirty="0">
                <a:solidFill>
                  <a:srgbClr val="000000"/>
                </a:solidFill>
              </a:rPr>
              <a:t>De los obvios como: </a:t>
            </a:r>
          </a:p>
          <a:p>
            <a:pPr lvl="1"/>
            <a:r>
              <a:rPr lang="es-CO" dirty="0">
                <a:solidFill>
                  <a:srgbClr val="000000"/>
                </a:solidFill>
              </a:rPr>
              <a:t>La tierra es redonda. O que la tierra gira alrededor del sol. El sol sale por el este.</a:t>
            </a:r>
          </a:p>
          <a:p>
            <a:r>
              <a:rPr lang="es-CO" sz="2400" dirty="0">
                <a:solidFill>
                  <a:srgbClr val="000000"/>
                </a:solidFill>
              </a:rPr>
              <a:t>Con niveles variables de incertidumbre: </a:t>
            </a:r>
          </a:p>
          <a:p>
            <a:pPr lvl="1"/>
            <a:r>
              <a:rPr lang="es-CO" dirty="0">
                <a:solidFill>
                  <a:srgbClr val="000000"/>
                </a:solidFill>
              </a:rPr>
              <a:t>¿el ejercicio reduce el peso? </a:t>
            </a:r>
          </a:p>
          <a:p>
            <a:pPr lvl="1"/>
            <a:r>
              <a:rPr lang="es-CO" dirty="0">
                <a:solidFill>
                  <a:srgbClr val="000000"/>
                </a:solidFill>
              </a:rPr>
              <a:t>¿O que Candidato va a ganar / perder en sus próximas elecciones? </a:t>
            </a:r>
          </a:p>
          <a:p>
            <a:pPr lvl="1"/>
            <a:r>
              <a:rPr lang="es-CO" dirty="0">
                <a:solidFill>
                  <a:srgbClr val="000000"/>
                </a:solidFill>
              </a:rPr>
              <a:t>¿O que </a:t>
            </a:r>
            <a:r>
              <a:rPr lang="es-CO">
                <a:solidFill>
                  <a:srgbClr val="000000"/>
                </a:solidFill>
              </a:rPr>
              <a:t>un medicamento</a:t>
            </a:r>
            <a:r>
              <a:rPr lang="es-CO" dirty="0">
                <a:solidFill>
                  <a:srgbClr val="000000"/>
                </a:solidFill>
              </a:rPr>
              <a:t> en particular funciona? </a:t>
            </a:r>
          </a:p>
          <a:p>
            <a:pPr lvl="1"/>
            <a:r>
              <a:rPr lang="es-CO" dirty="0">
                <a:solidFill>
                  <a:srgbClr val="000000"/>
                </a:solidFill>
              </a:rPr>
              <a:t>¿O que dormir durante 8 horas es bueno para tu salud?</a:t>
            </a:r>
          </a:p>
        </p:txBody>
      </p:sp>
      <p:pic>
        <p:nvPicPr>
          <p:cNvPr id="4" name="Imagen 3">
            <a:extLst>
              <a:ext uri="{FF2B5EF4-FFF2-40B4-BE49-F238E27FC236}">
                <a16:creationId xmlns:a16="http://schemas.microsoft.com/office/drawing/2014/main" id="{AC9F6B27-BD89-4C05-96C4-71DD96DF9048}"/>
              </a:ext>
            </a:extLst>
          </p:cNvPr>
          <p:cNvPicPr>
            <a:picLocks noChangeAspect="1"/>
          </p:cNvPicPr>
          <p:nvPr/>
        </p:nvPicPr>
        <p:blipFill>
          <a:blip r:embed="rId3"/>
          <a:stretch>
            <a:fillRect/>
          </a:stretch>
        </p:blipFill>
        <p:spPr>
          <a:xfrm>
            <a:off x="427911" y="1669122"/>
            <a:ext cx="3519755" cy="3519755"/>
          </a:xfrm>
          <a:prstGeom prst="rect">
            <a:avLst/>
          </a:prstGeom>
        </p:spPr>
      </p:pic>
    </p:spTree>
    <p:extLst>
      <p:ext uri="{BB962C8B-B14F-4D97-AF65-F5344CB8AC3E}">
        <p14:creationId xmlns:p14="http://schemas.microsoft.com/office/powerpoint/2010/main" val="1217115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F788208E-841B-4CAC-BD9C-A1D953FCCE6A}"/>
              </a:ext>
            </a:extLst>
          </p:cNvPr>
          <p:cNvSpPr>
            <a:spLocks noGrp="1"/>
          </p:cNvSpPr>
          <p:nvPr>
            <p:ph type="title"/>
          </p:nvPr>
        </p:nvSpPr>
        <p:spPr>
          <a:xfrm>
            <a:off x="5917829" y="170602"/>
            <a:ext cx="5823917" cy="1454051"/>
          </a:xfrm>
        </p:spPr>
        <p:txBody>
          <a:bodyPr>
            <a:normAutofit/>
          </a:bodyPr>
          <a:lstStyle/>
          <a:p>
            <a:r>
              <a:rPr lang="es-CO" dirty="0">
                <a:solidFill>
                  <a:srgbClr val="000000"/>
                </a:solidFill>
              </a:rPr>
              <a:t>¿Que es una hipótesis?</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a:extLst>
              <a:ext uri="{FF2B5EF4-FFF2-40B4-BE49-F238E27FC236}">
                <a16:creationId xmlns:a16="http://schemas.microsoft.com/office/drawing/2014/main" id="{32D541B4-094A-4A9D-AC7C-29BE72FC27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15" name="Marcador de contenido 2">
            <a:extLst>
              <a:ext uri="{FF2B5EF4-FFF2-40B4-BE49-F238E27FC236}">
                <a16:creationId xmlns:a16="http://schemas.microsoft.com/office/drawing/2014/main" id="{D0551322-F702-4AC2-8C6C-B3B83942B474}"/>
              </a:ext>
            </a:extLst>
          </p:cNvPr>
          <p:cNvSpPr>
            <a:spLocks noGrp="1"/>
          </p:cNvSpPr>
          <p:nvPr>
            <p:ph idx="1"/>
          </p:nvPr>
        </p:nvSpPr>
        <p:spPr>
          <a:xfrm>
            <a:off x="5824334" y="1497008"/>
            <a:ext cx="5917412" cy="4642573"/>
          </a:xfrm>
        </p:spPr>
        <p:txBody>
          <a:bodyPr anchor="ctr">
            <a:normAutofit/>
          </a:bodyPr>
          <a:lstStyle/>
          <a:p>
            <a:r>
              <a:rPr lang="es-CO" dirty="0">
                <a:solidFill>
                  <a:srgbClr val="000000"/>
                </a:solidFill>
              </a:rPr>
              <a:t>La declaración:</a:t>
            </a:r>
          </a:p>
          <a:p>
            <a:pPr lvl="1"/>
            <a:r>
              <a:rPr lang="es-CO" sz="2800" b="1" i="1" dirty="0">
                <a:solidFill>
                  <a:srgbClr val="000000"/>
                </a:solidFill>
              </a:rPr>
              <a:t>hacer ejercicio no afecta el peso. </a:t>
            </a:r>
          </a:p>
          <a:p>
            <a:r>
              <a:rPr lang="es-CO" dirty="0">
                <a:solidFill>
                  <a:srgbClr val="000000"/>
                </a:solidFill>
              </a:rPr>
              <a:t>Esta afirmación es la hipótesis. Llamémosla </a:t>
            </a:r>
            <a:r>
              <a:rPr lang="es-CO" b="1" i="1" dirty="0">
                <a:solidFill>
                  <a:srgbClr val="000000"/>
                </a:solidFill>
              </a:rPr>
              <a:t>hipótesis nula </a:t>
            </a:r>
            <a:r>
              <a:rPr lang="es-CO" dirty="0">
                <a:solidFill>
                  <a:srgbClr val="000000"/>
                </a:solidFill>
              </a:rPr>
              <a:t>por ahora</a:t>
            </a:r>
          </a:p>
          <a:p>
            <a:r>
              <a:rPr lang="es-CO" dirty="0">
                <a:solidFill>
                  <a:srgbClr val="000000"/>
                </a:solidFill>
              </a:rPr>
              <a:t>La </a:t>
            </a:r>
            <a:r>
              <a:rPr lang="es-CO" b="1" i="1" dirty="0">
                <a:solidFill>
                  <a:srgbClr val="000000"/>
                </a:solidFill>
              </a:rPr>
              <a:t>hipótesis alternativa </a:t>
            </a:r>
            <a:r>
              <a:rPr lang="es-CO" dirty="0">
                <a:solidFill>
                  <a:srgbClr val="000000"/>
                </a:solidFill>
              </a:rPr>
              <a:t>de las personas que creen que: </a:t>
            </a:r>
          </a:p>
          <a:p>
            <a:pPr lvl="1"/>
            <a:r>
              <a:rPr lang="es-CO" sz="2800" b="1" i="1" dirty="0">
                <a:solidFill>
                  <a:srgbClr val="000000"/>
                </a:solidFill>
              </a:rPr>
              <a:t>hacer ejercicio reduce (si afecta) el peso</a:t>
            </a:r>
          </a:p>
        </p:txBody>
      </p:sp>
    </p:spTree>
    <p:extLst>
      <p:ext uri="{BB962C8B-B14F-4D97-AF65-F5344CB8AC3E}">
        <p14:creationId xmlns:p14="http://schemas.microsoft.com/office/powerpoint/2010/main" val="3365406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E91100-F14C-416E-A4B2-B4D394413882}"/>
              </a:ext>
            </a:extLst>
          </p:cNvPr>
          <p:cNvSpPr>
            <a:spLocks noGrp="1"/>
          </p:cNvSpPr>
          <p:nvPr>
            <p:ph type="title"/>
          </p:nvPr>
        </p:nvSpPr>
        <p:spPr>
          <a:xfrm>
            <a:off x="838200" y="963877"/>
            <a:ext cx="3494362" cy="4930246"/>
          </a:xfrm>
        </p:spPr>
        <p:txBody>
          <a:bodyPr>
            <a:normAutofit/>
          </a:bodyPr>
          <a:lstStyle/>
          <a:p>
            <a:pPr algn="r"/>
            <a:r>
              <a:rPr lang="es-CO">
                <a:solidFill>
                  <a:schemeClr val="accent1"/>
                </a:solidFill>
              </a:rPr>
              <a:t>Hipótesis y el análisis diagnóstico</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DEDD463-C2C9-41D8-97AB-94F95B9A1020}"/>
              </a:ext>
            </a:extLst>
          </p:cNvPr>
          <p:cNvSpPr>
            <a:spLocks noGrp="1"/>
          </p:cNvSpPr>
          <p:nvPr>
            <p:ph idx="1"/>
          </p:nvPr>
        </p:nvSpPr>
        <p:spPr>
          <a:xfrm>
            <a:off x="4976031" y="485774"/>
            <a:ext cx="6625417" cy="5857875"/>
          </a:xfrm>
        </p:spPr>
        <p:txBody>
          <a:bodyPr anchor="ctr">
            <a:normAutofit/>
          </a:bodyPr>
          <a:lstStyle/>
          <a:p>
            <a:r>
              <a:rPr lang="es-CO" sz="2400" dirty="0"/>
              <a:t>Suposición hecha a partir de unos datos que sirve de base para iniciar una investigación o una argumentación o una predicción.</a:t>
            </a:r>
          </a:p>
          <a:p>
            <a:r>
              <a:rPr lang="es-CO" sz="2400" dirty="0"/>
              <a:t>Las hipótesis se construyen a partir de las preguntas diagnosticas principalmente que relacionan 2 o más variables.</a:t>
            </a:r>
          </a:p>
          <a:p>
            <a:r>
              <a:rPr lang="es-CO" sz="2400" dirty="0"/>
              <a:t>Prueba de hipótesis.</a:t>
            </a:r>
          </a:p>
          <a:p>
            <a:pPr lvl="1"/>
            <a:r>
              <a:rPr lang="es-ES" b="1" dirty="0"/>
              <a:t>Hipótesis nula : </a:t>
            </a:r>
            <a:r>
              <a:rPr lang="es-ES" dirty="0"/>
              <a:t>lo que se conoce como verdadero para el modelo y lo que queremos probar. Esto es lo que queremos probar.</a:t>
            </a:r>
          </a:p>
          <a:p>
            <a:pPr lvl="1"/>
            <a:r>
              <a:rPr lang="es-ES" b="1" dirty="0"/>
              <a:t>Hipótesis alternativa : </a:t>
            </a:r>
            <a:r>
              <a:rPr lang="es-ES" dirty="0"/>
              <a:t>lo que debemos aceptar si la hipótesis nula no es cierta. </a:t>
            </a:r>
            <a:endParaRPr lang="es-CO" dirty="0"/>
          </a:p>
        </p:txBody>
      </p:sp>
    </p:spTree>
    <p:extLst>
      <p:ext uri="{BB962C8B-B14F-4D97-AF65-F5344CB8AC3E}">
        <p14:creationId xmlns:p14="http://schemas.microsoft.com/office/powerpoint/2010/main" val="2729958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6CF868A-77B4-45B9-94AA-3D3B049D0AB4}"/>
              </a:ext>
            </a:extLst>
          </p:cNvPr>
          <p:cNvSpPr>
            <a:spLocks noGrp="1"/>
          </p:cNvSpPr>
          <p:nvPr>
            <p:ph type="title"/>
          </p:nvPr>
        </p:nvSpPr>
        <p:spPr>
          <a:xfrm>
            <a:off x="686834" y="1153572"/>
            <a:ext cx="3200400" cy="4461163"/>
          </a:xfrm>
        </p:spPr>
        <p:txBody>
          <a:bodyPr>
            <a:normAutofit/>
          </a:bodyPr>
          <a:lstStyle/>
          <a:p>
            <a:r>
              <a:rPr lang="es-ES">
                <a:solidFill>
                  <a:srgbClr val="FFFFFF"/>
                </a:solidFill>
              </a:rPr>
              <a:t>Determine su nivel de significancia p</a:t>
            </a:r>
            <a:endParaRPr lang="es-CO">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44884234-A4EF-47E1-AA98-51C03AD0F649}"/>
              </a:ext>
            </a:extLst>
          </p:cNvPr>
          <p:cNvSpPr>
            <a:spLocks noGrp="1"/>
          </p:cNvSpPr>
          <p:nvPr>
            <p:ph idx="1"/>
          </p:nvPr>
        </p:nvSpPr>
        <p:spPr>
          <a:xfrm>
            <a:off x="4447308" y="591344"/>
            <a:ext cx="6906491" cy="5585619"/>
          </a:xfrm>
        </p:spPr>
        <p:txBody>
          <a:bodyPr anchor="ctr">
            <a:normAutofit lnSpcReduction="10000"/>
          </a:bodyPr>
          <a:lstStyle/>
          <a:p>
            <a:r>
              <a:rPr lang="es-ES" dirty="0"/>
              <a:t>Su nivel de significancia indica qué tan seguro está de los resultados que ha calculado para respaldar o rechazar la hipótesis nula. </a:t>
            </a:r>
          </a:p>
          <a:p>
            <a:r>
              <a:rPr lang="es-ES" dirty="0"/>
              <a:t>Se le conoce como p. </a:t>
            </a:r>
          </a:p>
          <a:p>
            <a:r>
              <a:rPr lang="es-ES" dirty="0"/>
              <a:t>El valor habitual para p es entre 1% a 5%. </a:t>
            </a:r>
          </a:p>
          <a:p>
            <a:r>
              <a:rPr lang="es-ES" dirty="0"/>
              <a:t>El valor p es el nivel mínimo de importancia antes de que la hipótesis nula pueda ser rechazada</a:t>
            </a:r>
          </a:p>
          <a:p>
            <a:r>
              <a:rPr lang="es-CO" dirty="0"/>
              <a:t>En esencia, la prueba de hipótesis se trata solo de verificar si nuestros valores observados hacen que la hipótesis nula sea </a:t>
            </a:r>
            <a:r>
              <a:rPr lang="es-CO"/>
              <a:t>rechazada</a:t>
            </a:r>
            <a:r>
              <a:rPr lang="es-CO" dirty="0"/>
              <a:t>.</a:t>
            </a:r>
          </a:p>
        </p:txBody>
      </p:sp>
    </p:spTree>
    <p:extLst>
      <p:ext uri="{BB962C8B-B14F-4D97-AF65-F5344CB8AC3E}">
        <p14:creationId xmlns:p14="http://schemas.microsoft.com/office/powerpoint/2010/main" val="2457863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5B09EE4-AE50-4607-8B61-7969AED2E64E}"/>
              </a:ext>
            </a:extLst>
          </p:cNvPr>
          <p:cNvSpPr>
            <a:spLocks noGrp="1"/>
          </p:cNvSpPr>
          <p:nvPr>
            <p:ph type="title"/>
          </p:nvPr>
        </p:nvSpPr>
        <p:spPr>
          <a:xfrm>
            <a:off x="686834" y="1153572"/>
            <a:ext cx="3200400" cy="4461163"/>
          </a:xfrm>
        </p:spPr>
        <p:txBody>
          <a:bodyPr>
            <a:normAutofit/>
          </a:bodyPr>
          <a:lstStyle/>
          <a:p>
            <a:r>
              <a:rPr lang="es-ES">
                <a:solidFill>
                  <a:srgbClr val="FFFFFF"/>
                </a:solidFill>
              </a:rPr>
              <a:t>Técnicas estadísticas para calcular el nivel de significancia</a:t>
            </a:r>
            <a:endParaRPr lang="es-CO">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9D7E2FEE-7E1B-4778-8783-D197D258E1E3}"/>
              </a:ext>
            </a:extLst>
          </p:cNvPr>
          <p:cNvSpPr>
            <a:spLocks noGrp="1"/>
          </p:cNvSpPr>
          <p:nvPr>
            <p:ph idx="1"/>
          </p:nvPr>
        </p:nvSpPr>
        <p:spPr>
          <a:xfrm>
            <a:off x="4447308" y="649437"/>
            <a:ext cx="6906491" cy="4739686"/>
          </a:xfrm>
        </p:spPr>
        <p:txBody>
          <a:bodyPr anchor="ctr">
            <a:normAutofit/>
          </a:bodyPr>
          <a:lstStyle/>
          <a:p>
            <a:r>
              <a:rPr lang="es-CO" sz="3200" dirty="0" err="1"/>
              <a:t>Correlation</a:t>
            </a:r>
            <a:r>
              <a:rPr lang="es-CO" sz="3200" dirty="0"/>
              <a:t>. 2 variables numéricas</a:t>
            </a:r>
          </a:p>
          <a:p>
            <a:pPr lvl="1"/>
            <a:r>
              <a:rPr lang="es-CO" sz="2800" dirty="0" err="1"/>
              <a:t>Pearson’s</a:t>
            </a:r>
            <a:r>
              <a:rPr lang="es-CO" sz="2800" dirty="0"/>
              <a:t> r</a:t>
            </a:r>
          </a:p>
          <a:p>
            <a:pPr lvl="1"/>
            <a:r>
              <a:rPr lang="es-CO" sz="2800" dirty="0" err="1"/>
              <a:t>Spearman’s</a:t>
            </a:r>
            <a:r>
              <a:rPr lang="es-CO" sz="2800" dirty="0"/>
              <a:t> rho</a:t>
            </a:r>
          </a:p>
          <a:p>
            <a:pPr lvl="1"/>
            <a:r>
              <a:rPr lang="es-CO" sz="2800" dirty="0" err="1"/>
              <a:t>Kendall’s</a:t>
            </a:r>
            <a:r>
              <a:rPr lang="es-CO" sz="2800" dirty="0"/>
              <a:t> tau</a:t>
            </a:r>
          </a:p>
          <a:p>
            <a:r>
              <a:rPr lang="es-CO" sz="3200" dirty="0"/>
              <a:t>Chi-</a:t>
            </a:r>
            <a:r>
              <a:rPr lang="es-CO" sz="3200" dirty="0" err="1"/>
              <a:t>squared</a:t>
            </a:r>
            <a:r>
              <a:rPr lang="es-CO" sz="3200" dirty="0"/>
              <a:t> </a:t>
            </a:r>
            <a:r>
              <a:rPr lang="es-CO" sz="3200" dirty="0" err="1"/>
              <a:t>Distribution</a:t>
            </a:r>
            <a:endParaRPr lang="es-CO" sz="3200" dirty="0"/>
          </a:p>
          <a:p>
            <a:pPr lvl="1"/>
            <a:r>
              <a:rPr lang="es-CO" sz="2800" dirty="0"/>
              <a:t>2 variables categóricas</a:t>
            </a:r>
            <a:endParaRPr lang="es-CO" sz="3200" dirty="0"/>
          </a:p>
          <a:p>
            <a:r>
              <a:rPr lang="es-CO" sz="3200" dirty="0" err="1"/>
              <a:t>Student</a:t>
            </a:r>
            <a:r>
              <a:rPr lang="es-CO" sz="3200" dirty="0"/>
              <a:t> T </a:t>
            </a:r>
            <a:r>
              <a:rPr lang="es-CO" sz="3200" dirty="0" err="1"/>
              <a:t>Distribution</a:t>
            </a:r>
            <a:endParaRPr lang="es-CO" sz="3200" dirty="0"/>
          </a:p>
          <a:p>
            <a:r>
              <a:rPr lang="es-CO" sz="3200" dirty="0"/>
              <a:t>F </a:t>
            </a:r>
            <a:r>
              <a:rPr lang="es-CO" sz="3200" dirty="0" err="1"/>
              <a:t>Distribution</a:t>
            </a:r>
            <a:endParaRPr lang="es-CO" sz="3200" dirty="0"/>
          </a:p>
          <a:p>
            <a:r>
              <a:rPr lang="es-CO" sz="3200" dirty="0"/>
              <a:t>ANOVA</a:t>
            </a:r>
          </a:p>
        </p:txBody>
      </p:sp>
      <p:sp>
        <p:nvSpPr>
          <p:cNvPr id="4" name="CuadroTexto 3">
            <a:extLst>
              <a:ext uri="{FF2B5EF4-FFF2-40B4-BE49-F238E27FC236}">
                <a16:creationId xmlns:a16="http://schemas.microsoft.com/office/drawing/2014/main" id="{6BE61593-A94C-4D76-B0F8-9203FF4A1F47}"/>
              </a:ext>
            </a:extLst>
          </p:cNvPr>
          <p:cNvSpPr txBox="1"/>
          <p:nvPr/>
        </p:nvSpPr>
        <p:spPr>
          <a:xfrm>
            <a:off x="2287034" y="6279951"/>
            <a:ext cx="9719327" cy="307777"/>
          </a:xfrm>
          <a:prstGeom prst="rect">
            <a:avLst/>
          </a:prstGeom>
          <a:noFill/>
        </p:spPr>
        <p:txBody>
          <a:bodyPr wrap="none" rtlCol="0">
            <a:spAutoFit/>
          </a:bodyPr>
          <a:lstStyle/>
          <a:p>
            <a:r>
              <a:rPr lang="es-CO" sz="1400" dirty="0">
                <a:hlinkClick r:id="rId2"/>
              </a:rPr>
              <a:t>https://towardsdatascience.com/understanding-probability-and-statistics-chi-squared-student-t-and-f-distributions-e46b4f802707</a:t>
            </a:r>
            <a:endParaRPr lang="es-CO" sz="1400" dirty="0"/>
          </a:p>
        </p:txBody>
      </p:sp>
      <p:sp>
        <p:nvSpPr>
          <p:cNvPr id="5" name="CuadroTexto 4">
            <a:extLst>
              <a:ext uri="{FF2B5EF4-FFF2-40B4-BE49-F238E27FC236}">
                <a16:creationId xmlns:a16="http://schemas.microsoft.com/office/drawing/2014/main" id="{832DC996-0189-4D66-8161-988C72A3CFA5}"/>
              </a:ext>
            </a:extLst>
          </p:cNvPr>
          <p:cNvSpPr txBox="1"/>
          <p:nvPr/>
        </p:nvSpPr>
        <p:spPr>
          <a:xfrm>
            <a:off x="3350990" y="5900787"/>
            <a:ext cx="6493444" cy="307777"/>
          </a:xfrm>
          <a:prstGeom prst="rect">
            <a:avLst/>
          </a:prstGeom>
          <a:noFill/>
        </p:spPr>
        <p:txBody>
          <a:bodyPr wrap="none" rtlCol="0">
            <a:spAutoFit/>
          </a:bodyPr>
          <a:lstStyle/>
          <a:p>
            <a:r>
              <a:rPr lang="es-CO" sz="1400" dirty="0">
                <a:hlinkClick r:id="rId3"/>
              </a:rPr>
              <a:t>https://towardsdatascience.com/log-book-guide-to-hypothesis-testing-802b1980d0b8</a:t>
            </a:r>
            <a:endParaRPr lang="es-CO" sz="1400" dirty="0"/>
          </a:p>
        </p:txBody>
      </p:sp>
    </p:spTree>
    <p:extLst>
      <p:ext uri="{BB962C8B-B14F-4D97-AF65-F5344CB8AC3E}">
        <p14:creationId xmlns:p14="http://schemas.microsoft.com/office/powerpoint/2010/main" val="84905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FEA32D-2364-47C0-AD4E-B26032521856}"/>
              </a:ext>
            </a:extLst>
          </p:cNvPr>
          <p:cNvSpPr>
            <a:spLocks noGrp="1"/>
          </p:cNvSpPr>
          <p:nvPr>
            <p:ph type="title"/>
          </p:nvPr>
        </p:nvSpPr>
        <p:spPr>
          <a:xfrm>
            <a:off x="321563" y="1866899"/>
            <a:ext cx="4175689" cy="2809875"/>
          </a:xfrm>
        </p:spPr>
        <p:txBody>
          <a:bodyPr>
            <a:normAutofit/>
          </a:bodyPr>
          <a:lstStyle/>
          <a:p>
            <a:r>
              <a:rPr lang="es-CO" sz="3600" dirty="0">
                <a:solidFill>
                  <a:schemeClr val="accent1"/>
                </a:solidFill>
              </a:rPr>
              <a:t>Prueba de hipótesis para probar la relación entre dos variables de un </a:t>
            </a:r>
            <a:r>
              <a:rPr lang="es-CO" sz="3600" dirty="0" err="1">
                <a:solidFill>
                  <a:schemeClr val="accent1"/>
                </a:solidFill>
              </a:rPr>
              <a:t>dataset</a:t>
            </a:r>
            <a:r>
              <a:rPr lang="es-CO" sz="3600" dirty="0">
                <a:solidFill>
                  <a:schemeClr val="accent1"/>
                </a:solidFill>
              </a:rPr>
              <a:t>.</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17FF16A6-524B-49EB-9946-69662C8C35E4}"/>
              </a:ext>
            </a:extLst>
          </p:cNvPr>
          <p:cNvSpPr>
            <a:spLocks noGrp="1"/>
          </p:cNvSpPr>
          <p:nvPr>
            <p:ph idx="1"/>
          </p:nvPr>
        </p:nvSpPr>
        <p:spPr>
          <a:xfrm>
            <a:off x="5106267" y="963877"/>
            <a:ext cx="6607130" cy="4930246"/>
          </a:xfrm>
        </p:spPr>
        <p:txBody>
          <a:bodyPr anchor="ctr">
            <a:noAutofit/>
          </a:bodyPr>
          <a:lstStyle/>
          <a:p>
            <a:r>
              <a:rPr lang="es-CO" sz="2400" dirty="0"/>
              <a:t>Ho: Tiempo fuera de casa NO tiene una relación con tener síntomas de Covid-19 (temperatura). </a:t>
            </a:r>
          </a:p>
          <a:p>
            <a:r>
              <a:rPr lang="es-CO" sz="2400" dirty="0"/>
              <a:t>Ha: Tiempo fuera de casa tiene una relación con tener síntomas de Covid-19 (temperatura).</a:t>
            </a:r>
          </a:p>
          <a:p>
            <a:r>
              <a:rPr lang="es-CO" sz="2400" dirty="0"/>
              <a:t>Se utilizan las columnas del tiempo fuera de casa y los síntomas de covid-19 (temperatura) para calcular usando alguna de las técnicas.</a:t>
            </a:r>
            <a:endParaRPr lang="es-CO" sz="2400" dirty="0">
              <a:ea typeface="Calibri"/>
              <a:cs typeface="Calibri"/>
            </a:endParaRPr>
          </a:p>
          <a:p>
            <a:pPr lvl="1"/>
            <a:r>
              <a:rPr lang="es-CO" dirty="0"/>
              <a:t>Si el valor de significancia p calculado da por encima de 5% se acepta la hipótesis nula, de lo contrario se rechaza</a:t>
            </a:r>
          </a:p>
        </p:txBody>
      </p:sp>
    </p:spTree>
    <p:extLst>
      <p:ext uri="{BB962C8B-B14F-4D97-AF65-F5344CB8AC3E}">
        <p14:creationId xmlns:p14="http://schemas.microsoft.com/office/powerpoint/2010/main" val="1297550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Imagen 3">
            <a:extLst>
              <a:ext uri="{FF2B5EF4-FFF2-40B4-BE49-F238E27FC236}">
                <a16:creationId xmlns:a16="http://schemas.microsoft.com/office/drawing/2014/main" id="{84A876FD-47D2-4834-A399-F3F2B01D23C1}"/>
              </a:ext>
            </a:extLst>
          </p:cNvPr>
          <p:cNvPicPr>
            <a:picLocks noChangeAspect="1"/>
          </p:cNvPicPr>
          <p:nvPr/>
        </p:nvPicPr>
        <p:blipFill rotWithShape="1">
          <a:blip r:embed="rId2"/>
          <a:srcRect t="19"/>
          <a:stretch/>
        </p:blipFill>
        <p:spPr>
          <a:xfrm>
            <a:off x="20" y="1282"/>
            <a:ext cx="12191980" cy="6856718"/>
          </a:xfrm>
          <a:prstGeom prst="rect">
            <a:avLst/>
          </a:prstGeom>
        </p:spPr>
      </p:pic>
    </p:spTree>
    <p:extLst>
      <p:ext uri="{BB962C8B-B14F-4D97-AF65-F5344CB8AC3E}">
        <p14:creationId xmlns:p14="http://schemas.microsoft.com/office/powerpoint/2010/main" val="2172533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41EF601-291E-4CDA-BACB-40A309DD5C80}"/>
              </a:ext>
            </a:extLst>
          </p:cNvPr>
          <p:cNvSpPr>
            <a:spLocks noGrp="1"/>
          </p:cNvSpPr>
          <p:nvPr>
            <p:ph type="title"/>
          </p:nvPr>
        </p:nvSpPr>
        <p:spPr>
          <a:xfrm>
            <a:off x="838200" y="365125"/>
            <a:ext cx="10515600" cy="1325563"/>
          </a:xfrm>
        </p:spPr>
        <p:txBody>
          <a:bodyPr>
            <a:normAutofit/>
          </a:bodyPr>
          <a:lstStyle/>
          <a:p>
            <a:r>
              <a:rPr lang="es-ES" sz="5400"/>
              <a:t>Pruebas A/B</a:t>
            </a:r>
            <a:endParaRPr lang="es-CO"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5638560-8D55-4136-83DE-657EA6173FCF}"/>
              </a:ext>
            </a:extLst>
          </p:cNvPr>
          <p:cNvSpPr>
            <a:spLocks noGrp="1"/>
          </p:cNvSpPr>
          <p:nvPr>
            <p:ph idx="1"/>
          </p:nvPr>
        </p:nvSpPr>
        <p:spPr>
          <a:xfrm>
            <a:off x="838199" y="1929384"/>
            <a:ext cx="10853927" cy="4692614"/>
          </a:xfrm>
        </p:spPr>
        <p:txBody>
          <a:bodyPr>
            <a:normAutofit/>
          </a:bodyPr>
          <a:lstStyle/>
          <a:p>
            <a:r>
              <a:rPr lang="es-ES" sz="2400" dirty="0"/>
              <a:t>Consideramos que tenemos una tarea de encontrar si los estudiantes universitarios que duermen </a:t>
            </a:r>
            <a:r>
              <a:rPr lang="es-ES" sz="2400" b="1" dirty="0"/>
              <a:t>8 horas al día </a:t>
            </a:r>
            <a:r>
              <a:rPr lang="es-ES" sz="2400" dirty="0"/>
              <a:t>obtienen calificaciones más altas que los que duermen menos de </a:t>
            </a:r>
            <a:r>
              <a:rPr lang="es-ES" sz="2400" b="1" dirty="0"/>
              <a:t>6 horas al día</a:t>
            </a:r>
            <a:r>
              <a:rPr lang="es-ES" sz="2400" dirty="0"/>
              <a:t>.</a:t>
            </a:r>
          </a:p>
          <a:p>
            <a:r>
              <a:rPr lang="es-ES" sz="2400" dirty="0"/>
              <a:t>Lo que hacemos en cambio es obtener una muestra de cada grupo y hacer una comparación basada en sus datos.</a:t>
            </a:r>
          </a:p>
          <a:p>
            <a:pPr lvl="1"/>
            <a:r>
              <a:rPr lang="es-ES" b="1" dirty="0"/>
              <a:t>La población </a:t>
            </a:r>
            <a:r>
              <a:rPr lang="es-ES" dirty="0"/>
              <a:t>son todos los elementos que representan un grupo.</a:t>
            </a:r>
          </a:p>
          <a:p>
            <a:pPr lvl="1"/>
            <a:r>
              <a:rPr lang="es-ES" b="1" dirty="0"/>
              <a:t>La muestra </a:t>
            </a:r>
            <a:r>
              <a:rPr lang="es-ES" dirty="0"/>
              <a:t>es un subconjunto de la población.</a:t>
            </a:r>
          </a:p>
          <a:p>
            <a:pPr lvl="1"/>
            <a:r>
              <a:rPr lang="es-ES" dirty="0"/>
              <a:t>Los estudiantes universitarios en los EE. UU. Son una población. 1000 estudiantes universitarios elegidos al azar en los EE. UU. Es una muestra extraída de esta población.</a:t>
            </a:r>
          </a:p>
          <a:p>
            <a:pPr lvl="2"/>
            <a:r>
              <a:rPr lang="es-ES" sz="2400" b="1" dirty="0"/>
              <a:t>Hipótesis nula: </a:t>
            </a:r>
            <a:r>
              <a:rPr lang="es-ES" sz="2400" dirty="0"/>
              <a:t>dormir 8 horas al día no genera mejores calificaciones</a:t>
            </a:r>
          </a:p>
          <a:p>
            <a:pPr lvl="2"/>
            <a:r>
              <a:rPr lang="es-ES" sz="2400" b="1" dirty="0"/>
              <a:t>Hipótesis alternativa: </a:t>
            </a:r>
            <a:r>
              <a:rPr lang="es-ES" sz="2400" dirty="0"/>
              <a:t>dormir 8 horas al día si genera mejores calificaciones</a:t>
            </a:r>
            <a:endParaRPr lang="es-CO" sz="2400" dirty="0"/>
          </a:p>
        </p:txBody>
      </p:sp>
    </p:spTree>
    <p:extLst>
      <p:ext uri="{BB962C8B-B14F-4D97-AF65-F5344CB8AC3E}">
        <p14:creationId xmlns:p14="http://schemas.microsoft.com/office/powerpoint/2010/main" val="2402715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9161029"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8A5579-E838-4DE2-B36B-5B971A6B1AA6}"/>
              </a:ext>
            </a:extLst>
          </p:cNvPr>
          <p:cNvSpPr>
            <a:spLocks noGrp="1"/>
          </p:cNvSpPr>
          <p:nvPr>
            <p:ph type="title"/>
          </p:nvPr>
        </p:nvSpPr>
        <p:spPr>
          <a:xfrm>
            <a:off x="838200" y="5529884"/>
            <a:ext cx="7719381" cy="1096331"/>
          </a:xfrm>
        </p:spPr>
        <p:txBody>
          <a:bodyPr>
            <a:normAutofit/>
          </a:bodyPr>
          <a:lstStyle/>
          <a:p>
            <a:r>
              <a:rPr lang="es-CO"/>
              <a:t>Errores Tipo I y II</a:t>
            </a:r>
          </a:p>
        </p:txBody>
      </p:sp>
      <p:sp>
        <p:nvSpPr>
          <p:cNvPr id="12" name="Freeform: Shape 11">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37" y="5367908"/>
            <a:ext cx="342896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Content Placeholder 2">
            <a:extLst>
              <a:ext uri="{FF2B5EF4-FFF2-40B4-BE49-F238E27FC236}">
                <a16:creationId xmlns:a16="http://schemas.microsoft.com/office/drawing/2014/main" id="{81FCECBD-1534-49AA-A758-05E88D918C69}"/>
              </a:ext>
            </a:extLst>
          </p:cNvPr>
          <p:cNvGraphicFramePr>
            <a:graphicFrameLocks noGrp="1"/>
          </p:cNvGraphicFramePr>
          <p:nvPr>
            <p:ph idx="1"/>
            <p:extLst>
              <p:ext uri="{D42A27DB-BD31-4B8C-83A1-F6EECF244321}">
                <p14:modId xmlns:p14="http://schemas.microsoft.com/office/powerpoint/2010/main" val="1057825522"/>
              </p:ext>
            </p:extLst>
          </p:nvPr>
        </p:nvGraphicFramePr>
        <p:xfrm>
          <a:off x="838200" y="643467"/>
          <a:ext cx="105156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3985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40404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0ACAB06D-E1B5-469E-8E5D-037531B00AA2}"/>
              </a:ext>
            </a:extLst>
          </p:cNvPr>
          <p:cNvSpPr>
            <a:spLocks noGrp="1"/>
          </p:cNvSpPr>
          <p:nvPr>
            <p:ph type="title"/>
          </p:nvPr>
        </p:nvSpPr>
        <p:spPr>
          <a:xfrm>
            <a:off x="838200" y="365125"/>
            <a:ext cx="10515600" cy="1325563"/>
          </a:xfrm>
        </p:spPr>
        <p:txBody>
          <a:bodyPr>
            <a:normAutofit/>
          </a:bodyPr>
          <a:lstStyle/>
          <a:p>
            <a:r>
              <a:rPr lang="es-CO" dirty="0"/>
              <a:t>Ejercicio practico</a:t>
            </a:r>
          </a:p>
        </p:txBody>
      </p:sp>
      <p:sp>
        <p:nvSpPr>
          <p:cNvPr id="5" name="Content Placeholder 4">
            <a:extLst>
              <a:ext uri="{FF2B5EF4-FFF2-40B4-BE49-F238E27FC236}">
                <a16:creationId xmlns:a16="http://schemas.microsoft.com/office/drawing/2014/main" id="{55E090DD-B3C7-408C-9BD7-8737AFC9D162}"/>
              </a:ext>
            </a:extLst>
          </p:cNvPr>
          <p:cNvSpPr>
            <a:spLocks noGrp="1"/>
          </p:cNvSpPr>
          <p:nvPr>
            <p:ph sz="half" idx="1"/>
          </p:nvPr>
        </p:nvSpPr>
        <p:spPr>
          <a:xfrm>
            <a:off x="274320" y="1564640"/>
            <a:ext cx="5821680" cy="4928235"/>
          </a:xfrm>
          <a:ln>
            <a:solidFill>
              <a:schemeClr val="tx1"/>
            </a:solidFill>
          </a:ln>
        </p:spPr>
        <p:txBody>
          <a:bodyPr>
            <a:noAutofit/>
          </a:bodyPr>
          <a:lstStyle/>
          <a:p>
            <a:r>
              <a:rPr lang="es-CO" sz="1400" dirty="0"/>
              <a:t>En abril de 2018, el gobierno de aprobó una política de no-tarifa para los usuarios para todos los establecimientos de salud pública.</a:t>
            </a:r>
          </a:p>
          <a:p>
            <a:r>
              <a:rPr lang="es-CO" sz="1400" dirty="0"/>
              <a:t>Esta política implicaba que los jamaiquinos ya no tenían que pagar los servicios de atención médica, como consultas médicas, servicios de diagnóstico, admisión en hospitales, cirugías, medicamentos, fisioterapia, ambulancias, servicios de maternidad, etc. El fundamento de esta política fue que las tarifas a los usuarios eran regresivas e impedían a los sectores desfavorecidos de la población el acceso a la salud, ya que ellos no podían pagar las tarifas (Ministerio de Salud de Jamaica, 2008).</a:t>
            </a:r>
          </a:p>
          <a:p>
            <a:r>
              <a:rPr lang="es-CO" sz="1400" dirty="0"/>
              <a:t>Al equipo de investigación le gustaría evaluar si la política pública gratuita afectó el estado de salud y la oferta laboral de personas adultas. El objetivo es estimar los efectos causales de la política de Jamaica, de proporcionar atención médica pública gratuita sobre el estado general de salud y en la dinámica del mercado laboral.</a:t>
            </a:r>
          </a:p>
          <a:p>
            <a:r>
              <a:rPr lang="es-CO" sz="1400" dirty="0"/>
              <a:t>Las personas no aseguradas construyen el grupo más afectado por la política, porque se eliminaron las tarifas de salud que, de otro modo, serían pagadas directamente de su bolsillo. Por el contrario, las personas aseguradas no se ven directamente afectadas, porque cuentan con cobertura de salud. En otras palabras, las personas aseguradas tenían cobertura médica antes y después de la política, pero los no asegurados solo accedieron a la cobertura después de la política.</a:t>
            </a:r>
          </a:p>
        </p:txBody>
      </p:sp>
      <p:sp>
        <p:nvSpPr>
          <p:cNvPr id="6" name="Content Placeholder 5">
            <a:extLst>
              <a:ext uri="{FF2B5EF4-FFF2-40B4-BE49-F238E27FC236}">
                <a16:creationId xmlns:a16="http://schemas.microsoft.com/office/drawing/2014/main" id="{C3D27635-6806-4ED7-B1AB-7ADFA5286888}"/>
              </a:ext>
            </a:extLst>
          </p:cNvPr>
          <p:cNvSpPr>
            <a:spLocks noGrp="1"/>
          </p:cNvSpPr>
          <p:nvPr>
            <p:ph sz="half" idx="2"/>
          </p:nvPr>
        </p:nvSpPr>
        <p:spPr>
          <a:xfrm>
            <a:off x="6096000" y="1564640"/>
            <a:ext cx="5257799" cy="4928235"/>
          </a:xfrm>
          <a:ln>
            <a:solidFill>
              <a:schemeClr val="tx1"/>
            </a:solidFill>
          </a:ln>
        </p:spPr>
        <p:txBody>
          <a:bodyPr>
            <a:normAutofit fontScale="92500" lnSpcReduction="10000"/>
          </a:bodyPr>
          <a:lstStyle/>
          <a:p>
            <a:r>
              <a:rPr lang="es-CO" sz="1400" dirty="0"/>
              <a:t>Pregunta 2. ¿Cuál es la hipótesis nula para este estudio?</a:t>
            </a:r>
          </a:p>
          <a:p>
            <a:r>
              <a:rPr lang="es-CO" sz="1400" dirty="0"/>
              <a:t> a) La política de salud pública gratuita no afecta el estado de salud y la oferta de trabajo de personas adultas. </a:t>
            </a:r>
          </a:p>
          <a:p>
            <a:r>
              <a:rPr lang="es-CO" sz="1400" dirty="0"/>
              <a:t> b) La política de salud pública gratuita afecta el estado de salud y la oferta laboral de personas adultas.</a:t>
            </a:r>
          </a:p>
          <a:p>
            <a:r>
              <a:rPr lang="es-CO" sz="1400" dirty="0"/>
              <a:t> c) La política de salud pública gratuita afectará el estado de salud de las personas no aseguradas y la oferta de mano de obra de las personas adultas.</a:t>
            </a:r>
          </a:p>
          <a:p>
            <a:r>
              <a:rPr lang="es-CO" sz="1400" dirty="0"/>
              <a:t> d) El estado de salud y la oferta laboral de las personas aseguradas no se verán afectadas por la política de cuidado de la salud.</a:t>
            </a:r>
          </a:p>
          <a:p>
            <a:pPr marL="0" indent="0">
              <a:buNone/>
            </a:pPr>
            <a:endParaRPr lang="es-CO" sz="1400" dirty="0"/>
          </a:p>
          <a:p>
            <a:r>
              <a:rPr lang="es-CO" sz="1400" dirty="0"/>
              <a:t>Pregunta 3. ¿Cuál es la hipótesis alternativa para este estudio?</a:t>
            </a:r>
          </a:p>
          <a:p>
            <a:r>
              <a:rPr lang="es-CO" sz="1400" dirty="0"/>
              <a:t> a) La política de salud pública gratuita no afecta el estado de salud y la oferta de trabajo de las personas adultas.</a:t>
            </a:r>
          </a:p>
          <a:p>
            <a:r>
              <a:rPr lang="es-CO" sz="1400" dirty="0"/>
              <a:t> b) La política de salud pública gratuita afecta el estado de salud y la oferta laboral de personas adultas. correcto</a:t>
            </a:r>
          </a:p>
          <a:p>
            <a:r>
              <a:rPr lang="es-CO" sz="1400" dirty="0"/>
              <a:t> c) La política de salud pública gratuita afectará el estado de salud de las personas no aseguradas, pero no la oferta de mano de obra de personas adultas.</a:t>
            </a:r>
          </a:p>
          <a:p>
            <a:r>
              <a:rPr lang="es-CO" sz="1400" dirty="0"/>
              <a:t> d) El estado de salud y la oferta laboral de las personas aseguradas no se verán afectadas por la política de cuidado de la salud.</a:t>
            </a:r>
          </a:p>
          <a:p>
            <a:endParaRPr lang="es-CO" sz="1400" dirty="0"/>
          </a:p>
          <a:p>
            <a:endParaRPr lang="es-CO" sz="1000" dirty="0"/>
          </a:p>
        </p:txBody>
      </p:sp>
    </p:spTree>
    <p:extLst>
      <p:ext uri="{BB962C8B-B14F-4D97-AF65-F5344CB8AC3E}">
        <p14:creationId xmlns:p14="http://schemas.microsoft.com/office/powerpoint/2010/main" val="1755769708"/>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0ACAB06D-E1B5-469E-8E5D-037531B00AA2}"/>
              </a:ext>
            </a:extLst>
          </p:cNvPr>
          <p:cNvSpPr>
            <a:spLocks noGrp="1"/>
          </p:cNvSpPr>
          <p:nvPr>
            <p:ph type="title"/>
          </p:nvPr>
        </p:nvSpPr>
        <p:spPr>
          <a:xfrm>
            <a:off x="838200" y="365125"/>
            <a:ext cx="10515600" cy="1325563"/>
          </a:xfrm>
        </p:spPr>
        <p:txBody>
          <a:bodyPr>
            <a:normAutofit/>
          </a:bodyPr>
          <a:lstStyle/>
          <a:p>
            <a:r>
              <a:rPr lang="es-CO" dirty="0"/>
              <a:t>Ejercicio practico</a:t>
            </a:r>
          </a:p>
        </p:txBody>
      </p:sp>
      <p:sp>
        <p:nvSpPr>
          <p:cNvPr id="5" name="Content Placeholder 4">
            <a:extLst>
              <a:ext uri="{FF2B5EF4-FFF2-40B4-BE49-F238E27FC236}">
                <a16:creationId xmlns:a16="http://schemas.microsoft.com/office/drawing/2014/main" id="{55E090DD-B3C7-408C-9BD7-8737AFC9D162}"/>
              </a:ext>
            </a:extLst>
          </p:cNvPr>
          <p:cNvSpPr>
            <a:spLocks noGrp="1"/>
          </p:cNvSpPr>
          <p:nvPr>
            <p:ph sz="half" idx="1"/>
          </p:nvPr>
        </p:nvSpPr>
        <p:spPr>
          <a:xfrm>
            <a:off x="274320" y="1564640"/>
            <a:ext cx="5821680" cy="4928235"/>
          </a:xfrm>
          <a:ln>
            <a:solidFill>
              <a:schemeClr val="tx1"/>
            </a:solidFill>
          </a:ln>
        </p:spPr>
        <p:txBody>
          <a:bodyPr vert="horz" lIns="91440" tIns="45720" rIns="91440" bIns="45720" rtlCol="0" anchor="t">
            <a:noAutofit/>
          </a:bodyPr>
          <a:lstStyle/>
          <a:p>
            <a:pPr algn="just"/>
            <a:r>
              <a:rPr lang="es-CO" sz="1400" dirty="0"/>
              <a:t>La Ministra de Educación de Brasil tiene en su programa la promesa de disminuir la deserción escolar y para ello quiere implementar un programa </a:t>
            </a:r>
            <a:r>
              <a:rPr lang="es-CO" sz="1400"/>
              <a:t>específico,</a:t>
            </a:r>
            <a:r>
              <a:rPr lang="es-CO" sz="1400" dirty="0"/>
              <a:t> pero no sabe muy bien qué medidas podrán tener un mayor impacto en la disminución de la deserción.</a:t>
            </a:r>
          </a:p>
          <a:p>
            <a:pPr algn="just"/>
            <a:r>
              <a:rPr lang="es-CO" sz="1400" dirty="0"/>
              <a:t>Tú, como parte del equipo, necesitas contar con datos sobre el nivel de deserción de su país. Estos los pueden encontrar en los archivos del Ministerio. Además, debes contar con variables que sean de interés para la implementación del programa. La información sobre estas variables te permitirá focalizar mejor la intervención, de manera de utilizar los recursos en la población que más lo requiere. Por ejemplo: ¿en qué regiones nos focalizamos? ¿la intervención debiese ser en todos los niveles o grados educativos? ¿Debiera considerar colegios públicos y privados? ¿Consideraremos a los estudiantes de todos los niveles socioeconómicos? ¿</a:t>
            </a:r>
            <a:r>
              <a:rPr lang="es-CO" sz="1400"/>
              <a:t>Esta</a:t>
            </a:r>
            <a:r>
              <a:rPr lang="es-CO" sz="1400" dirty="0"/>
              <a:t> intervención debiera ser tanto para hombres como para mujeres?</a:t>
            </a:r>
          </a:p>
          <a:p>
            <a:pPr algn="just"/>
            <a:r>
              <a:rPr lang="es-CO" sz="1400" dirty="0"/>
              <a:t>Estas preguntas las pueden resolver si testeas la variable nivel de deserción con cada una de estas variables y el p-</a:t>
            </a:r>
            <a:r>
              <a:rPr lang="es-CO" sz="1400" dirty="0" err="1"/>
              <a:t>value</a:t>
            </a:r>
            <a:r>
              <a:rPr lang="es-CO" sz="1400" dirty="0"/>
              <a:t> obtenido es:</a:t>
            </a:r>
          </a:p>
          <a:p>
            <a:pPr lvl="1" algn="just"/>
            <a:r>
              <a:rPr lang="es-CO" sz="1400" dirty="0"/>
              <a:t>Región  </a:t>
            </a:r>
            <a:r>
              <a:rPr lang="es-CO" sz="1400" dirty="0">
                <a:sym typeface="Wingdings" panose="05000000000000000000" pitchFamily="2" charset="2"/>
              </a:rPr>
              <a:t> 0,98</a:t>
            </a:r>
            <a:endParaRPr lang="es-CO" sz="1400" dirty="0"/>
          </a:p>
          <a:p>
            <a:pPr lvl="1" algn="just"/>
            <a:r>
              <a:rPr lang="es-CO" sz="1400" dirty="0"/>
              <a:t>Nivel o grado (primaria/secundaria) </a:t>
            </a:r>
            <a:r>
              <a:rPr lang="es-CO" sz="1400" dirty="0">
                <a:sym typeface="Wingdings" panose="05000000000000000000" pitchFamily="2" charset="2"/>
              </a:rPr>
              <a:t> 0,01</a:t>
            </a:r>
            <a:endParaRPr lang="es-CO" sz="1400" dirty="0"/>
          </a:p>
          <a:p>
            <a:pPr lvl="1" algn="just"/>
            <a:r>
              <a:rPr lang="es-CO" sz="1400" dirty="0"/>
              <a:t>Tipo de colegio (público/privado) </a:t>
            </a:r>
            <a:r>
              <a:rPr lang="es-CO" sz="1400" dirty="0">
                <a:sym typeface="Wingdings" panose="05000000000000000000" pitchFamily="2" charset="2"/>
              </a:rPr>
              <a:t> 0,03</a:t>
            </a:r>
            <a:endParaRPr lang="es-CO" sz="1400" dirty="0"/>
          </a:p>
          <a:p>
            <a:pPr lvl="1" algn="just"/>
            <a:r>
              <a:rPr lang="es-CO" sz="1400" dirty="0"/>
              <a:t>Nivel Socioeconómico (alto/medio/bajo). </a:t>
            </a:r>
            <a:r>
              <a:rPr lang="es-CO" sz="1400" dirty="0">
                <a:sym typeface="Wingdings" panose="05000000000000000000" pitchFamily="2" charset="2"/>
              </a:rPr>
              <a:t> &lt; 0,01</a:t>
            </a:r>
            <a:endParaRPr lang="es-CO" sz="1400" dirty="0"/>
          </a:p>
          <a:p>
            <a:pPr lvl="1" algn="just"/>
            <a:r>
              <a:rPr lang="es-CO" sz="1400" dirty="0"/>
              <a:t>Género (hombre/mujer) </a:t>
            </a:r>
            <a:r>
              <a:rPr lang="es-CO" sz="1400" dirty="0">
                <a:sym typeface="Wingdings" panose="05000000000000000000" pitchFamily="2" charset="2"/>
              </a:rPr>
              <a:t> 0,78</a:t>
            </a:r>
            <a:endParaRPr lang="es-CO" sz="1400" dirty="0"/>
          </a:p>
        </p:txBody>
      </p:sp>
      <p:sp>
        <p:nvSpPr>
          <p:cNvPr id="6" name="Content Placeholder 5">
            <a:extLst>
              <a:ext uri="{FF2B5EF4-FFF2-40B4-BE49-F238E27FC236}">
                <a16:creationId xmlns:a16="http://schemas.microsoft.com/office/drawing/2014/main" id="{C3D27635-6806-4ED7-B1AB-7ADFA5286888}"/>
              </a:ext>
            </a:extLst>
          </p:cNvPr>
          <p:cNvSpPr>
            <a:spLocks noGrp="1"/>
          </p:cNvSpPr>
          <p:nvPr>
            <p:ph sz="half" idx="2"/>
          </p:nvPr>
        </p:nvSpPr>
        <p:spPr>
          <a:xfrm>
            <a:off x="6096000" y="1564640"/>
            <a:ext cx="5257799" cy="4928235"/>
          </a:xfrm>
          <a:ln>
            <a:solidFill>
              <a:schemeClr val="tx1"/>
            </a:solidFill>
          </a:ln>
        </p:spPr>
        <p:txBody>
          <a:bodyPr vert="horz" lIns="91440" tIns="45720" rIns="91440" bIns="45720" rtlCol="0" anchor="t">
            <a:normAutofit/>
          </a:bodyPr>
          <a:lstStyle/>
          <a:p>
            <a:pPr algn="just"/>
            <a:r>
              <a:rPr lang="es-CO" sz="1400" dirty="0"/>
              <a:t>¿Qué puedes concluir para el caso de deserción escolar que has estudiado a través de la Prueba T?</a:t>
            </a:r>
          </a:p>
          <a:p>
            <a:pPr algn="just"/>
            <a:r>
              <a:rPr lang="es-CO" sz="1400" dirty="0"/>
              <a:t> a. Que cuentas con evidencia para aceptar la hipótesis nula de no asociación de la deserción escolar en tres variables diferentes y concluir con evidencias empíricas que la deserción escolar está asociada con las tres variables: Nivel educacional, Tipo de colegio y Nivel Socioeconómico.</a:t>
            </a:r>
          </a:p>
          <a:p>
            <a:pPr algn="just"/>
            <a:r>
              <a:rPr lang="es-CO" sz="1400" dirty="0"/>
              <a:t> b. Que cuentas con evidencia científica para rechazar la hipótesis nula de “no asociación con deserción escolar” en tres variables: Nivel educacional, Tipo de colegio y Nivel Socioeconómico.</a:t>
            </a:r>
          </a:p>
          <a:p>
            <a:pPr algn="just"/>
            <a:r>
              <a:rPr lang="es-CO" sz="1400" dirty="0"/>
              <a:t> c. Que cuentas con evidencia para rechazar la hipótesis nula de no asociación con deserción escolar en tres variables diferentes y concluir con evidencias empíricas que la deserción escolar está asociada con las tres variables: Nivel educacional, Tipo de colegio y Nivel Socioeconómico.</a:t>
            </a:r>
          </a:p>
          <a:p>
            <a:pPr algn="just"/>
            <a:r>
              <a:rPr lang="es-CO" sz="1400" dirty="0"/>
              <a:t> d. Que cuentas con evidencia para rechazar la hipótesis alternativa de asociación de la deserción escolar con tres variables y concluir con evidencia científica que la deserción escolar está asociada a las tres variables: Nivel educacional, Tipo de colegio y Nivel Socioeconómico.</a:t>
            </a:r>
          </a:p>
          <a:p>
            <a:pPr algn="just"/>
            <a:endParaRPr lang="es-CO" sz="1400" dirty="0"/>
          </a:p>
          <a:p>
            <a:pPr algn="just"/>
            <a:endParaRPr lang="es-CO" sz="1000" dirty="0"/>
          </a:p>
        </p:txBody>
      </p:sp>
    </p:spTree>
    <p:extLst>
      <p:ext uri="{BB962C8B-B14F-4D97-AF65-F5344CB8AC3E}">
        <p14:creationId xmlns:p14="http://schemas.microsoft.com/office/powerpoint/2010/main" val="369554473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0441F7A7-E431-44B5-BE39-DB3525D577D9}"/>
              </a:ext>
            </a:extLst>
          </p:cNvPr>
          <p:cNvSpPr>
            <a:spLocks noGrp="1"/>
          </p:cNvSpPr>
          <p:nvPr>
            <p:ph type="ctrTitle"/>
          </p:nvPr>
        </p:nvSpPr>
        <p:spPr>
          <a:xfrm>
            <a:off x="6094105" y="802955"/>
            <a:ext cx="4977976" cy="1454051"/>
          </a:xfrm>
        </p:spPr>
        <p:txBody>
          <a:bodyPr vert="horz" lIns="91440" tIns="45720" rIns="91440" bIns="45720" rtlCol="0" anchor="ctr">
            <a:normAutofit/>
          </a:bodyPr>
          <a:lstStyle/>
          <a:p>
            <a:pPr algn="l"/>
            <a:r>
              <a:rPr lang="es-CO" sz="4400" kern="1200" dirty="0">
                <a:solidFill>
                  <a:srgbClr val="000000"/>
                </a:solidFill>
                <a:latin typeface="+mj-lt"/>
                <a:ea typeface="+mj-ea"/>
                <a:cs typeface="+mj-cs"/>
              </a:rPr>
              <a:t>Taller de análisis diagnostico</a:t>
            </a:r>
          </a:p>
        </p:txBody>
      </p:sp>
      <p:sp>
        <p:nvSpPr>
          <p:cNvPr id="17"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Graphic 7" descr="Board Room">
            <a:extLst>
              <a:ext uri="{FF2B5EF4-FFF2-40B4-BE49-F238E27FC236}">
                <a16:creationId xmlns:a16="http://schemas.microsoft.com/office/drawing/2014/main" id="{F3DDA4EC-E2D7-43C7-B6A2-58CD94984F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4" name="Subtitle 3">
            <a:extLst>
              <a:ext uri="{FF2B5EF4-FFF2-40B4-BE49-F238E27FC236}">
                <a16:creationId xmlns:a16="http://schemas.microsoft.com/office/drawing/2014/main" id="{FE525038-B2B3-40D6-A47F-F6E846DB6A6F}"/>
              </a:ext>
            </a:extLst>
          </p:cNvPr>
          <p:cNvSpPr>
            <a:spLocks noGrp="1"/>
          </p:cNvSpPr>
          <p:nvPr>
            <p:ph type="subTitle" idx="1"/>
          </p:nvPr>
        </p:nvSpPr>
        <p:spPr>
          <a:xfrm>
            <a:off x="5279009" y="2111604"/>
            <a:ext cx="6570483" cy="4524866"/>
          </a:xfrm>
        </p:spPr>
        <p:txBody>
          <a:bodyPr vert="horz" lIns="91440" tIns="45720" rIns="91440" bIns="45720" rtlCol="0" anchor="ctr">
            <a:normAutofit/>
          </a:bodyPr>
          <a:lstStyle/>
          <a:p>
            <a:pPr indent="-228600" algn="l">
              <a:buFont typeface="Arial" panose="020B0604020202020204" pitchFamily="34" charset="0"/>
              <a:buChar char="•"/>
            </a:pPr>
            <a:r>
              <a:rPr lang="es-CO" dirty="0">
                <a:solidFill>
                  <a:srgbClr val="000000"/>
                </a:solidFill>
              </a:rPr>
              <a:t>Proponer Hipótesis que relacione 2 o más variables en su proyecto</a:t>
            </a:r>
          </a:p>
          <a:p>
            <a:pPr indent="-228600" algn="l">
              <a:buFont typeface="Arial" panose="020B0604020202020204" pitchFamily="34" charset="0"/>
              <a:buChar char="•"/>
            </a:pPr>
            <a:r>
              <a:rPr lang="es-CO" dirty="0">
                <a:solidFill>
                  <a:srgbClr val="000000"/>
                </a:solidFill>
              </a:rPr>
              <a:t>Escribir las Hipótesis Nula a rechazar o aceptar</a:t>
            </a:r>
          </a:p>
        </p:txBody>
      </p:sp>
    </p:spTree>
    <p:extLst>
      <p:ext uri="{BB962C8B-B14F-4D97-AF65-F5344CB8AC3E}">
        <p14:creationId xmlns:p14="http://schemas.microsoft.com/office/powerpoint/2010/main" val="36888613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1875</Words>
  <Application>Microsoft Office PowerPoint</Application>
  <PresentationFormat>Widescreen</PresentationFormat>
  <Paragraphs>123</Paragraphs>
  <Slides>16</Slides>
  <Notes>0</Notes>
  <HiddenSlides>2</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Análisis Diagnóstico</vt:lpstr>
      <vt:lpstr>Etapas del Análisis de Datos</vt:lpstr>
      <vt:lpstr>Muestreo</vt:lpstr>
      <vt:lpstr>Usos del análisis diagnostico. Test estadísticos</vt:lpstr>
      <vt:lpstr>Prueba de Hipótesis</vt:lpstr>
      <vt:lpstr>¿Que es una hipótesis?</vt:lpstr>
      <vt:lpstr>Hipótesis y el análisis diagnóstico</vt:lpstr>
      <vt:lpstr>Determine su nivel de significancia p</vt:lpstr>
      <vt:lpstr>Técnicas estadísticas para calcular el nivel de significancia</vt:lpstr>
      <vt:lpstr>Prueba de hipótesis para probar la relación entre dos variables de un dataset.</vt:lpstr>
      <vt:lpstr>PowerPoint Presentation</vt:lpstr>
      <vt:lpstr>Pruebas A/B</vt:lpstr>
      <vt:lpstr>Errores Tipo I y II</vt:lpstr>
      <vt:lpstr>Ejercicio practico</vt:lpstr>
      <vt:lpstr>Ejercicio practico</vt:lpstr>
      <vt:lpstr>Taller de análisis diagnostico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Diagnostico</dc:title>
  <dc:creator>Jorge Mario Calvo Londono</dc:creator>
  <cp:lastModifiedBy>Norbey Danilo Munoz Canon</cp:lastModifiedBy>
  <cp:revision>36</cp:revision>
  <dcterms:created xsi:type="dcterms:W3CDTF">2021-03-01T23:23:37Z</dcterms:created>
  <dcterms:modified xsi:type="dcterms:W3CDTF">2024-04-22T03:19:13Z</dcterms:modified>
</cp:coreProperties>
</file>